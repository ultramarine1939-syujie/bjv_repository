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sldIdLst>
    <p:sldId id="349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2" r:id="rId23"/>
    <p:sldId id="283" r:id="rId24"/>
    <p:sldId id="313" r:id="rId25"/>
    <p:sldId id="314" r:id="rId26"/>
    <p:sldId id="315" r:id="rId27"/>
    <p:sldId id="316" r:id="rId28"/>
    <p:sldId id="317" r:id="rId29"/>
    <p:sldId id="321" r:id="rId30"/>
    <p:sldId id="322" r:id="rId31"/>
    <p:sldId id="323" r:id="rId32"/>
    <p:sldId id="324" r:id="rId33"/>
    <p:sldId id="325" r:id="rId34"/>
    <p:sldId id="326" r:id="rId35"/>
    <p:sldId id="327" r:id="rId36"/>
    <p:sldId id="328" r:id="rId37"/>
    <p:sldId id="329" r:id="rId38"/>
    <p:sldId id="330" r:id="rId39"/>
    <p:sldId id="331" r:id="rId40"/>
    <p:sldId id="332" r:id="rId41"/>
    <p:sldId id="333" r:id="rId42"/>
    <p:sldId id="334" r:id="rId43"/>
    <p:sldId id="335" r:id="rId44"/>
    <p:sldId id="336" r:id="rId45"/>
    <p:sldId id="337" r:id="rId46"/>
  </p:sldIdLst>
  <p:sldSz cx="9144000" cy="6858000" type="screen4x3"/>
  <p:notesSz cx="9144000" cy="6858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50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9330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799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403F42"/>
                </a:solidFill>
                <a:latin typeface="Calibri"/>
                <a:cs typeface="Calibri"/>
              </a:defRPr>
            </a:lvl1pPr>
          </a:lstStyle>
          <a:p>
            <a:pPr marL="142240">
              <a:lnSpc>
                <a:spcPct val="100000"/>
              </a:lnSpc>
            </a:pPr>
            <a:fld id="{81D60167-4931-47E6-BA6A-407CBD079E47}" type="slidenum">
              <a:rPr spc="-10" dirty="0">
                <a:latin typeface="Calibri"/>
                <a:cs typeface="Calibri"/>
              </a:rPr>
              <a:t>‹#›</a:t>
            </a:fld>
            <a:endParaRPr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rgbClr val="B5121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5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403F42"/>
                </a:solidFill>
                <a:latin typeface="Calibri"/>
                <a:cs typeface="Calibri"/>
              </a:defRPr>
            </a:lvl1pPr>
          </a:lstStyle>
          <a:p>
            <a:pPr marL="142240">
              <a:lnSpc>
                <a:spcPct val="100000"/>
              </a:lnSpc>
            </a:pPr>
            <a:fld id="{81D60167-4931-47E6-BA6A-407CBD079E47}" type="slidenum">
              <a:rPr spc="-10" dirty="0">
                <a:latin typeface="Calibri"/>
                <a:cs typeface="Calibri"/>
              </a:rPr>
              <a:t>‹#›</a:t>
            </a:fld>
            <a:endParaRPr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3975" y="96528"/>
            <a:ext cx="8963660" cy="6664959"/>
          </a:xfrm>
          <a:custGeom>
            <a:avLst/>
            <a:gdLst/>
            <a:ahLst/>
            <a:cxnLst/>
            <a:rect l="l" t="t" r="r" b="b"/>
            <a:pathLst>
              <a:path w="8963660" h="6664959">
                <a:moveTo>
                  <a:pt x="0" y="6664756"/>
                </a:moveTo>
                <a:lnTo>
                  <a:pt x="8963466" y="6664756"/>
                </a:lnTo>
                <a:lnTo>
                  <a:pt x="8963466" y="0"/>
                </a:lnTo>
                <a:lnTo>
                  <a:pt x="0" y="0"/>
                </a:lnTo>
                <a:lnTo>
                  <a:pt x="0" y="6664756"/>
                </a:lnTo>
                <a:close/>
              </a:path>
            </a:pathLst>
          </a:custGeom>
          <a:ln w="193039">
            <a:solidFill>
              <a:srgbClr val="E9EC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rgbClr val="B5121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59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403F42"/>
                </a:solidFill>
                <a:latin typeface="Calibri"/>
                <a:cs typeface="Calibri"/>
              </a:defRPr>
            </a:lvl1pPr>
          </a:lstStyle>
          <a:p>
            <a:pPr marL="142240">
              <a:lnSpc>
                <a:spcPct val="100000"/>
              </a:lnSpc>
            </a:pPr>
            <a:fld id="{81D60167-4931-47E6-BA6A-407CBD079E47}" type="slidenum">
              <a:rPr spc="-10" dirty="0">
                <a:latin typeface="Calibri"/>
                <a:cs typeface="Calibri"/>
              </a:rPr>
              <a:t>‹#›</a:t>
            </a:fld>
            <a:endParaRPr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3975" y="96528"/>
            <a:ext cx="8963660" cy="6664959"/>
          </a:xfrm>
          <a:custGeom>
            <a:avLst/>
            <a:gdLst/>
            <a:ahLst/>
            <a:cxnLst/>
            <a:rect l="l" t="t" r="r" b="b"/>
            <a:pathLst>
              <a:path w="8963660" h="6664959">
                <a:moveTo>
                  <a:pt x="0" y="6664756"/>
                </a:moveTo>
                <a:lnTo>
                  <a:pt x="8963466" y="6664756"/>
                </a:lnTo>
                <a:lnTo>
                  <a:pt x="8963466" y="0"/>
                </a:lnTo>
                <a:lnTo>
                  <a:pt x="0" y="0"/>
                </a:lnTo>
                <a:lnTo>
                  <a:pt x="0" y="6664756"/>
                </a:lnTo>
                <a:close/>
              </a:path>
            </a:pathLst>
          </a:custGeom>
          <a:ln w="193039">
            <a:solidFill>
              <a:srgbClr val="E9EC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1967233" y="1918960"/>
            <a:ext cx="4876800" cy="1887220"/>
          </a:xfrm>
          <a:custGeom>
            <a:avLst/>
            <a:gdLst/>
            <a:ahLst/>
            <a:cxnLst/>
            <a:rect l="l" t="t" r="r" b="b"/>
            <a:pathLst>
              <a:path w="4876800" h="1887220">
                <a:moveTo>
                  <a:pt x="0" y="943630"/>
                </a:moveTo>
                <a:lnTo>
                  <a:pt x="8083" y="866238"/>
                </a:lnTo>
                <a:lnTo>
                  <a:pt x="31914" y="790569"/>
                </a:lnTo>
                <a:lnTo>
                  <a:pt x="70866" y="716866"/>
                </a:lnTo>
                <a:lnTo>
                  <a:pt x="124311" y="645372"/>
                </a:lnTo>
                <a:lnTo>
                  <a:pt x="191621" y="576329"/>
                </a:lnTo>
                <a:lnTo>
                  <a:pt x="272169" y="509980"/>
                </a:lnTo>
                <a:lnTo>
                  <a:pt x="365328" y="446568"/>
                </a:lnTo>
                <a:lnTo>
                  <a:pt x="470469" y="386336"/>
                </a:lnTo>
                <a:lnTo>
                  <a:pt x="586966" y="329528"/>
                </a:lnTo>
                <a:lnTo>
                  <a:pt x="714191" y="276385"/>
                </a:lnTo>
                <a:lnTo>
                  <a:pt x="851516" y="227150"/>
                </a:lnTo>
                <a:lnTo>
                  <a:pt x="998313" y="182067"/>
                </a:lnTo>
                <a:lnTo>
                  <a:pt x="1153956" y="141378"/>
                </a:lnTo>
                <a:lnTo>
                  <a:pt x="1317816" y="105327"/>
                </a:lnTo>
                <a:lnTo>
                  <a:pt x="1489266" y="74155"/>
                </a:lnTo>
                <a:lnTo>
                  <a:pt x="1667679" y="48107"/>
                </a:lnTo>
                <a:lnTo>
                  <a:pt x="1852427" y="27424"/>
                </a:lnTo>
                <a:lnTo>
                  <a:pt x="2042883" y="12350"/>
                </a:lnTo>
                <a:lnTo>
                  <a:pt x="2238418" y="3128"/>
                </a:lnTo>
                <a:lnTo>
                  <a:pt x="2438406" y="0"/>
                </a:lnTo>
                <a:lnTo>
                  <a:pt x="2638393" y="3128"/>
                </a:lnTo>
                <a:lnTo>
                  <a:pt x="2833928" y="12350"/>
                </a:lnTo>
                <a:lnTo>
                  <a:pt x="3024383" y="27424"/>
                </a:lnTo>
                <a:lnTo>
                  <a:pt x="3209131" y="48107"/>
                </a:lnTo>
                <a:lnTo>
                  <a:pt x="3387544" y="74155"/>
                </a:lnTo>
                <a:lnTo>
                  <a:pt x="3558994" y="105327"/>
                </a:lnTo>
                <a:lnTo>
                  <a:pt x="3722854" y="141378"/>
                </a:lnTo>
                <a:lnTo>
                  <a:pt x="3878496" y="182067"/>
                </a:lnTo>
                <a:lnTo>
                  <a:pt x="4025293" y="227150"/>
                </a:lnTo>
                <a:lnTo>
                  <a:pt x="4162617" y="276385"/>
                </a:lnTo>
                <a:lnTo>
                  <a:pt x="4289841" y="329528"/>
                </a:lnTo>
                <a:lnTo>
                  <a:pt x="4406338" y="386336"/>
                </a:lnTo>
                <a:lnTo>
                  <a:pt x="4511479" y="446568"/>
                </a:lnTo>
                <a:lnTo>
                  <a:pt x="4604637" y="509980"/>
                </a:lnTo>
                <a:lnTo>
                  <a:pt x="4685185" y="576329"/>
                </a:lnTo>
                <a:lnTo>
                  <a:pt x="4752495" y="645372"/>
                </a:lnTo>
                <a:lnTo>
                  <a:pt x="4805939" y="716866"/>
                </a:lnTo>
                <a:lnTo>
                  <a:pt x="4844891" y="790569"/>
                </a:lnTo>
                <a:lnTo>
                  <a:pt x="4868722" y="866238"/>
                </a:lnTo>
                <a:lnTo>
                  <a:pt x="4876805" y="943630"/>
                </a:lnTo>
                <a:lnTo>
                  <a:pt x="4868722" y="1021017"/>
                </a:lnTo>
                <a:lnTo>
                  <a:pt x="4844891" y="1096682"/>
                </a:lnTo>
                <a:lnTo>
                  <a:pt x="4805939" y="1170382"/>
                </a:lnTo>
                <a:lnTo>
                  <a:pt x="4752495" y="1241873"/>
                </a:lnTo>
                <a:lnTo>
                  <a:pt x="4685185" y="1310913"/>
                </a:lnTo>
                <a:lnTo>
                  <a:pt x="4604637" y="1377260"/>
                </a:lnTo>
                <a:lnTo>
                  <a:pt x="4511479" y="1440669"/>
                </a:lnTo>
                <a:lnTo>
                  <a:pt x="4406338" y="1500899"/>
                </a:lnTo>
                <a:lnTo>
                  <a:pt x="4289841" y="1557707"/>
                </a:lnTo>
                <a:lnTo>
                  <a:pt x="4162617" y="1610848"/>
                </a:lnTo>
                <a:lnTo>
                  <a:pt x="4025293" y="1660082"/>
                </a:lnTo>
                <a:lnTo>
                  <a:pt x="3878496" y="1705164"/>
                </a:lnTo>
                <a:lnTo>
                  <a:pt x="3722854" y="1745852"/>
                </a:lnTo>
                <a:lnTo>
                  <a:pt x="3558994" y="1781903"/>
                </a:lnTo>
                <a:lnTo>
                  <a:pt x="3387544" y="1813074"/>
                </a:lnTo>
                <a:lnTo>
                  <a:pt x="3209131" y="1839122"/>
                </a:lnTo>
                <a:lnTo>
                  <a:pt x="3024383" y="1859805"/>
                </a:lnTo>
                <a:lnTo>
                  <a:pt x="2833928" y="1874879"/>
                </a:lnTo>
                <a:lnTo>
                  <a:pt x="2638393" y="1884101"/>
                </a:lnTo>
                <a:lnTo>
                  <a:pt x="2438406" y="1887230"/>
                </a:lnTo>
                <a:lnTo>
                  <a:pt x="2238418" y="1884101"/>
                </a:lnTo>
                <a:lnTo>
                  <a:pt x="2042883" y="1874879"/>
                </a:lnTo>
                <a:lnTo>
                  <a:pt x="1852427" y="1859805"/>
                </a:lnTo>
                <a:lnTo>
                  <a:pt x="1667679" y="1839122"/>
                </a:lnTo>
                <a:lnTo>
                  <a:pt x="1489266" y="1813074"/>
                </a:lnTo>
                <a:lnTo>
                  <a:pt x="1317816" y="1781903"/>
                </a:lnTo>
                <a:lnTo>
                  <a:pt x="1153956" y="1745852"/>
                </a:lnTo>
                <a:lnTo>
                  <a:pt x="998313" y="1705164"/>
                </a:lnTo>
                <a:lnTo>
                  <a:pt x="851516" y="1660082"/>
                </a:lnTo>
                <a:lnTo>
                  <a:pt x="714191" y="1610848"/>
                </a:lnTo>
                <a:lnTo>
                  <a:pt x="586966" y="1557707"/>
                </a:lnTo>
                <a:lnTo>
                  <a:pt x="470469" y="1500899"/>
                </a:lnTo>
                <a:lnTo>
                  <a:pt x="365328" y="1440669"/>
                </a:lnTo>
                <a:lnTo>
                  <a:pt x="272169" y="1377260"/>
                </a:lnTo>
                <a:lnTo>
                  <a:pt x="191621" y="1310913"/>
                </a:lnTo>
                <a:lnTo>
                  <a:pt x="124311" y="1241873"/>
                </a:lnTo>
                <a:lnTo>
                  <a:pt x="70866" y="1170382"/>
                </a:lnTo>
                <a:lnTo>
                  <a:pt x="31914" y="1096682"/>
                </a:lnTo>
                <a:lnTo>
                  <a:pt x="8083" y="1021017"/>
                </a:lnTo>
                <a:lnTo>
                  <a:pt x="0" y="943630"/>
                </a:lnTo>
                <a:close/>
              </a:path>
            </a:pathLst>
          </a:custGeom>
          <a:ln w="33019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rgbClr val="B5121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403F42"/>
                </a:solidFill>
                <a:latin typeface="Calibri"/>
                <a:cs typeface="Calibri"/>
              </a:defRPr>
            </a:lvl1pPr>
          </a:lstStyle>
          <a:p>
            <a:pPr marL="142240">
              <a:lnSpc>
                <a:spcPct val="100000"/>
              </a:lnSpc>
            </a:pPr>
            <a:fld id="{81D60167-4931-47E6-BA6A-407CBD079E47}" type="slidenum">
              <a:rPr spc="-10" dirty="0">
                <a:latin typeface="Calibri"/>
                <a:cs typeface="Calibri"/>
              </a:rPr>
              <a:t>‹#›</a:t>
            </a:fld>
            <a:endParaRPr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3975" y="96528"/>
            <a:ext cx="8963660" cy="6664959"/>
          </a:xfrm>
          <a:custGeom>
            <a:avLst/>
            <a:gdLst/>
            <a:ahLst/>
            <a:cxnLst/>
            <a:rect l="l" t="t" r="r" b="b"/>
            <a:pathLst>
              <a:path w="8963660" h="6664959">
                <a:moveTo>
                  <a:pt x="0" y="6664756"/>
                </a:moveTo>
                <a:lnTo>
                  <a:pt x="8963466" y="6664756"/>
                </a:lnTo>
                <a:lnTo>
                  <a:pt x="8963466" y="0"/>
                </a:lnTo>
                <a:lnTo>
                  <a:pt x="0" y="0"/>
                </a:lnTo>
                <a:lnTo>
                  <a:pt x="0" y="6664756"/>
                </a:lnTo>
                <a:close/>
              </a:path>
            </a:pathLst>
          </a:custGeom>
          <a:ln w="193039">
            <a:solidFill>
              <a:srgbClr val="E9EC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403F42"/>
                </a:solidFill>
                <a:latin typeface="Calibri"/>
                <a:cs typeface="Calibri"/>
              </a:defRPr>
            </a:lvl1pPr>
          </a:lstStyle>
          <a:p>
            <a:pPr marL="142240">
              <a:lnSpc>
                <a:spcPct val="100000"/>
              </a:lnSpc>
            </a:pPr>
            <a:fld id="{81D60167-4931-47E6-BA6A-407CBD079E47}" type="slidenum">
              <a:rPr spc="-10" dirty="0">
                <a:latin typeface="Calibri"/>
                <a:cs typeface="Calibri"/>
              </a:rPr>
              <a:t>‹#›</a:t>
            </a:fld>
            <a:endParaRPr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3975" y="96528"/>
            <a:ext cx="8963660" cy="6664959"/>
          </a:xfrm>
          <a:custGeom>
            <a:avLst/>
            <a:gdLst/>
            <a:ahLst/>
            <a:cxnLst/>
            <a:rect l="l" t="t" r="r" b="b"/>
            <a:pathLst>
              <a:path w="8963660" h="6664959">
                <a:moveTo>
                  <a:pt x="0" y="6664756"/>
                </a:moveTo>
                <a:lnTo>
                  <a:pt x="8963466" y="6664756"/>
                </a:lnTo>
                <a:lnTo>
                  <a:pt x="8963466" y="0"/>
                </a:lnTo>
                <a:lnTo>
                  <a:pt x="0" y="0"/>
                </a:lnTo>
                <a:lnTo>
                  <a:pt x="0" y="6664756"/>
                </a:lnTo>
                <a:close/>
              </a:path>
            </a:pathLst>
          </a:custGeom>
          <a:ln w="193039">
            <a:solidFill>
              <a:srgbClr val="E9EC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64551" y="742907"/>
            <a:ext cx="8014897" cy="915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B5121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0713" y="2108837"/>
            <a:ext cx="8202572" cy="41078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79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342001" y="6190289"/>
            <a:ext cx="285115" cy="254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403F42"/>
                </a:solidFill>
                <a:latin typeface="Calibri"/>
                <a:cs typeface="Calibri"/>
              </a:defRPr>
            </a:lvl1pPr>
          </a:lstStyle>
          <a:p>
            <a:pPr marL="142240">
              <a:lnSpc>
                <a:spcPct val="100000"/>
              </a:lnSpc>
            </a:pPr>
            <a:fld id="{81D60167-4931-47E6-BA6A-407CBD079E47}" type="slidenum">
              <a:rPr spc="-10" dirty="0">
                <a:latin typeface="Calibri"/>
                <a:cs typeface="Calibri"/>
              </a:rPr>
              <a:t>‹#›</a:t>
            </a:fld>
            <a:endParaRPr spc="-10" dirty="0">
              <a:latin typeface="Calibri"/>
              <a:cs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4234" y="3780800"/>
            <a:ext cx="1592580" cy="0"/>
          </a:xfrm>
          <a:custGeom>
            <a:avLst/>
            <a:gdLst/>
            <a:ahLst/>
            <a:cxnLst/>
            <a:rect l="l" t="t" r="r" b="b"/>
            <a:pathLst>
              <a:path w="1592580">
                <a:moveTo>
                  <a:pt x="0" y="0"/>
                </a:moveTo>
                <a:lnTo>
                  <a:pt x="15923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806439" y="764242"/>
            <a:ext cx="2568823" cy="80812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90600" y="2411793"/>
            <a:ext cx="5943600" cy="13308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350"/>
              </a:lnSpc>
            </a:pPr>
            <a:r>
              <a:rPr lang="en-NZ" sz="3600" b="1" dirty="0">
                <a:solidFill>
                  <a:srgbClr val="B5121B"/>
                </a:solidFill>
                <a:latin typeface="Calibri"/>
                <a:cs typeface="Calibri"/>
              </a:rPr>
              <a:t>CNE</a:t>
            </a:r>
            <a:r>
              <a:rPr lang="en-NZ" sz="3600" b="1" spc="-35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lang="en-NZ" sz="3600" b="1" spc="-30" dirty="0">
                <a:solidFill>
                  <a:srgbClr val="B5121B"/>
                </a:solidFill>
                <a:latin typeface="Calibri"/>
                <a:cs typeface="Calibri"/>
              </a:rPr>
              <a:t>GR</a:t>
            </a:r>
            <a:r>
              <a:rPr lang="en-NZ" sz="3600" b="1" spc="-25" dirty="0">
                <a:solidFill>
                  <a:srgbClr val="B5121B"/>
                </a:solidFill>
                <a:latin typeface="Calibri"/>
                <a:cs typeface="Calibri"/>
              </a:rPr>
              <a:t>506</a:t>
            </a:r>
          </a:p>
          <a:p>
            <a:pPr marL="12700">
              <a:lnSpc>
                <a:spcPts val="5350"/>
              </a:lnSpc>
            </a:pPr>
            <a:r>
              <a:rPr lang="en-NZ" sz="3600" b="1" spc="-10" dirty="0">
                <a:latin typeface="Calibri"/>
                <a:cs typeface="Calibri"/>
              </a:rPr>
              <a:t>I</a:t>
            </a:r>
            <a:r>
              <a:rPr lang="en-NZ" sz="3600" b="1" spc="-50" dirty="0">
                <a:latin typeface="Calibri"/>
                <a:cs typeface="Calibri"/>
              </a:rPr>
              <a:t>n</a:t>
            </a:r>
            <a:r>
              <a:rPr lang="en-NZ" sz="3600" b="1" spc="-55" dirty="0">
                <a:latin typeface="Calibri"/>
                <a:cs typeface="Calibri"/>
              </a:rPr>
              <a:t>t</a:t>
            </a:r>
            <a:r>
              <a:rPr lang="en-NZ" sz="3600" b="1" spc="5" dirty="0">
                <a:latin typeface="Calibri"/>
                <a:cs typeface="Calibri"/>
              </a:rPr>
              <a:t>e</a:t>
            </a:r>
            <a:r>
              <a:rPr lang="en-NZ" sz="3600" b="1" dirty="0">
                <a:latin typeface="Calibri"/>
                <a:cs typeface="Calibri"/>
              </a:rPr>
              <a:t>l</a:t>
            </a:r>
            <a:r>
              <a:rPr lang="en-NZ" sz="3600" b="1" spc="-5" dirty="0">
                <a:latin typeface="Calibri"/>
                <a:cs typeface="Calibri"/>
              </a:rPr>
              <a:t>li</a:t>
            </a:r>
            <a:r>
              <a:rPr lang="en-NZ" sz="3600" b="1" spc="-45" dirty="0">
                <a:latin typeface="Calibri"/>
                <a:cs typeface="Calibri"/>
              </a:rPr>
              <a:t>g</a:t>
            </a:r>
            <a:r>
              <a:rPr lang="en-NZ" sz="3600" b="1" spc="-15" dirty="0">
                <a:latin typeface="Calibri"/>
                <a:cs typeface="Calibri"/>
              </a:rPr>
              <a:t>e</a:t>
            </a:r>
            <a:r>
              <a:rPr lang="en-NZ" sz="3600" b="1" spc="-70" dirty="0">
                <a:latin typeface="Calibri"/>
                <a:cs typeface="Calibri"/>
              </a:rPr>
              <a:t>n</a:t>
            </a:r>
            <a:r>
              <a:rPr lang="en-NZ" sz="3600" b="1" spc="-15" dirty="0">
                <a:latin typeface="Calibri"/>
                <a:cs typeface="Calibri"/>
              </a:rPr>
              <a:t>t</a:t>
            </a:r>
            <a:r>
              <a:rPr lang="en-NZ" sz="3600" b="1" spc="-110" dirty="0">
                <a:latin typeface="Times New Roman"/>
                <a:cs typeface="Times New Roman"/>
              </a:rPr>
              <a:t> </a:t>
            </a:r>
            <a:r>
              <a:rPr lang="en-NZ" sz="3600" b="1" spc="-45" dirty="0">
                <a:latin typeface="Calibri"/>
                <a:cs typeface="Calibri"/>
              </a:rPr>
              <a:t>S</a:t>
            </a:r>
            <a:r>
              <a:rPr lang="en-NZ" sz="3600" b="1" spc="-60" dirty="0">
                <a:latin typeface="Calibri"/>
                <a:cs typeface="Calibri"/>
              </a:rPr>
              <a:t>y</a:t>
            </a:r>
            <a:r>
              <a:rPr lang="en-NZ" sz="3600" b="1" spc="-50" dirty="0">
                <a:latin typeface="Calibri"/>
                <a:cs typeface="Calibri"/>
              </a:rPr>
              <a:t>s</a:t>
            </a:r>
            <a:r>
              <a:rPr lang="en-NZ" sz="3600" b="1" spc="-55" dirty="0">
                <a:latin typeface="Calibri"/>
                <a:cs typeface="Calibri"/>
              </a:rPr>
              <a:t>t</a:t>
            </a:r>
            <a:r>
              <a:rPr lang="en-NZ" sz="3600" b="1" spc="-15" dirty="0">
                <a:latin typeface="Calibri"/>
                <a:cs typeface="Calibri"/>
              </a:rPr>
              <a:t>e</a:t>
            </a:r>
            <a:r>
              <a:rPr lang="en-NZ" sz="3600" b="1" spc="-30" dirty="0">
                <a:latin typeface="Calibri"/>
                <a:cs typeface="Calibri"/>
              </a:rPr>
              <a:t>m</a:t>
            </a:r>
            <a:r>
              <a:rPr lang="en-NZ" sz="3600" b="1" spc="-90" dirty="0">
                <a:latin typeface="Times New Roman"/>
                <a:cs typeface="Times New Roman"/>
              </a:rPr>
              <a:t> </a:t>
            </a:r>
            <a:r>
              <a:rPr lang="en-NZ" sz="3600" b="1" spc="5" dirty="0">
                <a:latin typeface="Calibri"/>
                <a:cs typeface="Calibri"/>
              </a:rPr>
              <a:t>Co</a:t>
            </a:r>
            <a:r>
              <a:rPr lang="en-NZ" sz="3600" b="1" spc="-50" dirty="0">
                <a:latin typeface="Calibri"/>
                <a:cs typeface="Calibri"/>
              </a:rPr>
              <a:t>n</a:t>
            </a:r>
            <a:r>
              <a:rPr lang="en-NZ" sz="3600" b="1" spc="-15" dirty="0">
                <a:latin typeface="Calibri"/>
                <a:cs typeface="Calibri"/>
              </a:rPr>
              <a:t>t</a:t>
            </a:r>
            <a:r>
              <a:rPr lang="en-NZ" sz="3600" b="1" spc="-85" dirty="0">
                <a:latin typeface="Calibri"/>
                <a:cs typeface="Calibri"/>
              </a:rPr>
              <a:t>r</a:t>
            </a:r>
            <a:r>
              <a:rPr lang="en-NZ" sz="3600" b="1" spc="5" dirty="0">
                <a:latin typeface="Calibri"/>
                <a:cs typeface="Calibri"/>
              </a:rPr>
              <a:t>ol</a:t>
            </a:r>
            <a:endParaRPr lang="en-NZ" sz="3600" b="1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4299" rIns="0" bIns="0" rtlCol="0">
            <a:spAutoFit/>
          </a:bodyPr>
          <a:lstStyle/>
          <a:p>
            <a:pPr marL="135255">
              <a:lnSpc>
                <a:spcPct val="100000"/>
              </a:lnSpc>
            </a:pPr>
            <a:r>
              <a:rPr spc="-45" dirty="0">
                <a:latin typeface="Calibri"/>
                <a:cs typeface="Calibri"/>
              </a:rPr>
              <a:t>S</a:t>
            </a:r>
            <a:r>
              <a:rPr spc="-20" dirty="0">
                <a:latin typeface="Calibri"/>
                <a:cs typeface="Calibri"/>
              </a:rPr>
              <a:t>y</a:t>
            </a:r>
            <a:r>
              <a:rPr spc="-5" dirty="0">
                <a:latin typeface="Calibri"/>
                <a:cs typeface="Calibri"/>
              </a:rPr>
              <a:t>ll</a:t>
            </a:r>
            <a:r>
              <a:rPr spc="-10" dirty="0">
                <a:latin typeface="Calibri"/>
                <a:cs typeface="Calibri"/>
              </a:rPr>
              <a:t>abus</a:t>
            </a:r>
          </a:p>
        </p:txBody>
      </p:sp>
      <p:sp>
        <p:nvSpPr>
          <p:cNvPr id="5" name="object 5"/>
          <p:cNvSpPr/>
          <p:nvPr/>
        </p:nvSpPr>
        <p:spPr>
          <a:xfrm>
            <a:off x="354329" y="4928878"/>
            <a:ext cx="2821940" cy="1016000"/>
          </a:xfrm>
          <a:custGeom>
            <a:avLst/>
            <a:gdLst/>
            <a:ahLst/>
            <a:cxnLst/>
            <a:rect l="l" t="t" r="r" b="b"/>
            <a:pathLst>
              <a:path w="2821940" h="1016000">
                <a:moveTo>
                  <a:pt x="0" y="169331"/>
                </a:moveTo>
                <a:lnTo>
                  <a:pt x="5523" y="126271"/>
                </a:lnTo>
                <a:lnTo>
                  <a:pt x="21157" y="87305"/>
                </a:lnTo>
                <a:lnTo>
                  <a:pt x="45498" y="53838"/>
                </a:lnTo>
                <a:lnTo>
                  <a:pt x="77140" y="27273"/>
                </a:lnTo>
                <a:lnTo>
                  <a:pt x="114679" y="9013"/>
                </a:lnTo>
                <a:lnTo>
                  <a:pt x="156711" y="463"/>
                </a:lnTo>
                <a:lnTo>
                  <a:pt x="2652604" y="0"/>
                </a:lnTo>
                <a:lnTo>
                  <a:pt x="2667325" y="630"/>
                </a:lnTo>
                <a:lnTo>
                  <a:pt x="2709176" y="9679"/>
                </a:lnTo>
                <a:lnTo>
                  <a:pt x="2746464" y="28371"/>
                </a:lnTo>
                <a:lnTo>
                  <a:pt x="2777785" y="55300"/>
                </a:lnTo>
                <a:lnTo>
                  <a:pt x="2801737" y="89064"/>
                </a:lnTo>
                <a:lnTo>
                  <a:pt x="2816915" y="128260"/>
                </a:lnTo>
                <a:lnTo>
                  <a:pt x="2821929" y="846652"/>
                </a:lnTo>
                <a:lnTo>
                  <a:pt x="2821298" y="861373"/>
                </a:lnTo>
                <a:lnTo>
                  <a:pt x="2812250" y="903225"/>
                </a:lnTo>
                <a:lnTo>
                  <a:pt x="2793561" y="940516"/>
                </a:lnTo>
                <a:lnTo>
                  <a:pt x="2766634" y="971841"/>
                </a:lnTo>
                <a:lnTo>
                  <a:pt x="2732873" y="995796"/>
                </a:lnTo>
                <a:lnTo>
                  <a:pt x="2693682" y="1010978"/>
                </a:lnTo>
                <a:lnTo>
                  <a:pt x="169331" y="1015995"/>
                </a:lnTo>
                <a:lnTo>
                  <a:pt x="154612" y="1015364"/>
                </a:lnTo>
                <a:lnTo>
                  <a:pt x="112765" y="1006315"/>
                </a:lnTo>
                <a:lnTo>
                  <a:pt x="75478" y="987623"/>
                </a:lnTo>
                <a:lnTo>
                  <a:pt x="44155" y="960694"/>
                </a:lnTo>
                <a:lnTo>
                  <a:pt x="20200" y="926930"/>
                </a:lnTo>
                <a:lnTo>
                  <a:pt x="5018" y="887736"/>
                </a:lnTo>
                <a:lnTo>
                  <a:pt x="0" y="169331"/>
                </a:lnTo>
                <a:close/>
              </a:path>
            </a:pathLst>
          </a:custGeom>
          <a:ln w="63499">
            <a:solidFill>
              <a:srgbClr val="4453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381999" y="2708910"/>
            <a:ext cx="2484120" cy="2700020"/>
          </a:xfrm>
          <a:custGeom>
            <a:avLst/>
            <a:gdLst/>
            <a:ahLst/>
            <a:cxnLst/>
            <a:rect l="l" t="t" r="r" b="b"/>
            <a:pathLst>
              <a:path w="2484120" h="2700020">
                <a:moveTo>
                  <a:pt x="0" y="414040"/>
                </a:moveTo>
                <a:lnTo>
                  <a:pt x="5419" y="346882"/>
                </a:lnTo>
                <a:lnTo>
                  <a:pt x="21108" y="283174"/>
                </a:lnTo>
                <a:lnTo>
                  <a:pt x="46215" y="223768"/>
                </a:lnTo>
                <a:lnTo>
                  <a:pt x="79887" y="169516"/>
                </a:lnTo>
                <a:lnTo>
                  <a:pt x="121272" y="121272"/>
                </a:lnTo>
                <a:lnTo>
                  <a:pt x="169516" y="79887"/>
                </a:lnTo>
                <a:lnTo>
                  <a:pt x="223768" y="46215"/>
                </a:lnTo>
                <a:lnTo>
                  <a:pt x="283174" y="21108"/>
                </a:lnTo>
                <a:lnTo>
                  <a:pt x="346882" y="5419"/>
                </a:lnTo>
                <a:lnTo>
                  <a:pt x="414040" y="0"/>
                </a:lnTo>
                <a:lnTo>
                  <a:pt x="2070110" y="0"/>
                </a:lnTo>
                <a:lnTo>
                  <a:pt x="2137267" y="5419"/>
                </a:lnTo>
                <a:lnTo>
                  <a:pt x="2200972" y="21108"/>
                </a:lnTo>
                <a:lnTo>
                  <a:pt x="2260375" y="46215"/>
                </a:lnTo>
                <a:lnTo>
                  <a:pt x="2314623" y="79887"/>
                </a:lnTo>
                <a:lnTo>
                  <a:pt x="2362862" y="121272"/>
                </a:lnTo>
                <a:lnTo>
                  <a:pt x="2404242" y="169516"/>
                </a:lnTo>
                <a:lnTo>
                  <a:pt x="2437910" y="223768"/>
                </a:lnTo>
                <a:lnTo>
                  <a:pt x="2463014" y="283174"/>
                </a:lnTo>
                <a:lnTo>
                  <a:pt x="2478701" y="346882"/>
                </a:lnTo>
                <a:lnTo>
                  <a:pt x="2484119" y="414040"/>
                </a:lnTo>
                <a:lnTo>
                  <a:pt x="2484119" y="2285987"/>
                </a:lnTo>
                <a:lnTo>
                  <a:pt x="2478701" y="2353148"/>
                </a:lnTo>
                <a:lnTo>
                  <a:pt x="2463014" y="2416857"/>
                </a:lnTo>
                <a:lnTo>
                  <a:pt x="2437910" y="2476262"/>
                </a:lnTo>
                <a:lnTo>
                  <a:pt x="2404242" y="2530512"/>
                </a:lnTo>
                <a:lnTo>
                  <a:pt x="2362862" y="2578754"/>
                </a:lnTo>
                <a:lnTo>
                  <a:pt x="2314623" y="2620135"/>
                </a:lnTo>
                <a:lnTo>
                  <a:pt x="2260375" y="2653805"/>
                </a:lnTo>
                <a:lnTo>
                  <a:pt x="2200972" y="2678909"/>
                </a:lnTo>
                <a:lnTo>
                  <a:pt x="2137267" y="2694597"/>
                </a:lnTo>
                <a:lnTo>
                  <a:pt x="2070110" y="2700015"/>
                </a:lnTo>
                <a:lnTo>
                  <a:pt x="414040" y="2700015"/>
                </a:lnTo>
                <a:lnTo>
                  <a:pt x="346882" y="2694597"/>
                </a:lnTo>
                <a:lnTo>
                  <a:pt x="283174" y="2678909"/>
                </a:lnTo>
                <a:lnTo>
                  <a:pt x="223768" y="2653805"/>
                </a:lnTo>
                <a:lnTo>
                  <a:pt x="169516" y="2620135"/>
                </a:lnTo>
                <a:lnTo>
                  <a:pt x="121272" y="2578754"/>
                </a:lnTo>
                <a:lnTo>
                  <a:pt x="79887" y="2530512"/>
                </a:lnTo>
                <a:lnTo>
                  <a:pt x="46215" y="2476262"/>
                </a:lnTo>
                <a:lnTo>
                  <a:pt x="21108" y="2416857"/>
                </a:lnTo>
                <a:lnTo>
                  <a:pt x="5419" y="2353148"/>
                </a:lnTo>
                <a:lnTo>
                  <a:pt x="0" y="2285987"/>
                </a:lnTo>
                <a:lnTo>
                  <a:pt x="0" y="414040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275844" y="1826258"/>
            <a:ext cx="1236975" cy="150621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252983" y="2969264"/>
            <a:ext cx="1236975" cy="150621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675079" y="2167086"/>
            <a:ext cx="395605" cy="1854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290">
              <a:lnSpc>
                <a:spcPct val="100000"/>
              </a:lnSpc>
            </a:pPr>
            <a:r>
              <a:rPr sz="5400" spc="-30" dirty="0">
                <a:solidFill>
                  <a:srgbClr val="C00000"/>
                </a:solidFill>
                <a:latin typeface="Calibri"/>
                <a:cs typeface="Calibri"/>
              </a:rPr>
              <a:t>1</a:t>
            </a:r>
            <a:endParaRPr sz="5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20"/>
              </a:spcBef>
            </a:pPr>
            <a:r>
              <a:rPr sz="5400" spc="-30" dirty="0">
                <a:solidFill>
                  <a:srgbClr val="C00000"/>
                </a:solidFill>
                <a:latin typeface="Calibri"/>
                <a:cs typeface="Calibri"/>
              </a:rPr>
              <a:t>2</a:t>
            </a:r>
            <a:endParaRPr sz="5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5735" y="2169930"/>
            <a:ext cx="2050414" cy="802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20" dirty="0">
                <a:latin typeface="Calibri"/>
                <a:cs typeface="Calibri"/>
              </a:rPr>
              <a:t>on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10" dirty="0">
                <a:latin typeface="Calibri"/>
                <a:cs typeface="Calibri"/>
              </a:rPr>
              <a:t>ept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dirty="0">
                <a:latin typeface="Calibri"/>
                <a:cs typeface="Calibri"/>
              </a:rPr>
              <a:t>f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spc="-40" dirty="0">
                <a:latin typeface="Calibri"/>
                <a:cs typeface="Calibri"/>
              </a:rPr>
              <a:t>F</a:t>
            </a:r>
            <a:r>
              <a:rPr sz="1800" b="1" spc="-10" dirty="0">
                <a:latin typeface="Calibri"/>
                <a:cs typeface="Calibri"/>
              </a:rPr>
              <a:t>eed</a:t>
            </a:r>
            <a:r>
              <a:rPr sz="1800" b="1" spc="-20" dirty="0">
                <a:latin typeface="Calibri"/>
                <a:cs typeface="Calibri"/>
              </a:rPr>
              <a:t>ba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15" dirty="0">
                <a:latin typeface="Calibri"/>
                <a:cs typeface="Calibri"/>
              </a:rPr>
              <a:t>k</a:t>
            </a:r>
            <a:r>
              <a:rPr sz="1800" b="1" spc="-5" dirty="0">
                <a:latin typeface="Calibri"/>
                <a:cs typeface="Calibri"/>
              </a:rPr>
              <a:t>,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spc="-155" dirty="0">
                <a:latin typeface="Calibri"/>
                <a:cs typeface="Calibri"/>
              </a:rPr>
              <a:t>T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dirty="0">
                <a:latin typeface="Calibri"/>
                <a:cs typeface="Calibri"/>
              </a:rPr>
              <a:t>r</a:t>
            </a:r>
            <a:r>
              <a:rPr sz="1800" b="1" spc="-5" dirty="0">
                <a:latin typeface="Calibri"/>
                <a:cs typeface="Calibri"/>
              </a:rPr>
              <a:t>m</a:t>
            </a:r>
            <a:r>
              <a:rPr sz="1800" b="1" spc="-10" dirty="0">
                <a:latin typeface="Calibri"/>
                <a:cs typeface="Calibri"/>
              </a:rPr>
              <a:t>i</a:t>
            </a:r>
            <a:r>
              <a:rPr sz="1800" b="1" spc="-20" dirty="0">
                <a:latin typeface="Calibri"/>
                <a:cs typeface="Calibri"/>
              </a:rPr>
              <a:t>no</a:t>
            </a:r>
            <a:r>
              <a:rPr sz="1800" b="1" spc="-10" dirty="0">
                <a:latin typeface="Calibri"/>
                <a:cs typeface="Calibri"/>
              </a:rPr>
              <a:t>l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5" dirty="0">
                <a:latin typeface="Calibri"/>
                <a:cs typeface="Calibri"/>
              </a:rPr>
              <a:t>g</a:t>
            </a:r>
            <a:r>
              <a:rPr sz="1800" b="1" spc="-10" dirty="0">
                <a:latin typeface="Calibri"/>
                <a:cs typeface="Calibri"/>
              </a:rPr>
              <a:t>y</a:t>
            </a:r>
            <a:r>
              <a:rPr sz="1800" b="1" spc="-6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an</a:t>
            </a:r>
            <a:r>
              <a:rPr sz="1800" b="1" spc="-10" dirty="0">
                <a:latin typeface="Calibri"/>
                <a:cs typeface="Calibri"/>
              </a:rPr>
              <a:t>d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libri"/>
                <a:cs typeface="Calibri"/>
              </a:rPr>
              <a:t>O</a:t>
            </a:r>
            <a:r>
              <a:rPr sz="1800" b="1" spc="-20" dirty="0">
                <a:latin typeface="Calibri"/>
                <a:cs typeface="Calibri"/>
              </a:rPr>
              <a:t>b</a:t>
            </a:r>
            <a:r>
              <a:rPr sz="1800" b="1" spc="-5" dirty="0">
                <a:latin typeface="Calibri"/>
                <a:cs typeface="Calibri"/>
              </a:rPr>
              <a:t>j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15" dirty="0">
                <a:latin typeface="Calibri"/>
                <a:cs typeface="Calibri"/>
              </a:rPr>
              <a:t>tiv</a:t>
            </a:r>
            <a:r>
              <a:rPr sz="1800" b="1" spc="-10" dirty="0">
                <a:latin typeface="Calibri"/>
                <a:cs typeface="Calibri"/>
              </a:rPr>
              <a:t>es</a:t>
            </a:r>
            <a:r>
              <a:rPr sz="1800" b="1" spc="-70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dirty="0">
                <a:latin typeface="Calibri"/>
                <a:cs typeface="Calibri"/>
              </a:rPr>
              <a:t>f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-40" dirty="0">
                <a:latin typeface="Calibri"/>
                <a:cs typeface="Calibri"/>
              </a:rPr>
              <a:t>n</a:t>
            </a:r>
            <a:r>
              <a:rPr sz="1800" b="1" spc="-15" dirty="0">
                <a:latin typeface="Calibri"/>
                <a:cs typeface="Calibri"/>
              </a:rPr>
              <a:t>t</a:t>
            </a:r>
            <a:r>
              <a:rPr sz="1800" b="1" spc="-20" dirty="0">
                <a:latin typeface="Calibri"/>
                <a:cs typeface="Calibri"/>
              </a:rPr>
              <a:t>ro</a:t>
            </a:r>
            <a:r>
              <a:rPr sz="1800" b="1" spc="-5" dirty="0">
                <a:latin typeface="Calibri"/>
                <a:cs typeface="Calibri"/>
              </a:rPr>
              <a:t>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1717" y="3489881"/>
            <a:ext cx="2091055" cy="528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800" b="1" spc="-95" dirty="0">
                <a:latin typeface="Calibri"/>
                <a:cs typeface="Calibri"/>
              </a:rPr>
              <a:t>T</a:t>
            </a:r>
            <a:r>
              <a:rPr sz="1800" b="1" spc="-40" dirty="0">
                <a:latin typeface="Calibri"/>
                <a:cs typeface="Calibri"/>
              </a:rPr>
              <a:t>r</a:t>
            </a:r>
            <a:r>
              <a:rPr sz="1800" b="1" spc="-20" dirty="0">
                <a:latin typeface="Calibri"/>
                <a:cs typeface="Calibri"/>
              </a:rPr>
              <a:t>an</a:t>
            </a:r>
            <a:r>
              <a:rPr sz="1800" b="1" spc="-30" dirty="0">
                <a:latin typeface="Calibri"/>
                <a:cs typeface="Calibri"/>
              </a:rPr>
              <a:t>s</a:t>
            </a:r>
            <a:r>
              <a:rPr sz="1800" b="1" spc="-50" dirty="0">
                <a:latin typeface="Calibri"/>
                <a:cs typeface="Calibri"/>
              </a:rPr>
              <a:t>f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dirty="0">
                <a:latin typeface="Calibri"/>
                <a:cs typeface="Calibri"/>
              </a:rPr>
              <a:t>r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Fun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15" dirty="0">
                <a:latin typeface="Calibri"/>
                <a:cs typeface="Calibri"/>
              </a:rPr>
              <a:t>ti</a:t>
            </a:r>
            <a:r>
              <a:rPr sz="1800" b="1" spc="-20" dirty="0">
                <a:latin typeface="Calibri"/>
                <a:cs typeface="Calibri"/>
              </a:rPr>
              <a:t>on</a:t>
            </a:r>
            <a:r>
              <a:rPr sz="1800" b="1" spc="-10" dirty="0">
                <a:latin typeface="Calibri"/>
                <a:cs typeface="Calibri"/>
              </a:rPr>
              <a:t>s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r</a:t>
            </a:r>
            <a:r>
              <a:rPr sz="1800" b="1" spc="-10" dirty="0">
                <a:latin typeface="Calibri"/>
                <a:cs typeface="Calibri"/>
              </a:rPr>
              <a:t>ep</a:t>
            </a:r>
            <a:r>
              <a:rPr sz="1800" b="1" spc="-20" dirty="0">
                <a:latin typeface="Calibri"/>
                <a:cs typeface="Calibri"/>
              </a:rPr>
              <a:t>r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dirty="0">
                <a:latin typeface="Calibri"/>
                <a:cs typeface="Calibri"/>
              </a:rPr>
              <a:t>s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spc="-30" dirty="0">
                <a:latin typeface="Calibri"/>
                <a:cs typeface="Calibri"/>
              </a:rPr>
              <a:t>n</a:t>
            </a:r>
            <a:r>
              <a:rPr sz="1800" b="1" spc="-35" dirty="0">
                <a:latin typeface="Calibri"/>
                <a:cs typeface="Calibri"/>
              </a:rPr>
              <a:t>t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dirty="0">
                <a:latin typeface="Calibri"/>
                <a:cs typeface="Calibri"/>
              </a:rPr>
              <a:t>d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u</a:t>
            </a:r>
            <a:r>
              <a:rPr sz="1800" b="1" spc="-10" dirty="0">
                <a:latin typeface="Calibri"/>
                <a:cs typeface="Calibri"/>
              </a:rPr>
              <a:t>si</a:t>
            </a:r>
            <a:r>
              <a:rPr sz="1800" b="1" spc="-20" dirty="0">
                <a:latin typeface="Calibri"/>
                <a:cs typeface="Calibri"/>
              </a:rPr>
              <a:t>n</a:t>
            </a:r>
            <a:r>
              <a:rPr sz="1800" b="1" dirty="0">
                <a:latin typeface="Calibri"/>
                <a:cs typeface="Calibri"/>
              </a:rPr>
              <a:t>g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Calibri"/>
                <a:cs typeface="Calibri"/>
              </a:rPr>
              <a:t>t</a:t>
            </a:r>
            <a:r>
              <a:rPr sz="1800" b="1" spc="-20" dirty="0">
                <a:latin typeface="Calibri"/>
                <a:cs typeface="Calibri"/>
              </a:rPr>
              <a:t>h</a:t>
            </a:r>
            <a:r>
              <a:rPr sz="1800" b="1" dirty="0">
                <a:latin typeface="Calibri"/>
                <a:cs typeface="Calibri"/>
              </a:rPr>
              <a:t>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1717" y="4038521"/>
            <a:ext cx="231838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20" dirty="0">
                <a:latin typeface="Calibri"/>
                <a:cs typeface="Calibri"/>
              </a:rPr>
              <a:t>Ba</a:t>
            </a:r>
            <a:r>
              <a:rPr sz="1800" b="1" spc="-5" dirty="0">
                <a:latin typeface="Calibri"/>
                <a:cs typeface="Calibri"/>
              </a:rPr>
              <a:t>c</a:t>
            </a:r>
            <a:r>
              <a:rPr sz="1800" b="1" spc="-15" dirty="0">
                <a:latin typeface="Calibri"/>
                <a:cs typeface="Calibri"/>
              </a:rPr>
              <a:t>k</a:t>
            </a:r>
            <a:r>
              <a:rPr sz="1800" b="1" spc="-25" dirty="0">
                <a:latin typeface="Calibri"/>
                <a:cs typeface="Calibri"/>
              </a:rPr>
              <a:t>w</a:t>
            </a:r>
            <a:r>
              <a:rPr sz="1800" b="1" spc="-10" dirty="0">
                <a:latin typeface="Calibri"/>
                <a:cs typeface="Calibri"/>
              </a:rPr>
              <a:t>a</a:t>
            </a:r>
            <a:r>
              <a:rPr sz="1800" b="1" spc="-20" dirty="0">
                <a:latin typeface="Calibri"/>
                <a:cs typeface="Calibri"/>
              </a:rPr>
              <a:t>r</a:t>
            </a:r>
            <a:r>
              <a:rPr sz="1800" b="1" spc="-10" dirty="0">
                <a:latin typeface="Calibri"/>
                <a:cs typeface="Calibri"/>
              </a:rPr>
              <a:t>d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Calibri"/>
                <a:cs typeface="Calibri"/>
              </a:rPr>
              <a:t>S</a:t>
            </a:r>
            <a:r>
              <a:rPr sz="1800" b="1" spc="-20" dirty="0">
                <a:latin typeface="Calibri"/>
                <a:cs typeface="Calibri"/>
              </a:rPr>
              <a:t>h</a:t>
            </a:r>
            <a:r>
              <a:rPr sz="1800" b="1" spc="-10" dirty="0">
                <a:latin typeface="Calibri"/>
                <a:cs typeface="Calibri"/>
              </a:rPr>
              <a:t>if</a:t>
            </a:r>
            <a:r>
              <a:rPr sz="1800" b="1" dirty="0">
                <a:latin typeface="Calibri"/>
                <a:cs typeface="Calibri"/>
              </a:rPr>
              <a:t>t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op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spc="-40" dirty="0">
                <a:latin typeface="Calibri"/>
                <a:cs typeface="Calibri"/>
              </a:rPr>
              <a:t>ra</a:t>
            </a:r>
            <a:r>
              <a:rPr sz="1800" b="1" spc="-35" dirty="0">
                <a:latin typeface="Calibri"/>
                <a:cs typeface="Calibri"/>
              </a:rPr>
              <a:t>t</a:t>
            </a:r>
            <a:r>
              <a:rPr sz="1800" b="1" spc="-10" dirty="0">
                <a:latin typeface="Calibri"/>
                <a:cs typeface="Calibri"/>
              </a:rPr>
              <a:t>or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777740" y="1211589"/>
            <a:ext cx="1236975" cy="150622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198177" y="1553789"/>
            <a:ext cx="373380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5400" spc="-30" dirty="0">
                <a:solidFill>
                  <a:srgbClr val="C00000"/>
                </a:solidFill>
                <a:latin typeface="Calibri"/>
                <a:cs typeface="Calibri"/>
              </a:rPr>
              <a:t>3</a:t>
            </a:r>
            <a:endParaRPr sz="5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57145" y="1753713"/>
            <a:ext cx="70421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25" dirty="0">
                <a:latin typeface="Calibri"/>
                <a:cs typeface="Calibri"/>
              </a:rPr>
              <a:t>Sy</a:t>
            </a:r>
            <a:r>
              <a:rPr sz="1800" b="1" spc="-30" dirty="0">
                <a:latin typeface="Calibri"/>
                <a:cs typeface="Calibri"/>
              </a:rPr>
              <a:t>s</a:t>
            </a:r>
            <a:r>
              <a:rPr sz="1800" b="1" spc="-35" dirty="0">
                <a:latin typeface="Calibri"/>
                <a:cs typeface="Calibri"/>
              </a:rPr>
              <a:t>t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dirty="0">
                <a:latin typeface="Calibri"/>
                <a:cs typeface="Calibri"/>
              </a:rPr>
              <a:t>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64988" y="2028033"/>
            <a:ext cx="128651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latin typeface="Calibri"/>
                <a:cs typeface="Calibri"/>
              </a:rPr>
              <a:t>I</a:t>
            </a:r>
            <a:r>
              <a:rPr sz="1800" b="1" spc="-20" dirty="0">
                <a:latin typeface="Calibri"/>
                <a:cs typeface="Calibri"/>
              </a:rPr>
              <a:t>d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spc="-40" dirty="0">
                <a:latin typeface="Calibri"/>
                <a:cs typeface="Calibri"/>
              </a:rPr>
              <a:t>n</a:t>
            </a:r>
            <a:r>
              <a:rPr sz="1800" b="1" spc="-15" dirty="0">
                <a:latin typeface="Calibri"/>
                <a:cs typeface="Calibri"/>
              </a:rPr>
              <a:t>ti</a:t>
            </a:r>
            <a:r>
              <a:rPr sz="1800" b="1" spc="-10" dirty="0">
                <a:latin typeface="Calibri"/>
                <a:cs typeface="Calibri"/>
              </a:rPr>
              <a:t>fi</a:t>
            </a:r>
            <a:r>
              <a:rPr sz="1800" b="1" spc="-15" dirty="0">
                <a:latin typeface="Calibri"/>
                <a:cs typeface="Calibri"/>
              </a:rPr>
              <a:t>c</a:t>
            </a:r>
            <a:r>
              <a:rPr sz="1800" b="1" spc="-40" dirty="0">
                <a:latin typeface="Calibri"/>
                <a:cs typeface="Calibri"/>
              </a:rPr>
              <a:t>a</a:t>
            </a:r>
            <a:r>
              <a:rPr sz="1800" b="1" spc="-15" dirty="0">
                <a:latin typeface="Calibri"/>
                <a:cs typeface="Calibri"/>
              </a:rPr>
              <a:t>ti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-10" dirty="0">
                <a:latin typeface="Calibri"/>
                <a:cs typeface="Calibri"/>
              </a:rPr>
              <a:t>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311399" y="4625340"/>
            <a:ext cx="1236978" cy="150622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71717" y="4965876"/>
            <a:ext cx="2634615" cy="869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50"/>
              </a:lnSpc>
              <a:tabLst>
                <a:tab pos="2273935" algn="l"/>
              </a:tabLst>
            </a:pPr>
            <a:r>
              <a:rPr sz="1800" b="1" spc="-20" dirty="0">
                <a:latin typeface="Calibri"/>
                <a:cs typeface="Calibri"/>
              </a:rPr>
              <a:t>po</a:t>
            </a:r>
            <a:r>
              <a:rPr sz="1800" b="1" spc="-10" dirty="0">
                <a:latin typeface="Calibri"/>
                <a:cs typeface="Calibri"/>
              </a:rPr>
              <a:t>l</a:t>
            </a:r>
            <a:r>
              <a:rPr sz="1800" b="1" dirty="0">
                <a:latin typeface="Calibri"/>
                <a:cs typeface="Calibri"/>
              </a:rPr>
              <a:t>e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a</a:t>
            </a:r>
            <a:r>
              <a:rPr sz="1800" b="1" spc="-10" dirty="0">
                <a:latin typeface="Calibri"/>
                <a:cs typeface="Calibri"/>
              </a:rPr>
              <a:t>ssi</a:t>
            </a:r>
            <a:r>
              <a:rPr sz="1800" b="1" spc="5" dirty="0">
                <a:latin typeface="Calibri"/>
                <a:cs typeface="Calibri"/>
              </a:rPr>
              <a:t>g</a:t>
            </a:r>
            <a:r>
              <a:rPr sz="1800" b="1" spc="-20" dirty="0">
                <a:latin typeface="Calibri"/>
                <a:cs typeface="Calibri"/>
              </a:rPr>
              <a:t>n</a:t>
            </a:r>
            <a:r>
              <a:rPr sz="1800" b="1" spc="-5" dirty="0">
                <a:latin typeface="Calibri"/>
                <a:cs typeface="Calibri"/>
              </a:rPr>
              <a:t>m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spc="-30" dirty="0">
                <a:latin typeface="Calibri"/>
                <a:cs typeface="Calibri"/>
              </a:rPr>
              <a:t>n</a:t>
            </a:r>
            <a:r>
              <a:rPr sz="1800" b="1" spc="-10" dirty="0">
                <a:latin typeface="Calibri"/>
                <a:cs typeface="Calibri"/>
              </a:rPr>
              <a:t>t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an</a:t>
            </a:r>
            <a:r>
              <a:rPr sz="1800" b="1" spc="-10" dirty="0">
                <a:latin typeface="Calibri"/>
                <a:cs typeface="Calibri"/>
              </a:rPr>
              <a:t>d</a:t>
            </a:r>
            <a:r>
              <a:rPr sz="1800" b="1" dirty="0">
                <a:latin typeface="Times New Roman"/>
                <a:cs typeface="Times New Roman"/>
              </a:rPr>
              <a:t>	</a:t>
            </a:r>
            <a:r>
              <a:rPr sz="5400" spc="-30" dirty="0">
                <a:solidFill>
                  <a:srgbClr val="C00000"/>
                </a:solidFill>
                <a:latin typeface="Calibri"/>
                <a:cs typeface="Calibri"/>
              </a:rPr>
              <a:t>4</a:t>
            </a:r>
            <a:endParaRPr sz="5400">
              <a:latin typeface="Calibri"/>
              <a:cs typeface="Calibri"/>
            </a:endParaRPr>
          </a:p>
          <a:p>
            <a:pPr marL="12700">
              <a:lnSpc>
                <a:spcPts val="1035"/>
              </a:lnSpc>
            </a:pPr>
            <a:r>
              <a:rPr sz="1800" b="1" spc="-20" dirty="0">
                <a:latin typeface="Calibri"/>
                <a:cs typeface="Calibri"/>
              </a:rPr>
              <a:t>B</a:t>
            </a:r>
            <a:r>
              <a:rPr sz="1800" b="1" spc="-10" dirty="0">
                <a:latin typeface="Calibri"/>
                <a:cs typeface="Calibri"/>
              </a:rPr>
              <a:t>lo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10" dirty="0">
                <a:latin typeface="Calibri"/>
                <a:cs typeface="Calibri"/>
              </a:rPr>
              <a:t>k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d</a:t>
            </a:r>
            <a:r>
              <a:rPr sz="1800" b="1" spc="-10" dirty="0">
                <a:latin typeface="Calibri"/>
                <a:cs typeface="Calibri"/>
              </a:rPr>
              <a:t>i</a:t>
            </a:r>
            <a:r>
              <a:rPr sz="1800" b="1" spc="-20" dirty="0">
                <a:latin typeface="Calibri"/>
                <a:cs typeface="Calibri"/>
              </a:rPr>
              <a:t>a</a:t>
            </a:r>
            <a:r>
              <a:rPr sz="1800" b="1" spc="-5" dirty="0">
                <a:latin typeface="Calibri"/>
                <a:cs typeface="Calibri"/>
              </a:rPr>
              <a:t>g</a:t>
            </a:r>
            <a:r>
              <a:rPr sz="1800" b="1" spc="-40" dirty="0">
                <a:latin typeface="Calibri"/>
                <a:cs typeface="Calibri"/>
              </a:rPr>
              <a:t>r</a:t>
            </a:r>
            <a:r>
              <a:rPr sz="1800" b="1" spc="-10" dirty="0">
                <a:latin typeface="Calibri"/>
                <a:cs typeface="Calibri"/>
              </a:rPr>
              <a:t>a</a:t>
            </a:r>
            <a:r>
              <a:rPr sz="1800" b="1" dirty="0">
                <a:latin typeface="Calibri"/>
                <a:cs typeface="Calibri"/>
              </a:rPr>
              <a:t>m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ana</a:t>
            </a:r>
            <a:r>
              <a:rPr sz="1800" b="1" spc="-10" dirty="0">
                <a:latin typeface="Calibri"/>
                <a:cs typeface="Calibri"/>
              </a:rPr>
              <a:t>l</a:t>
            </a:r>
            <a:r>
              <a:rPr sz="1800" b="1" spc="-25" dirty="0">
                <a:latin typeface="Calibri"/>
                <a:cs typeface="Calibri"/>
              </a:rPr>
              <a:t>y</a:t>
            </a:r>
            <a:r>
              <a:rPr sz="1800" b="1" spc="-10" dirty="0">
                <a:latin typeface="Calibri"/>
                <a:cs typeface="Calibri"/>
              </a:rPr>
              <a:t>sis,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2"/>
              </a:spcBef>
            </a:pPr>
            <a:endParaRPr sz="1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b="1" spc="-20" dirty="0">
                <a:latin typeface="Calibri"/>
                <a:cs typeface="Calibri"/>
              </a:rPr>
              <a:t>d</a:t>
            </a:r>
            <a:r>
              <a:rPr sz="1800" b="1" spc="-10" dirty="0">
                <a:latin typeface="Calibri"/>
                <a:cs typeface="Calibri"/>
              </a:rPr>
              <a:t>is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20" dirty="0">
                <a:latin typeface="Calibri"/>
                <a:cs typeface="Calibri"/>
              </a:rPr>
              <a:t>r</a:t>
            </a:r>
            <a:r>
              <a:rPr sz="1800" b="1" spc="-30" dirty="0">
                <a:latin typeface="Calibri"/>
                <a:cs typeface="Calibri"/>
              </a:rPr>
              <a:t>et</a:t>
            </a:r>
            <a:r>
              <a:rPr sz="1800" b="1" spc="-5" dirty="0">
                <a:latin typeface="Calibri"/>
                <a:cs typeface="Calibri"/>
              </a:rPr>
              <a:t>e</a:t>
            </a:r>
            <a:r>
              <a:rPr sz="1800" b="1" spc="5" dirty="0">
                <a:latin typeface="Calibri"/>
                <a:cs typeface="Calibri"/>
              </a:rPr>
              <a:t>-</a:t>
            </a:r>
            <a:r>
              <a:rPr sz="1800" b="1" spc="-15" dirty="0">
                <a:latin typeface="Calibri"/>
                <a:cs typeface="Calibri"/>
              </a:rPr>
              <a:t>t</a:t>
            </a:r>
            <a:r>
              <a:rPr sz="1800" b="1" spc="-5" dirty="0">
                <a:latin typeface="Calibri"/>
                <a:cs typeface="Calibri"/>
              </a:rPr>
              <a:t>im</a:t>
            </a:r>
            <a:r>
              <a:rPr sz="1800" b="1" dirty="0">
                <a:latin typeface="Calibri"/>
                <a:cs typeface="Calibri"/>
              </a:rPr>
              <a:t>e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libri"/>
                <a:cs typeface="Calibri"/>
              </a:rPr>
              <a:t>P</a:t>
            </a:r>
            <a:r>
              <a:rPr sz="1800" b="1" spc="-5" dirty="0">
                <a:latin typeface="Calibri"/>
                <a:cs typeface="Calibri"/>
              </a:rPr>
              <a:t>I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-40" dirty="0">
                <a:latin typeface="Calibri"/>
                <a:cs typeface="Calibri"/>
              </a:rPr>
              <a:t>n</a:t>
            </a:r>
            <a:r>
              <a:rPr sz="1800" b="1" spc="-15" dirty="0">
                <a:latin typeface="Calibri"/>
                <a:cs typeface="Calibri"/>
              </a:rPr>
              <a:t>t</a:t>
            </a:r>
            <a:r>
              <a:rPr sz="1800" b="1" spc="-20" dirty="0">
                <a:latin typeface="Calibri"/>
                <a:cs typeface="Calibri"/>
              </a:rPr>
              <a:t>ro</a:t>
            </a:r>
            <a:r>
              <a:rPr sz="1800" b="1" spc="-5" dirty="0">
                <a:latin typeface="Calibri"/>
                <a:cs typeface="Calibri"/>
              </a:rPr>
              <a:t>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833610" y="3144524"/>
            <a:ext cx="1236978" cy="150621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255162" y="3485067"/>
            <a:ext cx="373380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5400" spc="-30" dirty="0">
                <a:solidFill>
                  <a:srgbClr val="C00000"/>
                </a:solidFill>
                <a:latin typeface="Calibri"/>
                <a:cs typeface="Calibri"/>
              </a:rPr>
              <a:t>5</a:t>
            </a:r>
            <a:endParaRPr sz="54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789903" y="3010798"/>
            <a:ext cx="1737995" cy="528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41605">
              <a:lnSpc>
                <a:spcPct val="100000"/>
              </a:lnSpc>
            </a:pPr>
            <a:r>
              <a:rPr sz="1800" b="1" spc="-5" dirty="0">
                <a:latin typeface="Calibri"/>
                <a:cs typeface="Calibri"/>
              </a:rPr>
              <a:t>I</a:t>
            </a:r>
            <a:r>
              <a:rPr sz="1800" b="1" spc="-40" dirty="0">
                <a:latin typeface="Calibri"/>
                <a:cs typeface="Calibri"/>
              </a:rPr>
              <a:t>n</a:t>
            </a:r>
            <a:r>
              <a:rPr sz="1800" b="1" spc="-15" dirty="0">
                <a:latin typeface="Calibri"/>
                <a:cs typeface="Calibri"/>
              </a:rPr>
              <a:t>t</a:t>
            </a:r>
            <a:r>
              <a:rPr sz="1800" b="1" spc="-20" dirty="0">
                <a:latin typeface="Calibri"/>
                <a:cs typeface="Calibri"/>
              </a:rPr>
              <a:t>rodu</a:t>
            </a:r>
            <a:r>
              <a:rPr sz="1800" b="1" spc="-5" dirty="0">
                <a:latin typeface="Calibri"/>
                <a:cs typeface="Calibri"/>
              </a:rPr>
              <a:t>c</a:t>
            </a:r>
            <a:r>
              <a:rPr sz="1800" b="1" spc="-15" dirty="0">
                <a:latin typeface="Calibri"/>
                <a:cs typeface="Calibri"/>
              </a:rPr>
              <a:t>ti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-10" dirty="0">
                <a:latin typeface="Calibri"/>
                <a:cs typeface="Calibri"/>
              </a:rPr>
              <a:t>n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spc="-35" dirty="0">
                <a:latin typeface="Calibri"/>
                <a:cs typeface="Calibri"/>
              </a:rPr>
              <a:t>t</a:t>
            </a:r>
            <a:r>
              <a:rPr sz="1800" b="1" spc="-10" dirty="0">
                <a:latin typeface="Calibri"/>
                <a:cs typeface="Calibri"/>
              </a:rPr>
              <a:t>o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Calibri"/>
                <a:cs typeface="Calibri"/>
              </a:rPr>
              <a:t>“</a:t>
            </a:r>
            <a:r>
              <a:rPr sz="1800" b="1" spc="5" dirty="0">
                <a:latin typeface="Calibri"/>
                <a:cs typeface="Calibri"/>
              </a:rPr>
              <a:t>M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-10" dirty="0">
                <a:latin typeface="Calibri"/>
                <a:cs typeface="Calibri"/>
              </a:rPr>
              <a:t>de</a:t>
            </a:r>
            <a:r>
              <a:rPr sz="1800" b="1" dirty="0">
                <a:latin typeface="Calibri"/>
                <a:cs typeface="Calibri"/>
              </a:rPr>
              <a:t>r</a:t>
            </a:r>
            <a:r>
              <a:rPr sz="1800" b="1" spc="-10" dirty="0">
                <a:latin typeface="Calibri"/>
                <a:cs typeface="Calibri"/>
              </a:rPr>
              <a:t>n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-40" dirty="0">
                <a:latin typeface="Calibri"/>
                <a:cs typeface="Calibri"/>
              </a:rPr>
              <a:t>n</a:t>
            </a:r>
            <a:r>
              <a:rPr sz="1800" b="1" spc="-15" dirty="0">
                <a:latin typeface="Calibri"/>
                <a:cs typeface="Calibri"/>
              </a:rPr>
              <a:t>t</a:t>
            </a:r>
            <a:r>
              <a:rPr sz="1800" b="1" spc="-20" dirty="0">
                <a:latin typeface="Calibri"/>
                <a:cs typeface="Calibri"/>
              </a:rPr>
              <a:t>ro</a:t>
            </a:r>
            <a:r>
              <a:rPr sz="1800" b="1" spc="-10" dirty="0">
                <a:latin typeface="Calibri"/>
                <a:cs typeface="Calibri"/>
              </a:rPr>
              <a:t>l</a:t>
            </a:r>
            <a:r>
              <a:rPr sz="1800" b="1" dirty="0">
                <a:latin typeface="Calibri"/>
                <a:cs typeface="Calibri"/>
              </a:rPr>
              <a:t>”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315684" y="3559438"/>
            <a:ext cx="68770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5" dirty="0">
                <a:latin typeface="Calibri"/>
                <a:cs typeface="Calibri"/>
              </a:rPr>
              <a:t>T</a:t>
            </a:r>
            <a:r>
              <a:rPr sz="1800" b="1" spc="-20" dirty="0">
                <a:latin typeface="Calibri"/>
                <a:cs typeface="Calibri"/>
              </a:rPr>
              <a:t>h</a:t>
            </a:r>
            <a:r>
              <a:rPr sz="1800" b="1" spc="-10" dirty="0">
                <a:latin typeface="Calibri"/>
                <a:cs typeface="Calibri"/>
              </a:rPr>
              <a:t>eo</a:t>
            </a:r>
            <a:r>
              <a:rPr sz="1800" b="1" dirty="0">
                <a:latin typeface="Calibri"/>
                <a:cs typeface="Calibri"/>
              </a:rPr>
              <a:t>r</a:t>
            </a:r>
            <a:r>
              <a:rPr sz="1800" b="1" spc="-10" dirty="0">
                <a:latin typeface="Calibri"/>
                <a:cs typeface="Calibri"/>
              </a:rPr>
              <a:t>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998156" y="4006114"/>
            <a:ext cx="132461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latin typeface="Calibri"/>
                <a:cs typeface="Calibri"/>
              </a:rPr>
              <a:t>S</a:t>
            </a:r>
            <a:r>
              <a:rPr sz="1800" b="1" spc="-35" dirty="0">
                <a:latin typeface="Calibri"/>
                <a:cs typeface="Calibri"/>
              </a:rPr>
              <a:t>t</a:t>
            </a:r>
            <a:r>
              <a:rPr sz="1800" b="1" spc="-40" dirty="0">
                <a:latin typeface="Calibri"/>
                <a:cs typeface="Calibri"/>
              </a:rPr>
              <a:t>a</a:t>
            </a:r>
            <a:r>
              <a:rPr sz="1800" b="1" spc="-35" dirty="0">
                <a:latin typeface="Calibri"/>
                <a:cs typeface="Calibri"/>
              </a:rPr>
              <a:t>t</a:t>
            </a:r>
            <a:r>
              <a:rPr sz="1800" b="1" dirty="0">
                <a:latin typeface="Calibri"/>
                <a:cs typeface="Calibri"/>
              </a:rPr>
              <a:t>e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Calibri"/>
                <a:cs typeface="Calibri"/>
              </a:rPr>
              <a:t>v</a:t>
            </a:r>
            <a:r>
              <a:rPr sz="1800" b="1" spc="-20" dirty="0">
                <a:latin typeface="Calibri"/>
                <a:cs typeface="Calibri"/>
              </a:rPr>
              <a:t>a</a:t>
            </a:r>
            <a:r>
              <a:rPr sz="1800" b="1" dirty="0">
                <a:latin typeface="Calibri"/>
                <a:cs typeface="Calibri"/>
              </a:rPr>
              <a:t>r</a:t>
            </a:r>
            <a:r>
              <a:rPr sz="1800" b="1" spc="-10" dirty="0">
                <a:latin typeface="Calibri"/>
                <a:cs typeface="Calibri"/>
              </a:rPr>
              <a:t>i</a:t>
            </a:r>
            <a:r>
              <a:rPr sz="1800" b="1" spc="-20" dirty="0">
                <a:latin typeface="Calibri"/>
                <a:cs typeface="Calibri"/>
              </a:rPr>
              <a:t>ab</a:t>
            </a:r>
            <a:r>
              <a:rPr sz="1800" b="1" spc="-10" dirty="0">
                <a:latin typeface="Calibri"/>
                <a:cs typeface="Calibri"/>
              </a:rPr>
              <a:t>l</a:t>
            </a:r>
            <a:r>
              <a:rPr sz="1800" b="1" dirty="0">
                <a:latin typeface="Calibri"/>
                <a:cs typeface="Calibri"/>
              </a:rPr>
              <a:t>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782139" y="4280435"/>
            <a:ext cx="1753870" cy="802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1905" algn="ctr">
              <a:lnSpc>
                <a:spcPct val="100000"/>
              </a:lnSpc>
            </a:pPr>
            <a:r>
              <a:rPr sz="1800" b="1" spc="-50" dirty="0">
                <a:latin typeface="Calibri"/>
                <a:cs typeface="Calibri"/>
              </a:rPr>
              <a:t>f</a:t>
            </a:r>
            <a:r>
              <a:rPr sz="1800" b="1" spc="-10" dirty="0">
                <a:latin typeface="Calibri"/>
                <a:cs typeface="Calibri"/>
              </a:rPr>
              <a:t>eed</a:t>
            </a:r>
            <a:r>
              <a:rPr sz="1800" b="1" spc="-20" dirty="0">
                <a:latin typeface="Calibri"/>
                <a:cs typeface="Calibri"/>
              </a:rPr>
              <a:t>ba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10" dirty="0">
                <a:latin typeface="Calibri"/>
                <a:cs typeface="Calibri"/>
              </a:rPr>
              <a:t>k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u</a:t>
            </a:r>
            <a:r>
              <a:rPr sz="1800" b="1" spc="-10" dirty="0">
                <a:latin typeface="Calibri"/>
                <a:cs typeface="Calibri"/>
              </a:rPr>
              <a:t>si</a:t>
            </a:r>
            <a:r>
              <a:rPr sz="1800" b="1" spc="-20" dirty="0">
                <a:latin typeface="Calibri"/>
                <a:cs typeface="Calibri"/>
              </a:rPr>
              <a:t>n</a:t>
            </a:r>
            <a:r>
              <a:rPr sz="1800" b="1" dirty="0">
                <a:latin typeface="Calibri"/>
                <a:cs typeface="Calibri"/>
              </a:rPr>
              <a:t>g</a:t>
            </a:r>
            <a:r>
              <a:rPr sz="1800" b="1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non</a:t>
            </a:r>
            <a:r>
              <a:rPr sz="1800" b="1" spc="5" dirty="0">
                <a:solidFill>
                  <a:srgbClr val="C00000"/>
                </a:solidFill>
                <a:latin typeface="Calibri"/>
                <a:cs typeface="Calibri"/>
              </a:rPr>
              <a:t>-</a:t>
            </a:r>
            <a:r>
              <a:rPr sz="1800" b="1" spc="-15" dirty="0">
                <a:solidFill>
                  <a:srgbClr val="C00000"/>
                </a:solidFill>
                <a:latin typeface="Calibri"/>
                <a:cs typeface="Calibri"/>
              </a:rPr>
              <a:t>minim</a:t>
            </a:r>
            <a:r>
              <a:rPr sz="1800" b="1" spc="-25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18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30" dirty="0">
                <a:latin typeface="Calibri"/>
                <a:cs typeface="Calibri"/>
              </a:rPr>
              <a:t>s</a:t>
            </a:r>
            <a:r>
              <a:rPr sz="1800" b="1" spc="-35" dirty="0">
                <a:latin typeface="Calibri"/>
                <a:cs typeface="Calibri"/>
              </a:rPr>
              <a:t>t</a:t>
            </a:r>
            <a:r>
              <a:rPr sz="1800" b="1" spc="-40" dirty="0">
                <a:latin typeface="Calibri"/>
                <a:cs typeface="Calibri"/>
              </a:rPr>
              <a:t>a</a:t>
            </a:r>
            <a:r>
              <a:rPr sz="1800" b="1" spc="-35" dirty="0">
                <a:latin typeface="Calibri"/>
                <a:cs typeface="Calibri"/>
              </a:rPr>
              <a:t>t</a:t>
            </a:r>
            <a:r>
              <a:rPr sz="1800" b="1" dirty="0">
                <a:latin typeface="Calibri"/>
                <a:cs typeface="Calibri"/>
              </a:rPr>
              <a:t>e</a:t>
            </a:r>
            <a:r>
              <a:rPr sz="1800" b="1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s</a:t>
            </a:r>
            <a:r>
              <a:rPr sz="1800" b="1" spc="-20" dirty="0">
                <a:latin typeface="Calibri"/>
                <a:cs typeface="Calibri"/>
              </a:rPr>
              <a:t>pa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dirty="0">
                <a:latin typeface="Calibri"/>
                <a:cs typeface="Calibri"/>
              </a:rPr>
              <a:t>e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Calibri"/>
                <a:cs typeface="Calibri"/>
              </a:rPr>
              <a:t>m</a:t>
            </a:r>
            <a:r>
              <a:rPr sz="1800" b="1" spc="-20" dirty="0">
                <a:latin typeface="Calibri"/>
                <a:cs typeface="Calibri"/>
              </a:rPr>
              <a:t>od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spc="-5" dirty="0">
                <a:latin typeface="Calibri"/>
                <a:cs typeface="Calibri"/>
              </a:rPr>
              <a:t>l</a:t>
            </a:r>
            <a:r>
              <a:rPr sz="1800" b="1" spc="-10" dirty="0">
                <a:latin typeface="Calibri"/>
                <a:cs typeface="Calibri"/>
              </a:rPr>
              <a:t>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098966" y="5566543"/>
            <a:ext cx="115760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15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RE</a:t>
            </a:r>
            <a:r>
              <a:rPr sz="1800" b="1" spc="-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3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PI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912089" y="2984504"/>
            <a:ext cx="1231903" cy="150621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8333175" y="3324958"/>
            <a:ext cx="373380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5400" spc="-30" dirty="0">
                <a:solidFill>
                  <a:srgbClr val="C00000"/>
                </a:solidFill>
                <a:latin typeface="Calibri"/>
                <a:cs typeface="Calibri"/>
              </a:rPr>
              <a:t>6</a:t>
            </a:r>
            <a:endParaRPr sz="54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268369" y="2349928"/>
            <a:ext cx="1517015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p</a:t>
            </a:r>
            <a:r>
              <a:rPr sz="1800" b="1" spc="-15" dirty="0">
                <a:solidFill>
                  <a:srgbClr val="C00000"/>
                </a:solidFill>
                <a:latin typeface="Calibri"/>
                <a:cs typeface="Calibri"/>
              </a:rPr>
              <a:t>tim</a:t>
            </a:r>
            <a:r>
              <a:rPr sz="1800" b="1" spc="-25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18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-40" dirty="0">
                <a:latin typeface="Calibri"/>
                <a:cs typeface="Calibri"/>
              </a:rPr>
              <a:t>n</a:t>
            </a:r>
            <a:r>
              <a:rPr sz="1800" b="1" spc="-15" dirty="0">
                <a:latin typeface="Calibri"/>
                <a:cs typeface="Calibri"/>
              </a:rPr>
              <a:t>t</a:t>
            </a:r>
            <a:r>
              <a:rPr sz="1800" b="1" spc="-20" dirty="0">
                <a:latin typeface="Calibri"/>
                <a:cs typeface="Calibri"/>
              </a:rPr>
              <a:t>ro</a:t>
            </a:r>
            <a:r>
              <a:rPr sz="1800" b="1" spc="-5" dirty="0">
                <a:latin typeface="Calibri"/>
                <a:cs typeface="Calibri"/>
              </a:rPr>
              <a:t>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154285" y="5662353"/>
            <a:ext cx="256794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5" dirty="0">
                <a:solidFill>
                  <a:srgbClr val="C00000"/>
                </a:solidFill>
                <a:latin typeface="Calibri"/>
                <a:cs typeface="Calibri"/>
              </a:rPr>
              <a:t>M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u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lti</a:t>
            </a:r>
            <a:r>
              <a:rPr sz="1800" b="1" spc="-15" dirty="0">
                <a:solidFill>
                  <a:srgbClr val="C00000"/>
                </a:solidFill>
                <a:latin typeface="Calibri"/>
                <a:cs typeface="Calibri"/>
              </a:rPr>
              <a:t>v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ab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1800" b="1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Calibri"/>
                <a:cs typeface="Calibri"/>
              </a:rPr>
              <a:t>&amp;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solidFill>
                  <a:srgbClr val="C00000"/>
                </a:solidFill>
                <a:latin typeface="Calibri"/>
                <a:cs typeface="Calibri"/>
              </a:rPr>
              <a:t>Non</a:t>
            </a:r>
            <a:r>
              <a:rPr sz="1800" b="1" spc="5" dirty="0">
                <a:solidFill>
                  <a:srgbClr val="C00000"/>
                </a:solidFill>
                <a:latin typeface="Calibri"/>
                <a:cs typeface="Calibri"/>
              </a:rPr>
              <a:t>-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li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ea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520058" y="3142040"/>
            <a:ext cx="141033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0" dirty="0">
                <a:latin typeface="Calibri"/>
                <a:cs typeface="Calibri"/>
              </a:rPr>
              <a:t>R</a:t>
            </a:r>
            <a:r>
              <a:rPr sz="1800" b="1" spc="-20" dirty="0">
                <a:latin typeface="Calibri"/>
                <a:cs typeface="Calibri"/>
              </a:rPr>
              <a:t>obu</a:t>
            </a:r>
            <a:r>
              <a:rPr sz="1800" b="1" spc="-30" dirty="0">
                <a:latin typeface="Calibri"/>
                <a:cs typeface="Calibri"/>
              </a:rPr>
              <a:t>s</a:t>
            </a:r>
            <a:r>
              <a:rPr sz="1800" b="1" spc="-10" dirty="0">
                <a:latin typeface="Calibri"/>
                <a:cs typeface="Calibri"/>
              </a:rPr>
              <a:t>t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-40" dirty="0">
                <a:latin typeface="Calibri"/>
                <a:cs typeface="Calibri"/>
              </a:rPr>
              <a:t>n</a:t>
            </a:r>
            <a:r>
              <a:rPr sz="1800" b="1" spc="-15" dirty="0">
                <a:latin typeface="Calibri"/>
                <a:cs typeface="Calibri"/>
              </a:rPr>
              <a:t>t</a:t>
            </a:r>
            <a:r>
              <a:rPr sz="1800" b="1" spc="-20" dirty="0">
                <a:latin typeface="Calibri"/>
                <a:cs typeface="Calibri"/>
              </a:rPr>
              <a:t>ro</a:t>
            </a:r>
            <a:r>
              <a:rPr sz="1800" b="1" spc="-5" dirty="0">
                <a:latin typeface="Calibri"/>
                <a:cs typeface="Calibri"/>
              </a:rPr>
              <a:t>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421069" y="4879643"/>
            <a:ext cx="202755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40" dirty="0">
                <a:latin typeface="Calibri"/>
                <a:cs typeface="Calibri"/>
              </a:rPr>
              <a:t>F</a:t>
            </a:r>
            <a:r>
              <a:rPr sz="1800" b="1" spc="-10" dirty="0">
                <a:latin typeface="Calibri"/>
                <a:cs typeface="Calibri"/>
              </a:rPr>
              <a:t>eed</a:t>
            </a:r>
            <a:r>
              <a:rPr sz="1800" b="1" spc="5" dirty="0">
                <a:latin typeface="Calibri"/>
                <a:cs typeface="Calibri"/>
              </a:rPr>
              <a:t>-</a:t>
            </a:r>
            <a:r>
              <a:rPr sz="1800" b="1" spc="-30" dirty="0">
                <a:latin typeface="Calibri"/>
                <a:cs typeface="Calibri"/>
              </a:rPr>
              <a:t>f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20" dirty="0">
                <a:latin typeface="Calibri"/>
                <a:cs typeface="Calibri"/>
              </a:rPr>
              <a:t>r</a:t>
            </a:r>
            <a:r>
              <a:rPr sz="1800" b="1" spc="-25" dirty="0">
                <a:latin typeface="Calibri"/>
                <a:cs typeface="Calibri"/>
              </a:rPr>
              <a:t>w</a:t>
            </a:r>
            <a:r>
              <a:rPr sz="1800" b="1" spc="-20" dirty="0">
                <a:latin typeface="Calibri"/>
                <a:cs typeface="Calibri"/>
              </a:rPr>
              <a:t>ar</a:t>
            </a:r>
            <a:r>
              <a:rPr sz="1800" b="1" spc="-10" dirty="0">
                <a:latin typeface="Calibri"/>
                <a:cs typeface="Calibri"/>
              </a:rPr>
              <a:t>d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-40" dirty="0">
                <a:latin typeface="Calibri"/>
                <a:cs typeface="Calibri"/>
              </a:rPr>
              <a:t>n</a:t>
            </a:r>
            <a:r>
              <a:rPr sz="1800" b="1" spc="-15" dirty="0">
                <a:latin typeface="Calibri"/>
                <a:cs typeface="Calibri"/>
              </a:rPr>
              <a:t>t</a:t>
            </a:r>
            <a:r>
              <a:rPr sz="1800" b="1" spc="-20" dirty="0">
                <a:latin typeface="Calibri"/>
                <a:cs typeface="Calibri"/>
              </a:rPr>
              <a:t>ro</a:t>
            </a:r>
            <a:r>
              <a:rPr sz="1800" b="1" spc="-5" dirty="0">
                <a:latin typeface="Calibri"/>
                <a:cs typeface="Calibri"/>
              </a:rPr>
              <a:t>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617213" y="3952895"/>
            <a:ext cx="1707514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latin typeface="Calibri"/>
                <a:cs typeface="Calibri"/>
              </a:rPr>
              <a:t>S</a:t>
            </a:r>
            <a:r>
              <a:rPr sz="1800" b="1" spc="-35" dirty="0">
                <a:latin typeface="Calibri"/>
                <a:cs typeface="Calibri"/>
              </a:rPr>
              <a:t>t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20" dirty="0">
                <a:latin typeface="Calibri"/>
                <a:cs typeface="Calibri"/>
              </a:rPr>
              <a:t>ha</a:t>
            </a:r>
            <a:r>
              <a:rPr sz="1800" b="1" spc="-30" dirty="0">
                <a:latin typeface="Calibri"/>
                <a:cs typeface="Calibri"/>
              </a:rPr>
              <a:t>s</a:t>
            </a:r>
            <a:r>
              <a:rPr sz="1800" b="1" spc="-15" dirty="0">
                <a:latin typeface="Calibri"/>
                <a:cs typeface="Calibri"/>
              </a:rPr>
              <a:t>ti</a:t>
            </a:r>
            <a:r>
              <a:rPr sz="1800" b="1" dirty="0">
                <a:latin typeface="Calibri"/>
                <a:cs typeface="Calibri"/>
              </a:rPr>
              <a:t>c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-40" dirty="0">
                <a:latin typeface="Calibri"/>
                <a:cs typeface="Calibri"/>
              </a:rPr>
              <a:t>n</a:t>
            </a:r>
            <a:r>
              <a:rPr sz="1800" b="1" spc="-15" dirty="0">
                <a:latin typeface="Calibri"/>
                <a:cs typeface="Calibri"/>
              </a:rPr>
              <a:t>t</a:t>
            </a:r>
            <a:r>
              <a:rPr sz="1800" b="1" spc="-20" dirty="0">
                <a:latin typeface="Calibri"/>
                <a:cs typeface="Calibri"/>
              </a:rPr>
              <a:t>ro</a:t>
            </a:r>
            <a:r>
              <a:rPr sz="1800" b="1" spc="-5" dirty="0">
                <a:latin typeface="Calibri"/>
                <a:cs typeface="Calibri"/>
              </a:rPr>
              <a:t>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829300" y="2666146"/>
            <a:ext cx="401320" cy="209550"/>
          </a:xfrm>
          <a:custGeom>
            <a:avLst/>
            <a:gdLst/>
            <a:ahLst/>
            <a:cxnLst/>
            <a:rect l="l" t="t" r="r" b="b"/>
            <a:pathLst>
              <a:path w="401320" h="209550">
                <a:moveTo>
                  <a:pt x="0" y="209184"/>
                </a:moveTo>
                <a:lnTo>
                  <a:pt x="400751" y="0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141933" y="2662001"/>
            <a:ext cx="88265" cy="79375"/>
          </a:xfrm>
          <a:custGeom>
            <a:avLst/>
            <a:gdLst/>
            <a:ahLst/>
            <a:cxnLst/>
            <a:rect l="l" t="t" r="r" b="b"/>
            <a:pathLst>
              <a:path w="88264" h="79375">
                <a:moveTo>
                  <a:pt x="41147" y="78821"/>
                </a:moveTo>
                <a:lnTo>
                  <a:pt x="88117" y="4145"/>
                </a:lnTo>
                <a:lnTo>
                  <a:pt x="0" y="0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882639" y="3309183"/>
            <a:ext cx="441325" cy="104775"/>
          </a:xfrm>
          <a:custGeom>
            <a:avLst/>
            <a:gdLst/>
            <a:ahLst/>
            <a:cxnLst/>
            <a:rect l="l" t="t" r="r" b="b"/>
            <a:pathLst>
              <a:path w="441325" h="104775">
                <a:moveTo>
                  <a:pt x="0" y="104607"/>
                </a:moveTo>
                <a:lnTo>
                  <a:pt x="440984" y="0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239225" y="3283518"/>
            <a:ext cx="84455" cy="86995"/>
          </a:xfrm>
          <a:custGeom>
            <a:avLst/>
            <a:gdLst/>
            <a:ahLst/>
            <a:cxnLst/>
            <a:rect l="l" t="t" r="r" b="b"/>
            <a:pathLst>
              <a:path w="84454" h="86995">
                <a:moveTo>
                  <a:pt x="20543" y="86502"/>
                </a:moveTo>
                <a:lnTo>
                  <a:pt x="84399" y="25664"/>
                </a:lnTo>
                <a:lnTo>
                  <a:pt x="0" y="0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869929" y="4096405"/>
            <a:ext cx="551180" cy="52705"/>
          </a:xfrm>
          <a:custGeom>
            <a:avLst/>
            <a:gdLst/>
            <a:ahLst/>
            <a:cxnLst/>
            <a:rect l="l" t="t" r="r" b="b"/>
            <a:pathLst>
              <a:path w="551179" h="52704">
                <a:moveTo>
                  <a:pt x="0" y="52696"/>
                </a:moveTo>
                <a:lnTo>
                  <a:pt x="550621" y="0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340449" y="4059411"/>
            <a:ext cx="80645" cy="88900"/>
          </a:xfrm>
          <a:custGeom>
            <a:avLst/>
            <a:gdLst/>
            <a:ahLst/>
            <a:cxnLst/>
            <a:rect l="l" t="t" r="r" b="b"/>
            <a:pathLst>
              <a:path w="80645" h="88900">
                <a:moveTo>
                  <a:pt x="8473" y="88498"/>
                </a:moveTo>
                <a:lnTo>
                  <a:pt x="80070" y="36993"/>
                </a:lnTo>
                <a:lnTo>
                  <a:pt x="0" y="0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877549" y="4597396"/>
            <a:ext cx="445770" cy="177800"/>
          </a:xfrm>
          <a:custGeom>
            <a:avLst/>
            <a:gdLst/>
            <a:ahLst/>
            <a:cxnLst/>
            <a:rect l="l" t="t" r="r" b="b"/>
            <a:pathLst>
              <a:path w="445770" h="177800">
                <a:moveTo>
                  <a:pt x="0" y="0"/>
                </a:moveTo>
                <a:lnTo>
                  <a:pt x="445526" y="177235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235842" y="4705158"/>
            <a:ext cx="87630" cy="83185"/>
          </a:xfrm>
          <a:custGeom>
            <a:avLst/>
            <a:gdLst/>
            <a:ahLst/>
            <a:cxnLst/>
            <a:rect l="l" t="t" r="r" b="b"/>
            <a:pathLst>
              <a:path w="87629" h="83185">
                <a:moveTo>
                  <a:pt x="32857" y="0"/>
                </a:moveTo>
                <a:lnTo>
                  <a:pt x="87233" y="69463"/>
                </a:lnTo>
                <a:lnTo>
                  <a:pt x="0" y="82594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656569" y="5372100"/>
            <a:ext cx="408940" cy="365125"/>
          </a:xfrm>
          <a:custGeom>
            <a:avLst/>
            <a:gdLst/>
            <a:ahLst/>
            <a:cxnLst/>
            <a:rect l="l" t="t" r="r" b="b"/>
            <a:pathLst>
              <a:path w="408939" h="365125">
                <a:moveTo>
                  <a:pt x="0" y="0"/>
                </a:moveTo>
                <a:lnTo>
                  <a:pt x="408919" y="364735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5979017" y="5652933"/>
            <a:ext cx="86995" cy="84455"/>
          </a:xfrm>
          <a:custGeom>
            <a:avLst/>
            <a:gdLst/>
            <a:ahLst/>
            <a:cxnLst/>
            <a:rect l="l" t="t" r="r" b="b"/>
            <a:pathLst>
              <a:path w="86995" h="84454">
                <a:moveTo>
                  <a:pt x="59192" y="0"/>
                </a:moveTo>
                <a:lnTo>
                  <a:pt x="86471" y="83890"/>
                </a:lnTo>
                <a:lnTo>
                  <a:pt x="0" y="66339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603504" y="3022610"/>
            <a:ext cx="760095" cy="274955"/>
          </a:xfrm>
          <a:custGeom>
            <a:avLst/>
            <a:gdLst/>
            <a:ahLst/>
            <a:cxnLst/>
            <a:rect l="l" t="t" r="r" b="b"/>
            <a:pathLst>
              <a:path w="760095" h="274954">
                <a:moveTo>
                  <a:pt x="0" y="0"/>
                </a:moveTo>
                <a:lnTo>
                  <a:pt x="759720" y="274716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276447" y="3229630"/>
            <a:ext cx="86995" cy="83820"/>
          </a:xfrm>
          <a:custGeom>
            <a:avLst/>
            <a:gdLst/>
            <a:ahLst/>
            <a:cxnLst/>
            <a:rect l="l" t="t" r="r" b="b"/>
            <a:pathLst>
              <a:path w="86995" h="83820">
                <a:moveTo>
                  <a:pt x="30236" y="0"/>
                </a:moveTo>
                <a:lnTo>
                  <a:pt x="86776" y="67696"/>
                </a:lnTo>
                <a:lnTo>
                  <a:pt x="0" y="83606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2603504" y="3952244"/>
            <a:ext cx="758825" cy="0"/>
          </a:xfrm>
          <a:custGeom>
            <a:avLst/>
            <a:gdLst/>
            <a:ahLst/>
            <a:cxnLst/>
            <a:rect l="l" t="t" r="r" b="b"/>
            <a:pathLst>
              <a:path w="758825">
                <a:moveTo>
                  <a:pt x="0" y="0"/>
                </a:moveTo>
                <a:lnTo>
                  <a:pt x="758500" y="0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285804" y="3907798"/>
            <a:ext cx="76200" cy="88900"/>
          </a:xfrm>
          <a:custGeom>
            <a:avLst/>
            <a:gdLst/>
            <a:ahLst/>
            <a:cxnLst/>
            <a:rect l="l" t="t" r="r" b="b"/>
            <a:pathLst>
              <a:path w="76200" h="88900">
                <a:moveTo>
                  <a:pt x="0" y="88891"/>
                </a:moveTo>
                <a:lnTo>
                  <a:pt x="76199" y="44445"/>
                </a:lnTo>
                <a:lnTo>
                  <a:pt x="0" y="0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2687323" y="4747354"/>
            <a:ext cx="648335" cy="172720"/>
          </a:xfrm>
          <a:custGeom>
            <a:avLst/>
            <a:gdLst/>
            <a:ahLst/>
            <a:cxnLst/>
            <a:rect l="l" t="t" r="r" b="b"/>
            <a:pathLst>
              <a:path w="648335" h="172720">
                <a:moveTo>
                  <a:pt x="0" y="172474"/>
                </a:moveTo>
                <a:lnTo>
                  <a:pt x="648285" y="0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3250539" y="4723982"/>
            <a:ext cx="85090" cy="86360"/>
          </a:xfrm>
          <a:custGeom>
            <a:avLst/>
            <a:gdLst/>
            <a:ahLst/>
            <a:cxnLst/>
            <a:rect l="l" t="t" r="r" b="b"/>
            <a:pathLst>
              <a:path w="85089" h="86360">
                <a:moveTo>
                  <a:pt x="22859" y="85917"/>
                </a:moveTo>
                <a:lnTo>
                  <a:pt x="85069" y="23372"/>
                </a:lnTo>
                <a:lnTo>
                  <a:pt x="0" y="0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624059" y="2322819"/>
            <a:ext cx="0" cy="551180"/>
          </a:xfrm>
          <a:custGeom>
            <a:avLst/>
            <a:gdLst/>
            <a:ahLst/>
            <a:cxnLst/>
            <a:rect l="l" t="t" r="r" b="b"/>
            <a:pathLst>
              <a:path h="551180">
                <a:moveTo>
                  <a:pt x="0" y="0"/>
                </a:moveTo>
                <a:lnTo>
                  <a:pt x="0" y="550743"/>
                </a:lnTo>
              </a:path>
            </a:pathLst>
          </a:custGeom>
          <a:ln w="63499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4512960" y="2683062"/>
            <a:ext cx="222250" cy="190500"/>
          </a:xfrm>
          <a:custGeom>
            <a:avLst/>
            <a:gdLst/>
            <a:ahLst/>
            <a:cxnLst/>
            <a:rect l="l" t="t" r="r" b="b"/>
            <a:pathLst>
              <a:path w="222250" h="190500">
                <a:moveTo>
                  <a:pt x="222260" y="0"/>
                </a:moveTo>
                <a:lnTo>
                  <a:pt x="111099" y="190499"/>
                </a:lnTo>
                <a:lnTo>
                  <a:pt x="0" y="0"/>
                </a:lnTo>
              </a:path>
            </a:pathLst>
          </a:custGeom>
          <a:ln w="63499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2240">
              <a:lnSpc>
                <a:spcPct val="100000"/>
              </a:lnSpc>
            </a:pPr>
            <a:fld id="{81D60167-4931-47E6-BA6A-407CBD079E47}" type="slidenum">
              <a:rPr spc="-10" dirty="0">
                <a:latin typeface="Calibri"/>
                <a:cs typeface="Calibri"/>
              </a:rPr>
              <a:t>2</a:t>
            </a:fld>
            <a:endParaRPr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5255">
              <a:lnSpc>
                <a:spcPts val="3840"/>
              </a:lnSpc>
            </a:pPr>
            <a:r>
              <a:rPr dirty="0">
                <a:latin typeface="Calibri"/>
                <a:cs typeface="Calibri"/>
              </a:rPr>
              <a:t>E</a:t>
            </a:r>
            <a:r>
              <a:rPr spc="-20" dirty="0">
                <a:latin typeface="Calibri"/>
                <a:cs typeface="Calibri"/>
              </a:rPr>
              <a:t>N</a:t>
            </a:r>
            <a:r>
              <a:rPr spc="-30" dirty="0">
                <a:latin typeface="Calibri"/>
                <a:cs typeface="Calibri"/>
              </a:rPr>
              <a:t>GR</a:t>
            </a:r>
            <a:r>
              <a:rPr spc="-25" dirty="0">
                <a:latin typeface="Calibri"/>
                <a:cs typeface="Calibri"/>
              </a:rPr>
              <a:t>40</a:t>
            </a:r>
            <a:r>
              <a:rPr spc="-20" dirty="0">
                <a:latin typeface="Calibri"/>
                <a:cs typeface="Calibri"/>
              </a:rPr>
              <a:t>6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spc="5" dirty="0">
                <a:latin typeface="Calibri"/>
                <a:cs typeface="Calibri"/>
              </a:rPr>
              <a:t>(</a:t>
            </a:r>
            <a:r>
              <a:rPr spc="-25" dirty="0">
                <a:latin typeface="Calibri"/>
                <a:cs typeface="Calibri"/>
              </a:rPr>
              <a:t>506)</a:t>
            </a:r>
          </a:p>
          <a:p>
            <a:pPr marL="135255">
              <a:lnSpc>
                <a:spcPts val="3840"/>
              </a:lnSpc>
            </a:pPr>
            <a:r>
              <a:rPr spc="-10" dirty="0">
                <a:latin typeface="Calibri"/>
                <a:cs typeface="Calibri"/>
              </a:rPr>
              <a:t>I</a:t>
            </a:r>
            <a:r>
              <a:rPr spc="-50" dirty="0">
                <a:latin typeface="Calibri"/>
                <a:cs typeface="Calibri"/>
              </a:rPr>
              <a:t>n</a:t>
            </a:r>
            <a:r>
              <a:rPr spc="-55" dirty="0">
                <a:latin typeface="Calibri"/>
                <a:cs typeface="Calibri"/>
              </a:rPr>
              <a:t>t</a:t>
            </a:r>
            <a:r>
              <a:rPr spc="5" dirty="0">
                <a:latin typeface="Calibri"/>
                <a:cs typeface="Calibri"/>
              </a:rPr>
              <a:t>e</a:t>
            </a:r>
            <a:r>
              <a:rPr dirty="0">
                <a:latin typeface="Calibri"/>
                <a:cs typeface="Calibri"/>
              </a:rPr>
              <a:t>l</a:t>
            </a:r>
            <a:r>
              <a:rPr spc="-5" dirty="0">
                <a:latin typeface="Calibri"/>
                <a:cs typeface="Calibri"/>
              </a:rPr>
              <a:t>li</a:t>
            </a:r>
            <a:r>
              <a:rPr spc="-45" dirty="0">
                <a:latin typeface="Calibri"/>
                <a:cs typeface="Calibri"/>
              </a:rPr>
              <a:t>g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spc="-70" dirty="0">
                <a:latin typeface="Calibri"/>
                <a:cs typeface="Calibri"/>
              </a:rPr>
              <a:t>n</a:t>
            </a:r>
            <a:r>
              <a:rPr spc="-15" dirty="0">
                <a:latin typeface="Calibri"/>
                <a:cs typeface="Calibri"/>
              </a:rPr>
              <a:t>t</a:t>
            </a:r>
            <a:r>
              <a:rPr spc="-110" dirty="0">
                <a:latin typeface="Times New Roman"/>
                <a:cs typeface="Times New Roman"/>
              </a:rPr>
              <a:t> </a:t>
            </a:r>
            <a:r>
              <a:rPr spc="-45" dirty="0">
                <a:latin typeface="Calibri"/>
                <a:cs typeface="Calibri"/>
              </a:rPr>
              <a:t>S</a:t>
            </a:r>
            <a:r>
              <a:rPr spc="-60" dirty="0">
                <a:latin typeface="Calibri"/>
                <a:cs typeface="Calibri"/>
              </a:rPr>
              <a:t>y</a:t>
            </a:r>
            <a:r>
              <a:rPr spc="-50" dirty="0">
                <a:latin typeface="Calibri"/>
                <a:cs typeface="Calibri"/>
              </a:rPr>
              <a:t>s</a:t>
            </a:r>
            <a:r>
              <a:rPr spc="-55" dirty="0">
                <a:latin typeface="Calibri"/>
                <a:cs typeface="Calibri"/>
              </a:rPr>
              <a:t>t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spc="-30" dirty="0">
                <a:latin typeface="Calibri"/>
                <a:cs typeface="Calibri"/>
              </a:rPr>
              <a:t>m</a:t>
            </a:r>
            <a:r>
              <a:rPr spc="-90" dirty="0">
                <a:latin typeface="Times New Roman"/>
                <a:cs typeface="Times New Roman"/>
              </a:rPr>
              <a:t> </a:t>
            </a:r>
            <a:r>
              <a:rPr spc="5" dirty="0">
                <a:latin typeface="Calibri"/>
                <a:cs typeface="Calibri"/>
              </a:rPr>
              <a:t>Co</a:t>
            </a:r>
            <a:r>
              <a:rPr spc="-50" dirty="0">
                <a:latin typeface="Calibri"/>
                <a:cs typeface="Calibri"/>
              </a:rPr>
              <a:t>n</a:t>
            </a:r>
            <a:r>
              <a:rPr spc="-15" dirty="0">
                <a:latin typeface="Calibri"/>
                <a:cs typeface="Calibri"/>
              </a:rPr>
              <a:t>t</a:t>
            </a:r>
            <a:r>
              <a:rPr spc="-85" dirty="0">
                <a:latin typeface="Calibri"/>
                <a:cs typeface="Calibri"/>
              </a:rPr>
              <a:t>r</a:t>
            </a:r>
            <a:r>
              <a:rPr spc="5" dirty="0">
                <a:latin typeface="Calibri"/>
                <a:cs typeface="Calibri"/>
              </a:rPr>
              <a:t>ol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2240">
              <a:lnSpc>
                <a:spcPct val="100000"/>
              </a:lnSpc>
            </a:pPr>
            <a:fld id="{81D60167-4931-47E6-BA6A-407CBD079E47}" type="slidenum">
              <a:rPr spc="-10" dirty="0">
                <a:latin typeface="Calibri"/>
                <a:cs typeface="Calibri"/>
              </a:rPr>
              <a:t>3</a:t>
            </a:fld>
            <a:endParaRPr spc="-1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7390" y="2290022"/>
            <a:ext cx="6938009" cy="3283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5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2800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2800" spc="-15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2800" spc="-4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2800" spc="-1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2800" spc="-15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2800" dirty="0">
                <a:solidFill>
                  <a:srgbClr val="B5121B"/>
                </a:solidFill>
                <a:latin typeface="Calibri"/>
                <a:cs typeface="Calibri"/>
              </a:rPr>
              <a:t>ts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80" dirty="0">
                <a:latin typeface="Calibri"/>
                <a:cs typeface="Calibri"/>
              </a:rPr>
              <a:t>P</a:t>
            </a:r>
            <a:r>
              <a:rPr sz="2600" spc="-25" dirty="0">
                <a:latin typeface="Calibri"/>
                <a:cs typeface="Calibri"/>
              </a:rPr>
              <a:t>ar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1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g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an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b</a:t>
            </a:r>
            <a:r>
              <a:rPr sz="2600" spc="-5" dirty="0">
                <a:latin typeface="Calibri"/>
                <a:cs typeface="Calibri"/>
              </a:rPr>
              <a:t>j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30" dirty="0">
                <a:latin typeface="Calibri"/>
                <a:cs typeface="Calibri"/>
              </a:rPr>
              <a:t>v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f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80" dirty="0">
                <a:latin typeface="Calibri"/>
                <a:cs typeface="Calibri"/>
              </a:rPr>
              <a:t>P</a:t>
            </a:r>
            <a:r>
              <a:rPr sz="2600" spc="-25" dirty="0">
                <a:latin typeface="Calibri"/>
                <a:cs typeface="Calibri"/>
              </a:rPr>
              <a:t>ar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2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D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5" dirty="0">
                <a:latin typeface="Calibri"/>
                <a:cs typeface="Calibri"/>
              </a:rPr>
              <a:t>–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me</a:t>
            </a:r>
            <a:r>
              <a:rPr sz="2600" spc="-105" dirty="0">
                <a:latin typeface="Times New Roman"/>
                <a:cs typeface="Times New Roman"/>
              </a:rPr>
              <a:t> </a:t>
            </a:r>
            <a:r>
              <a:rPr sz="2600" spc="-170" dirty="0">
                <a:latin typeface="Calibri"/>
                <a:cs typeface="Calibri"/>
              </a:rPr>
              <a:t>T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an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er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un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Calibri"/>
                <a:cs typeface="Calibri"/>
              </a:rPr>
              <a:t>M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d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ls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8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80" dirty="0">
                <a:latin typeface="Calibri"/>
                <a:cs typeface="Calibri"/>
              </a:rPr>
              <a:t>P</a:t>
            </a:r>
            <a:r>
              <a:rPr sz="2600" spc="-25" dirty="0">
                <a:latin typeface="Calibri"/>
                <a:cs typeface="Calibri"/>
              </a:rPr>
              <a:t>ar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3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Sy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de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f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80" dirty="0">
                <a:latin typeface="Calibri"/>
                <a:cs typeface="Calibri"/>
              </a:rPr>
              <a:t>P</a:t>
            </a:r>
            <a:r>
              <a:rPr sz="2600" spc="-25" dirty="0">
                <a:latin typeface="Calibri"/>
                <a:cs typeface="Calibri"/>
              </a:rPr>
              <a:t>ar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4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u="heavy" spc="-5" dirty="0">
                <a:latin typeface="Calibri"/>
                <a:cs typeface="Calibri"/>
              </a:rPr>
              <a:t>D</a:t>
            </a:r>
            <a:r>
              <a:rPr sz="2600" u="heavy" dirty="0">
                <a:latin typeface="Calibri"/>
                <a:cs typeface="Calibri"/>
              </a:rPr>
              <a:t>is</a:t>
            </a:r>
            <a:r>
              <a:rPr sz="2600" u="heavy" spc="-15" dirty="0">
                <a:latin typeface="Calibri"/>
                <a:cs typeface="Calibri"/>
              </a:rPr>
              <a:t>c</a:t>
            </a:r>
            <a:r>
              <a:rPr sz="2600" u="heavy" spc="-60" dirty="0">
                <a:latin typeface="Calibri"/>
                <a:cs typeface="Calibri"/>
              </a:rPr>
              <a:t>r</a:t>
            </a:r>
            <a:r>
              <a:rPr sz="2600" u="heavy" spc="-30" dirty="0">
                <a:latin typeface="Calibri"/>
                <a:cs typeface="Calibri"/>
              </a:rPr>
              <a:t>e</a:t>
            </a:r>
            <a:r>
              <a:rPr sz="2600" u="heavy" spc="-25" dirty="0">
                <a:latin typeface="Calibri"/>
                <a:cs typeface="Calibri"/>
              </a:rPr>
              <a:t>t</a:t>
            </a:r>
            <a:r>
              <a:rPr sz="2600" u="heavy" spc="-10" dirty="0">
                <a:latin typeface="Calibri"/>
                <a:cs typeface="Calibri"/>
              </a:rPr>
              <a:t>e</a:t>
            </a:r>
            <a:r>
              <a:rPr sz="2600" u="heavy" spc="5" dirty="0">
                <a:latin typeface="Calibri"/>
                <a:cs typeface="Calibri"/>
              </a:rPr>
              <a:t>–</a:t>
            </a:r>
            <a:r>
              <a:rPr sz="2600" u="heavy" spc="-10" dirty="0">
                <a:latin typeface="Calibri"/>
                <a:cs typeface="Calibri"/>
              </a:rPr>
              <a:t>T</a:t>
            </a:r>
            <a:r>
              <a:rPr sz="2600" u="heavy" dirty="0">
                <a:latin typeface="Calibri"/>
                <a:cs typeface="Calibri"/>
              </a:rPr>
              <a:t>i</a:t>
            </a:r>
            <a:r>
              <a:rPr sz="2600" u="heavy" spc="-20" dirty="0">
                <a:latin typeface="Calibri"/>
                <a:cs typeface="Calibri"/>
              </a:rPr>
              <a:t>me</a:t>
            </a:r>
            <a:r>
              <a:rPr sz="2600" u="heavy" spc="-45" dirty="0">
                <a:latin typeface="Calibri"/>
                <a:cs typeface="Calibri"/>
              </a:rPr>
              <a:t> </a:t>
            </a:r>
            <a:r>
              <a:rPr sz="2600" u="heavy" spc="-10" dirty="0">
                <a:latin typeface="Calibri"/>
                <a:cs typeface="Calibri"/>
              </a:rPr>
              <a:t>C</a:t>
            </a:r>
            <a:r>
              <a:rPr sz="2600" u="heavy" spc="5" dirty="0">
                <a:latin typeface="Calibri"/>
                <a:cs typeface="Calibri"/>
              </a:rPr>
              <a:t>o</a:t>
            </a:r>
            <a:r>
              <a:rPr sz="2600" u="heavy" spc="-30" dirty="0">
                <a:latin typeface="Calibri"/>
                <a:cs typeface="Calibri"/>
              </a:rPr>
              <a:t>n</a:t>
            </a:r>
            <a:r>
              <a:rPr sz="2600" u="heavy" spc="-5" dirty="0">
                <a:latin typeface="Calibri"/>
                <a:cs typeface="Calibri"/>
              </a:rPr>
              <a:t>t</a:t>
            </a:r>
            <a:r>
              <a:rPr sz="2600" u="heavy" spc="-60" dirty="0">
                <a:latin typeface="Calibri"/>
                <a:cs typeface="Calibri"/>
              </a:rPr>
              <a:t>r</a:t>
            </a:r>
            <a:r>
              <a:rPr sz="2600" u="heavy" spc="5" dirty="0">
                <a:latin typeface="Calibri"/>
                <a:cs typeface="Calibri"/>
              </a:rPr>
              <a:t>o</a:t>
            </a:r>
            <a:r>
              <a:rPr sz="2600" u="heavy" dirty="0">
                <a:latin typeface="Calibri"/>
                <a:cs typeface="Calibri"/>
              </a:rPr>
              <a:t>l</a:t>
            </a:r>
            <a:r>
              <a:rPr sz="2600" u="heavy" spc="15" dirty="0">
                <a:latin typeface="Calibri"/>
                <a:cs typeface="Calibri"/>
              </a:rPr>
              <a:t> </a:t>
            </a:r>
            <a:r>
              <a:rPr sz="2600" u="heavy" dirty="0">
                <a:latin typeface="Calibri"/>
                <a:cs typeface="Calibri"/>
              </a:rPr>
              <a:t>&amp;</a:t>
            </a:r>
            <a:r>
              <a:rPr sz="2600" u="heavy" spc="-5" dirty="0">
                <a:latin typeface="Calibri"/>
                <a:cs typeface="Calibri"/>
              </a:rPr>
              <a:t> </a:t>
            </a:r>
            <a:r>
              <a:rPr sz="2600" u="heavy" spc="-80" dirty="0">
                <a:latin typeface="Calibri"/>
                <a:cs typeface="Calibri"/>
              </a:rPr>
              <a:t>P</a:t>
            </a:r>
            <a:r>
              <a:rPr sz="2600" u="heavy" spc="5" dirty="0">
                <a:latin typeface="Calibri"/>
                <a:cs typeface="Calibri"/>
              </a:rPr>
              <a:t>o</a:t>
            </a:r>
            <a:r>
              <a:rPr sz="2600" u="heavy" dirty="0">
                <a:latin typeface="Calibri"/>
                <a:cs typeface="Calibri"/>
              </a:rPr>
              <a:t>l</a:t>
            </a:r>
            <a:r>
              <a:rPr sz="2600" u="heavy" spc="-15" dirty="0">
                <a:latin typeface="Calibri"/>
                <a:cs typeface="Calibri"/>
              </a:rPr>
              <a:t>e</a:t>
            </a:r>
            <a:r>
              <a:rPr sz="2600" u="heavy" spc="-5" dirty="0">
                <a:latin typeface="Calibri"/>
                <a:cs typeface="Calibri"/>
              </a:rPr>
              <a:t> </a:t>
            </a:r>
            <a:r>
              <a:rPr sz="2600" u="heavy" spc="-20" dirty="0">
                <a:latin typeface="Calibri"/>
                <a:cs typeface="Calibri"/>
              </a:rPr>
              <a:t>A</a:t>
            </a:r>
            <a:r>
              <a:rPr sz="2600" u="heavy" dirty="0">
                <a:latin typeface="Calibri"/>
                <a:cs typeface="Calibri"/>
              </a:rPr>
              <a:t>ssi</a:t>
            </a:r>
            <a:r>
              <a:rPr sz="2600" u="heavy" spc="-20" dirty="0">
                <a:latin typeface="Calibri"/>
                <a:cs typeface="Calibri"/>
              </a:rPr>
              <a:t>g</a:t>
            </a:r>
            <a:r>
              <a:rPr sz="2600" u="heavy" spc="-10" dirty="0">
                <a:latin typeface="Calibri"/>
                <a:cs typeface="Calibri"/>
              </a:rPr>
              <a:t>n</a:t>
            </a:r>
            <a:r>
              <a:rPr sz="2600" u="heavy" spc="-25" dirty="0">
                <a:latin typeface="Calibri"/>
                <a:cs typeface="Calibri"/>
              </a:rPr>
              <a:t>m</a:t>
            </a:r>
            <a:r>
              <a:rPr sz="2600" u="heavy" spc="-10" dirty="0">
                <a:latin typeface="Calibri"/>
                <a:cs typeface="Calibri"/>
              </a:rPr>
              <a:t>e</a:t>
            </a:r>
            <a:r>
              <a:rPr sz="2600" u="heavy" spc="-30" dirty="0">
                <a:latin typeface="Calibri"/>
                <a:cs typeface="Calibri"/>
              </a:rPr>
              <a:t>n</a:t>
            </a:r>
            <a:r>
              <a:rPr sz="2600" u="heavy" spc="-10" dirty="0">
                <a:latin typeface="Calibri"/>
                <a:cs typeface="Calibri"/>
              </a:rPr>
              <a:t>t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8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80" dirty="0">
                <a:latin typeface="Calibri"/>
                <a:cs typeface="Calibri"/>
              </a:rPr>
              <a:t>P</a:t>
            </a:r>
            <a:r>
              <a:rPr sz="2600" spc="-25" dirty="0">
                <a:latin typeface="Calibri"/>
                <a:cs typeface="Calibri"/>
              </a:rPr>
              <a:t>ar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5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Calibri"/>
                <a:cs typeface="Calibri"/>
              </a:rPr>
              <a:t>V</a:t>
            </a:r>
            <a:r>
              <a:rPr sz="2600" spc="-25" dirty="0">
                <a:latin typeface="Calibri"/>
                <a:cs typeface="Calibri"/>
              </a:rPr>
              <a:t>ar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ab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eedba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15" dirty="0">
                <a:latin typeface="Calibri"/>
                <a:cs typeface="Calibri"/>
              </a:rPr>
              <a:t>k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8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80" dirty="0">
                <a:latin typeface="Calibri"/>
                <a:cs typeface="Calibri"/>
              </a:rPr>
              <a:t>P</a:t>
            </a:r>
            <a:r>
              <a:rPr sz="2600" spc="-25" dirty="0">
                <a:latin typeface="Calibri"/>
                <a:cs typeface="Calibri"/>
              </a:rPr>
              <a:t>ar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6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Addit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na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Calibri"/>
                <a:cs typeface="Calibri"/>
              </a:rPr>
              <a:t>T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&amp;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Ca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ud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7567" y="728606"/>
            <a:ext cx="4699000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635">
              <a:lnSpc>
                <a:spcPts val="3600"/>
              </a:lnSpc>
            </a:pPr>
            <a:r>
              <a:rPr sz="3400" spc="-10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7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4</a:t>
            </a:r>
            <a:r>
              <a:rPr sz="3400" spc="-9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–</a:t>
            </a:r>
            <a:r>
              <a:rPr sz="3400" spc="-8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3400" spc="-6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3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–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me</a:t>
            </a:r>
            <a:r>
              <a:rPr sz="3400" spc="-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Co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9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&amp;</a:t>
            </a:r>
            <a:r>
              <a:rPr sz="3400" spc="-9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8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2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ss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ign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2240">
              <a:lnSpc>
                <a:spcPct val="100000"/>
              </a:lnSpc>
            </a:pPr>
            <a:fld id="{81D60167-4931-47E6-BA6A-407CBD079E47}" type="slidenum">
              <a:rPr spc="-10" dirty="0">
                <a:latin typeface="Calibri"/>
                <a:cs typeface="Calibri"/>
              </a:rPr>
              <a:t>4</a:t>
            </a:fld>
            <a:endParaRPr spc="-1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7390" y="2290022"/>
            <a:ext cx="4681855" cy="2317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5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2800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2800" spc="-15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2800" spc="-4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2800" spc="-1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2800" spc="-15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2800" dirty="0">
                <a:solidFill>
                  <a:srgbClr val="B5121B"/>
                </a:solidFill>
                <a:latin typeface="Calibri"/>
                <a:cs typeface="Calibri"/>
              </a:rPr>
              <a:t>ts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4.</a:t>
            </a:r>
            <a:r>
              <a:rPr sz="2600" spc="-15" dirty="0">
                <a:latin typeface="Calibri"/>
                <a:cs typeface="Calibri"/>
              </a:rPr>
              <a:t>1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u="heavy" spc="-20" dirty="0">
                <a:latin typeface="Calibri"/>
                <a:cs typeface="Calibri"/>
              </a:rPr>
              <a:t>P</a:t>
            </a:r>
            <a:r>
              <a:rPr sz="2600" u="heavy" spc="-60" dirty="0">
                <a:latin typeface="Calibri"/>
                <a:cs typeface="Calibri"/>
              </a:rPr>
              <a:t>r</a:t>
            </a:r>
            <a:r>
              <a:rPr sz="2600" u="heavy" spc="5" dirty="0">
                <a:latin typeface="Calibri"/>
                <a:cs typeface="Calibri"/>
              </a:rPr>
              <a:t>o</a:t>
            </a:r>
            <a:r>
              <a:rPr sz="2600" u="heavy" spc="-10" dirty="0">
                <a:latin typeface="Calibri"/>
                <a:cs typeface="Calibri"/>
              </a:rPr>
              <a:t>p</a:t>
            </a:r>
            <a:r>
              <a:rPr sz="2600" u="heavy" spc="5" dirty="0">
                <a:latin typeface="Calibri"/>
                <a:cs typeface="Calibri"/>
              </a:rPr>
              <a:t>o</a:t>
            </a:r>
            <a:r>
              <a:rPr sz="2600" u="heavy" spc="-20" dirty="0">
                <a:latin typeface="Calibri"/>
                <a:cs typeface="Calibri"/>
              </a:rPr>
              <a:t>r</a:t>
            </a:r>
            <a:r>
              <a:rPr sz="2600" u="heavy" spc="-5" dirty="0">
                <a:latin typeface="Calibri"/>
                <a:cs typeface="Calibri"/>
              </a:rPr>
              <a:t>t</a:t>
            </a:r>
            <a:r>
              <a:rPr sz="2600" u="heavy" dirty="0">
                <a:latin typeface="Calibri"/>
                <a:cs typeface="Calibri"/>
              </a:rPr>
              <a:t>i</a:t>
            </a:r>
            <a:r>
              <a:rPr sz="2600" u="heavy" spc="5" dirty="0">
                <a:latin typeface="Calibri"/>
                <a:cs typeface="Calibri"/>
              </a:rPr>
              <a:t>o</a:t>
            </a:r>
            <a:r>
              <a:rPr sz="2600" u="heavy" spc="-10" dirty="0">
                <a:latin typeface="Calibri"/>
                <a:cs typeface="Calibri"/>
              </a:rPr>
              <a:t>nal</a:t>
            </a:r>
            <a:r>
              <a:rPr sz="2600" u="heavy" spc="20" dirty="0">
                <a:latin typeface="Calibri"/>
                <a:cs typeface="Calibri"/>
              </a:rPr>
              <a:t> </a:t>
            </a:r>
            <a:r>
              <a:rPr sz="2600" u="heavy" spc="-20" dirty="0">
                <a:latin typeface="Calibri"/>
                <a:cs typeface="Calibri"/>
              </a:rPr>
              <a:t>A</a:t>
            </a:r>
            <a:r>
              <a:rPr sz="2600" u="heavy" spc="-15" dirty="0">
                <a:latin typeface="Calibri"/>
                <a:cs typeface="Calibri"/>
              </a:rPr>
              <a:t>c</a:t>
            </a:r>
            <a:r>
              <a:rPr sz="2600" u="heavy" spc="-5" dirty="0">
                <a:latin typeface="Calibri"/>
                <a:cs typeface="Calibri"/>
              </a:rPr>
              <a:t>t</a:t>
            </a:r>
            <a:r>
              <a:rPr sz="2600" u="heavy" dirty="0">
                <a:latin typeface="Calibri"/>
                <a:cs typeface="Calibri"/>
              </a:rPr>
              <a:t>i</a:t>
            </a:r>
            <a:r>
              <a:rPr sz="2600" u="heavy" spc="5" dirty="0">
                <a:latin typeface="Calibri"/>
                <a:cs typeface="Calibri"/>
              </a:rPr>
              <a:t>o</a:t>
            </a:r>
            <a:r>
              <a:rPr sz="2600" u="heavy" dirty="0">
                <a:latin typeface="Calibri"/>
                <a:cs typeface="Calibri"/>
              </a:rPr>
              <a:t>n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4.</a:t>
            </a:r>
            <a:r>
              <a:rPr sz="2600" spc="-15" dirty="0">
                <a:latin typeface="Calibri"/>
                <a:cs typeface="Calibri"/>
              </a:rPr>
              <a:t>2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0" dirty="0">
                <a:latin typeface="Calibri"/>
                <a:cs typeface="Calibri"/>
              </a:rPr>
              <a:t>g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8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4.</a:t>
            </a:r>
            <a:r>
              <a:rPr sz="2600" spc="-15" dirty="0">
                <a:latin typeface="Calibri"/>
                <a:cs typeface="Calibri"/>
              </a:rPr>
              <a:t>3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Calibri"/>
                <a:cs typeface="Calibri"/>
              </a:rPr>
              <a:t>M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r</a:t>
            </a:r>
            <a:r>
              <a:rPr sz="2600" spc="-40" dirty="0">
                <a:latin typeface="Calibri"/>
                <a:cs typeface="Calibri"/>
              </a:rPr>
              <a:t>w</a:t>
            </a:r>
            <a:r>
              <a:rPr sz="2600" spc="-5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170" dirty="0">
                <a:latin typeface="Calibri"/>
                <a:cs typeface="Calibri"/>
              </a:rPr>
              <a:t>T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f</a:t>
            </a:r>
            <a:r>
              <a:rPr sz="2600" spc="5" dirty="0">
                <a:latin typeface="Calibri"/>
                <a:cs typeface="Calibri"/>
              </a:rPr>
              <a:t>f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c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4.</a:t>
            </a:r>
            <a:r>
              <a:rPr sz="2600" spc="-15" dirty="0">
                <a:latin typeface="Calibri"/>
                <a:cs typeface="Calibri"/>
              </a:rPr>
              <a:t>4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Calibri"/>
                <a:cs typeface="Calibri"/>
              </a:rPr>
              <a:t>P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ssi</a:t>
            </a:r>
            <a:r>
              <a:rPr sz="2600" spc="-20" dirty="0">
                <a:latin typeface="Calibri"/>
                <a:cs typeface="Calibri"/>
              </a:rPr>
              <a:t>g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10" dirty="0">
                <a:latin typeface="Calibri"/>
                <a:cs typeface="Calibri"/>
              </a:rPr>
              <a:t>t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4299" rIns="0" bIns="0" rtlCol="0">
            <a:spAutoFit/>
          </a:bodyPr>
          <a:lstStyle/>
          <a:p>
            <a:pPr marL="135255">
              <a:lnSpc>
                <a:spcPct val="100000"/>
              </a:lnSpc>
            </a:pPr>
            <a:r>
              <a:rPr spc="5" dirty="0">
                <a:latin typeface="Calibri"/>
                <a:cs typeface="Calibri"/>
              </a:rPr>
              <a:t>D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spc="-25" dirty="0">
                <a:latin typeface="Calibri"/>
                <a:cs typeface="Calibri"/>
              </a:rPr>
              <a:t>s</a:t>
            </a:r>
            <a:r>
              <a:rPr spc="-5" dirty="0">
                <a:latin typeface="Calibri"/>
                <a:cs typeface="Calibri"/>
              </a:rPr>
              <a:t>i</a:t>
            </a:r>
            <a:r>
              <a:rPr spc="-25" dirty="0">
                <a:latin typeface="Calibri"/>
                <a:cs typeface="Calibri"/>
              </a:rPr>
              <a:t>g</a:t>
            </a:r>
            <a:r>
              <a:rPr dirty="0">
                <a:latin typeface="Calibri"/>
                <a:cs typeface="Calibri"/>
              </a:rPr>
              <a:t>n</a:t>
            </a:r>
            <a:r>
              <a:rPr spc="-120" dirty="0">
                <a:latin typeface="Times New Roman"/>
                <a:cs typeface="Times New Roman"/>
              </a:rPr>
              <a:t> </a:t>
            </a:r>
            <a:r>
              <a:rPr spc="-20" dirty="0">
                <a:latin typeface="Calibri"/>
                <a:cs typeface="Calibri"/>
              </a:rPr>
              <a:t>P</a:t>
            </a:r>
            <a:r>
              <a:rPr spc="-85" dirty="0">
                <a:latin typeface="Calibri"/>
                <a:cs typeface="Calibri"/>
              </a:rPr>
              <a:t>r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dirty="0">
                <a:latin typeface="Calibri"/>
                <a:cs typeface="Calibri"/>
              </a:rPr>
              <a:t>c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spc="-25" dirty="0">
                <a:latin typeface="Calibri"/>
                <a:cs typeface="Calibri"/>
              </a:rPr>
              <a:t>s</a:t>
            </a:r>
            <a:r>
              <a:rPr dirty="0">
                <a:latin typeface="Calibri"/>
                <a:cs typeface="Calibri"/>
              </a:rPr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2798" y="2606592"/>
            <a:ext cx="3206115" cy="274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720" marR="5080" indent="-287020">
              <a:lnSpc>
                <a:spcPts val="2400"/>
              </a:lnSpc>
              <a:buClr>
                <a:srgbClr val="C00000"/>
              </a:buClr>
              <a:buFont typeface="Symbol"/>
              <a:buChar char=""/>
              <a:tabLst>
                <a:tab pos="299720" algn="l"/>
              </a:tabLst>
            </a:pPr>
            <a:r>
              <a:rPr sz="2200" b="1" spc="-10" dirty="0">
                <a:solidFill>
                  <a:srgbClr val="C00000"/>
                </a:solidFill>
                <a:latin typeface="Arial"/>
                <a:cs typeface="Arial"/>
              </a:rPr>
              <a:t>C</a:t>
            </a:r>
            <a:r>
              <a:rPr sz="2200" b="1" spc="-20" dirty="0">
                <a:solidFill>
                  <a:srgbClr val="C00000"/>
                </a:solidFill>
                <a:latin typeface="Arial"/>
                <a:cs typeface="Arial"/>
              </a:rPr>
              <a:t>on</a:t>
            </a:r>
            <a:r>
              <a:rPr sz="2200" b="1" spc="-5" dirty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2200" b="1" dirty="0">
                <a:solidFill>
                  <a:srgbClr val="C00000"/>
                </a:solidFill>
                <a:latin typeface="Arial"/>
                <a:cs typeface="Arial"/>
              </a:rPr>
              <a:t>r</a:t>
            </a:r>
            <a:r>
              <a:rPr sz="2200" b="1" spc="-20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2200" b="1" spc="-10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2200" b="1" spc="9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2200" b="1" spc="-20" dirty="0">
                <a:solidFill>
                  <a:srgbClr val="C00000"/>
                </a:solidFill>
                <a:latin typeface="Arial"/>
                <a:cs typeface="Arial"/>
              </a:rPr>
              <a:t>ode</a:t>
            </a:r>
            <a:r>
              <a:rPr sz="2200" b="1" spc="-10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2200" b="1" spc="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Arial"/>
                <a:cs typeface="Arial"/>
              </a:rPr>
              <a:t>u</a:t>
            </a:r>
            <a:r>
              <a:rPr sz="2200" dirty="0">
                <a:latin typeface="Arial"/>
                <a:cs typeface="Arial"/>
              </a:rPr>
              <a:t>s</a:t>
            </a:r>
            <a:r>
              <a:rPr sz="2200" spc="-5" dirty="0">
                <a:latin typeface="Arial"/>
                <a:cs typeface="Arial"/>
              </a:rPr>
              <a:t>e</a:t>
            </a:r>
            <a:r>
              <a:rPr sz="2200" dirty="0">
                <a:latin typeface="Arial"/>
                <a:cs typeface="Arial"/>
              </a:rPr>
              <a:t>d</a:t>
            </a:r>
            <a:r>
              <a:rPr sz="2200" spc="6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Arial"/>
                <a:cs typeface="Arial"/>
              </a:rPr>
              <a:t>t</a:t>
            </a:r>
            <a:r>
              <a:rPr sz="2200" dirty="0">
                <a:latin typeface="Arial"/>
                <a:cs typeface="Arial"/>
              </a:rPr>
              <a:t>o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Arial"/>
                <a:cs typeface="Arial"/>
              </a:rPr>
              <a:t>d</a:t>
            </a:r>
            <a:r>
              <a:rPr sz="2200" spc="-10" dirty="0">
                <a:latin typeface="Arial"/>
                <a:cs typeface="Arial"/>
              </a:rPr>
              <a:t>i</a:t>
            </a:r>
            <a:r>
              <a:rPr sz="2200" spc="5" dirty="0">
                <a:latin typeface="Arial"/>
                <a:cs typeface="Arial"/>
              </a:rPr>
              <a:t>r</a:t>
            </a:r>
            <a:r>
              <a:rPr sz="2200" spc="-5" dirty="0">
                <a:latin typeface="Arial"/>
                <a:cs typeface="Arial"/>
              </a:rPr>
              <a:t>e</a:t>
            </a:r>
            <a:r>
              <a:rPr sz="2200" dirty="0">
                <a:latin typeface="Arial"/>
                <a:cs typeface="Arial"/>
              </a:rPr>
              <a:t>c</a:t>
            </a:r>
            <a:r>
              <a:rPr sz="2200" spc="-5" dirty="0">
                <a:latin typeface="Arial"/>
                <a:cs typeface="Arial"/>
              </a:rPr>
              <a:t>t</a:t>
            </a:r>
            <a:r>
              <a:rPr sz="2200" spc="-10" dirty="0">
                <a:latin typeface="Arial"/>
                <a:cs typeface="Arial"/>
              </a:rPr>
              <a:t>l</a:t>
            </a:r>
            <a:r>
              <a:rPr sz="2200" dirty="0">
                <a:latin typeface="Arial"/>
                <a:cs typeface="Arial"/>
              </a:rPr>
              <a:t>y</a:t>
            </a:r>
            <a:r>
              <a:rPr sz="2200" spc="7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Arial"/>
                <a:cs typeface="Arial"/>
              </a:rPr>
              <a:t>e</a:t>
            </a:r>
            <a:r>
              <a:rPr sz="2200" dirty="0">
                <a:latin typeface="Arial"/>
                <a:cs typeface="Arial"/>
              </a:rPr>
              <a:t>s</a:t>
            </a:r>
            <a:r>
              <a:rPr sz="2200" spc="-5" dirty="0">
                <a:latin typeface="Arial"/>
                <a:cs typeface="Arial"/>
              </a:rPr>
              <a:t>t</a:t>
            </a:r>
            <a:r>
              <a:rPr sz="2200" spc="-10" dirty="0">
                <a:latin typeface="Arial"/>
                <a:cs typeface="Arial"/>
              </a:rPr>
              <a:t>i</a:t>
            </a:r>
            <a:r>
              <a:rPr sz="2200" spc="5" dirty="0">
                <a:latin typeface="Arial"/>
                <a:cs typeface="Arial"/>
              </a:rPr>
              <a:t>m</a:t>
            </a:r>
            <a:r>
              <a:rPr sz="2200" spc="-5" dirty="0">
                <a:latin typeface="Arial"/>
                <a:cs typeface="Arial"/>
              </a:rPr>
              <a:t>at</a:t>
            </a:r>
            <a:r>
              <a:rPr sz="2200" dirty="0">
                <a:latin typeface="Arial"/>
                <a:cs typeface="Arial"/>
              </a:rPr>
              <a:t>e</a:t>
            </a:r>
            <a:r>
              <a:rPr sz="2200" spc="6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Arial"/>
                <a:cs typeface="Arial"/>
              </a:rPr>
              <a:t>the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Arial"/>
                <a:cs typeface="Arial"/>
              </a:rPr>
              <a:t>pa</a:t>
            </a:r>
            <a:r>
              <a:rPr sz="2200" spc="5" dirty="0">
                <a:latin typeface="Arial"/>
                <a:cs typeface="Arial"/>
              </a:rPr>
              <a:t>r</a:t>
            </a:r>
            <a:r>
              <a:rPr sz="2200" spc="-5" dirty="0">
                <a:latin typeface="Arial"/>
                <a:cs typeface="Arial"/>
              </a:rPr>
              <a:t>a</a:t>
            </a:r>
            <a:r>
              <a:rPr sz="2200" spc="5" dirty="0">
                <a:latin typeface="Arial"/>
                <a:cs typeface="Arial"/>
              </a:rPr>
              <a:t>m</a:t>
            </a:r>
            <a:r>
              <a:rPr sz="2200" spc="-5" dirty="0">
                <a:latin typeface="Arial"/>
                <a:cs typeface="Arial"/>
              </a:rPr>
              <a:t>ete</a:t>
            </a:r>
            <a:r>
              <a:rPr sz="2200" spc="5" dirty="0">
                <a:latin typeface="Arial"/>
                <a:cs typeface="Arial"/>
              </a:rPr>
              <a:t>r</a:t>
            </a:r>
            <a:r>
              <a:rPr sz="2200" dirty="0">
                <a:latin typeface="Arial"/>
                <a:cs typeface="Arial"/>
              </a:rPr>
              <a:t>s</a:t>
            </a:r>
            <a:r>
              <a:rPr sz="2200" spc="70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Arial"/>
                <a:cs typeface="Arial"/>
              </a:rPr>
              <a:t>(</a:t>
            </a:r>
            <a:r>
              <a:rPr sz="2200" spc="-5" dirty="0">
                <a:latin typeface="Arial"/>
                <a:cs typeface="Arial"/>
              </a:rPr>
              <a:t>o</a:t>
            </a:r>
            <a:r>
              <a:rPr sz="2200" dirty="0">
                <a:latin typeface="Arial"/>
                <a:cs typeface="Arial"/>
              </a:rPr>
              <a:t>r</a:t>
            </a:r>
            <a:r>
              <a:rPr sz="2200" spc="7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Arial"/>
                <a:cs typeface="Arial"/>
              </a:rPr>
              <a:t>ga</a:t>
            </a:r>
            <a:r>
              <a:rPr sz="2200" spc="-10" dirty="0">
                <a:latin typeface="Arial"/>
                <a:cs typeface="Arial"/>
              </a:rPr>
              <a:t>i</a:t>
            </a:r>
            <a:r>
              <a:rPr sz="2200" spc="-5" dirty="0">
                <a:latin typeface="Arial"/>
                <a:cs typeface="Arial"/>
              </a:rPr>
              <a:t>n</a:t>
            </a:r>
            <a:r>
              <a:rPr sz="2200" dirty="0">
                <a:latin typeface="Arial"/>
                <a:cs typeface="Arial"/>
              </a:rPr>
              <a:t>s)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Arial"/>
                <a:cs typeface="Arial"/>
              </a:rPr>
              <a:t>o</a:t>
            </a:r>
            <a:r>
              <a:rPr sz="2200" spc="-10" dirty="0">
                <a:latin typeface="Arial"/>
                <a:cs typeface="Arial"/>
              </a:rPr>
              <a:t>f</a:t>
            </a:r>
            <a:r>
              <a:rPr sz="2200" spc="7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Arial"/>
                <a:cs typeface="Arial"/>
              </a:rPr>
              <a:t>th</a:t>
            </a:r>
            <a:r>
              <a:rPr sz="2200" dirty="0">
                <a:latin typeface="Arial"/>
                <a:cs typeface="Arial"/>
              </a:rPr>
              <a:t>e</a:t>
            </a:r>
            <a:r>
              <a:rPr sz="2200" spc="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Arial"/>
                <a:cs typeface="Arial"/>
              </a:rPr>
              <a:t>c</a:t>
            </a:r>
            <a:r>
              <a:rPr sz="2200" spc="-5" dirty="0">
                <a:latin typeface="Arial"/>
                <a:cs typeface="Arial"/>
              </a:rPr>
              <a:t>o</a:t>
            </a:r>
            <a:r>
              <a:rPr sz="2200" spc="-20" dirty="0">
                <a:latin typeface="Arial"/>
                <a:cs typeface="Arial"/>
              </a:rPr>
              <a:t>n</a:t>
            </a:r>
            <a:r>
              <a:rPr sz="2200" spc="-5" dirty="0">
                <a:latin typeface="Arial"/>
                <a:cs typeface="Arial"/>
              </a:rPr>
              <a:t>t</a:t>
            </a:r>
            <a:r>
              <a:rPr sz="2200" spc="5" dirty="0">
                <a:latin typeface="Arial"/>
                <a:cs typeface="Arial"/>
              </a:rPr>
              <a:t>r</a:t>
            </a:r>
            <a:r>
              <a:rPr sz="2200" spc="-5" dirty="0">
                <a:latin typeface="Arial"/>
                <a:cs typeface="Arial"/>
              </a:rPr>
              <a:t>o</a:t>
            </a:r>
            <a:r>
              <a:rPr sz="2200" spc="-10" dirty="0">
                <a:latin typeface="Arial"/>
                <a:cs typeface="Arial"/>
              </a:rPr>
              <a:t>ll</a:t>
            </a:r>
            <a:r>
              <a:rPr sz="2200" spc="-5" dirty="0">
                <a:latin typeface="Arial"/>
                <a:cs typeface="Arial"/>
              </a:rPr>
              <a:t>er</a:t>
            </a:r>
            <a:endParaRPr sz="2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Clr>
                <a:srgbClr val="C00000"/>
              </a:buClr>
              <a:buFont typeface="Symbol"/>
              <a:buChar char=""/>
            </a:pPr>
            <a:endParaRPr sz="1800" dirty="0">
              <a:latin typeface="Times New Roman"/>
              <a:cs typeface="Times New Roman"/>
            </a:endParaRPr>
          </a:p>
          <a:p>
            <a:pPr marL="299720" indent="-287020">
              <a:lnSpc>
                <a:spcPts val="2520"/>
              </a:lnSpc>
              <a:buClr>
                <a:srgbClr val="C00000"/>
              </a:buClr>
              <a:buFont typeface="Symbol"/>
              <a:buChar char=""/>
              <a:tabLst>
                <a:tab pos="299720" algn="l"/>
              </a:tabLst>
            </a:pPr>
            <a:r>
              <a:rPr sz="2200" b="1" spc="-25" dirty="0">
                <a:solidFill>
                  <a:srgbClr val="C00000"/>
                </a:solidFill>
                <a:latin typeface="Arial"/>
                <a:cs typeface="Arial"/>
              </a:rPr>
              <a:t>S</a:t>
            </a:r>
            <a:r>
              <a:rPr sz="2200" b="1" spc="-5" dirty="0">
                <a:solidFill>
                  <a:srgbClr val="C00000"/>
                </a:solidFill>
                <a:latin typeface="Arial"/>
                <a:cs typeface="Arial"/>
              </a:rPr>
              <a:t>i</a:t>
            </a:r>
            <a:r>
              <a:rPr sz="2200" b="1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2200" b="1" spc="-20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2200" b="1" spc="-5" dirty="0">
                <a:solidFill>
                  <a:srgbClr val="C00000"/>
                </a:solidFill>
                <a:latin typeface="Arial"/>
                <a:cs typeface="Arial"/>
              </a:rPr>
              <a:t>la</a:t>
            </a:r>
            <a:r>
              <a:rPr sz="2200" b="1" spc="5" dirty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2200" b="1" spc="-5" dirty="0">
                <a:solidFill>
                  <a:srgbClr val="C00000"/>
                </a:solidFill>
                <a:latin typeface="Arial"/>
                <a:cs typeface="Arial"/>
              </a:rPr>
              <a:t>i</a:t>
            </a:r>
            <a:r>
              <a:rPr sz="2200" b="1" spc="-20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2200" b="1" spc="-15" dirty="0">
                <a:solidFill>
                  <a:srgbClr val="C00000"/>
                </a:solidFill>
                <a:latin typeface="Arial"/>
                <a:cs typeface="Arial"/>
              </a:rPr>
              <a:t>n</a:t>
            </a:r>
            <a:r>
              <a:rPr sz="2200" b="1" spc="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2200" b="1" spc="-20" dirty="0">
                <a:solidFill>
                  <a:srgbClr val="C00000"/>
                </a:solidFill>
                <a:latin typeface="Arial"/>
                <a:cs typeface="Arial"/>
              </a:rPr>
              <a:t>odel</a:t>
            </a:r>
            <a:endParaRPr sz="2200" dirty="0">
              <a:latin typeface="Arial"/>
              <a:cs typeface="Arial"/>
            </a:endParaRPr>
          </a:p>
          <a:p>
            <a:pPr marL="299720" marR="135255">
              <a:lnSpc>
                <a:spcPts val="2400"/>
              </a:lnSpc>
              <a:spcBef>
                <a:spcPts val="160"/>
              </a:spcBef>
            </a:pPr>
            <a:r>
              <a:rPr sz="2200" spc="5" dirty="0">
                <a:latin typeface="Arial"/>
                <a:cs typeface="Arial"/>
              </a:rPr>
              <a:t>(</a:t>
            </a:r>
            <a:r>
              <a:rPr sz="2200" spc="-10" dirty="0">
                <a:latin typeface="Arial"/>
                <a:cs typeface="Arial"/>
              </a:rPr>
              <a:t>if</a:t>
            </a:r>
            <a:r>
              <a:rPr sz="2200" spc="7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Arial"/>
                <a:cs typeface="Arial"/>
              </a:rPr>
              <a:t>a</a:t>
            </a:r>
            <a:r>
              <a:rPr sz="2200" dirty="0">
                <a:latin typeface="Arial"/>
                <a:cs typeface="Arial"/>
              </a:rPr>
              <a:t>v</a:t>
            </a:r>
            <a:r>
              <a:rPr sz="2200" spc="-5" dirty="0">
                <a:latin typeface="Arial"/>
                <a:cs typeface="Arial"/>
              </a:rPr>
              <a:t>a</a:t>
            </a:r>
            <a:r>
              <a:rPr sz="2200" spc="-10" dirty="0">
                <a:latin typeface="Arial"/>
                <a:cs typeface="Arial"/>
              </a:rPr>
              <a:t>il</a:t>
            </a:r>
            <a:r>
              <a:rPr sz="2200" spc="-5" dirty="0">
                <a:latin typeface="Arial"/>
                <a:cs typeface="Arial"/>
              </a:rPr>
              <a:t>ab</a:t>
            </a:r>
            <a:r>
              <a:rPr sz="2200" spc="-10" dirty="0">
                <a:latin typeface="Arial"/>
                <a:cs typeface="Arial"/>
              </a:rPr>
              <a:t>l</a:t>
            </a:r>
            <a:r>
              <a:rPr sz="2200" spc="-5" dirty="0">
                <a:latin typeface="Arial"/>
                <a:cs typeface="Arial"/>
              </a:rPr>
              <a:t>e</a:t>
            </a:r>
            <a:r>
              <a:rPr sz="2200" dirty="0">
                <a:latin typeface="Arial"/>
                <a:cs typeface="Arial"/>
              </a:rPr>
              <a:t>)</a:t>
            </a:r>
            <a:r>
              <a:rPr sz="2200" spc="9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Arial"/>
                <a:cs typeface="Arial"/>
              </a:rPr>
              <a:t>u</a:t>
            </a:r>
            <a:r>
              <a:rPr sz="2200" dirty="0">
                <a:latin typeface="Arial"/>
                <a:cs typeface="Arial"/>
              </a:rPr>
              <a:t>s</a:t>
            </a:r>
            <a:r>
              <a:rPr sz="2200" spc="-5" dirty="0">
                <a:latin typeface="Arial"/>
                <a:cs typeface="Arial"/>
              </a:rPr>
              <a:t>e</a:t>
            </a:r>
            <a:r>
              <a:rPr sz="2200" dirty="0">
                <a:latin typeface="Arial"/>
                <a:cs typeface="Arial"/>
              </a:rPr>
              <a:t>d</a:t>
            </a:r>
            <a:r>
              <a:rPr sz="2200" spc="8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Arial"/>
                <a:cs typeface="Arial"/>
              </a:rPr>
              <a:t>t</a:t>
            </a:r>
            <a:r>
              <a:rPr sz="2200" dirty="0">
                <a:latin typeface="Arial"/>
                <a:cs typeface="Arial"/>
              </a:rPr>
              <a:t>o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Arial"/>
                <a:cs typeface="Arial"/>
              </a:rPr>
              <a:t>e</a:t>
            </a:r>
            <a:r>
              <a:rPr sz="2200" dirty="0">
                <a:latin typeface="Arial"/>
                <a:cs typeface="Arial"/>
              </a:rPr>
              <a:t>v</a:t>
            </a:r>
            <a:r>
              <a:rPr sz="2200" spc="-5" dirty="0">
                <a:latin typeface="Arial"/>
                <a:cs typeface="Arial"/>
              </a:rPr>
              <a:t>a</a:t>
            </a:r>
            <a:r>
              <a:rPr sz="2200" spc="-10" dirty="0">
                <a:latin typeface="Arial"/>
                <a:cs typeface="Arial"/>
              </a:rPr>
              <a:t>l</a:t>
            </a:r>
            <a:r>
              <a:rPr sz="2200" spc="-5" dirty="0">
                <a:latin typeface="Arial"/>
                <a:cs typeface="Arial"/>
              </a:rPr>
              <a:t>uat</a:t>
            </a:r>
            <a:r>
              <a:rPr sz="2200" dirty="0">
                <a:latin typeface="Arial"/>
                <a:cs typeface="Arial"/>
              </a:rPr>
              <a:t>e</a:t>
            </a:r>
            <a:r>
              <a:rPr sz="2200" spc="8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Arial"/>
                <a:cs typeface="Arial"/>
              </a:rPr>
              <a:t>th</a:t>
            </a:r>
            <a:r>
              <a:rPr sz="2200" dirty="0">
                <a:latin typeface="Arial"/>
                <a:cs typeface="Arial"/>
              </a:rPr>
              <a:t>e</a:t>
            </a:r>
            <a:r>
              <a:rPr sz="2200" spc="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Arial"/>
                <a:cs typeface="Arial"/>
              </a:rPr>
              <a:t>c</a:t>
            </a:r>
            <a:r>
              <a:rPr sz="2200" spc="-5" dirty="0">
                <a:latin typeface="Arial"/>
                <a:cs typeface="Arial"/>
              </a:rPr>
              <a:t>on</a:t>
            </a:r>
            <a:r>
              <a:rPr sz="2200" spc="5" dirty="0">
                <a:latin typeface="Arial"/>
                <a:cs typeface="Arial"/>
              </a:rPr>
              <a:t>tr</a:t>
            </a:r>
            <a:r>
              <a:rPr sz="2200" spc="-5" dirty="0">
                <a:latin typeface="Arial"/>
                <a:cs typeface="Arial"/>
              </a:rPr>
              <a:t>o</a:t>
            </a:r>
            <a:r>
              <a:rPr sz="2200" spc="-10" dirty="0">
                <a:latin typeface="Arial"/>
                <a:cs typeface="Arial"/>
              </a:rPr>
              <a:t>ll</a:t>
            </a:r>
            <a:r>
              <a:rPr sz="2200" spc="-5" dirty="0">
                <a:latin typeface="Arial"/>
                <a:cs typeface="Arial"/>
              </a:rPr>
              <a:t>e</a:t>
            </a:r>
            <a:r>
              <a:rPr sz="2200" dirty="0">
                <a:latin typeface="Arial"/>
                <a:cs typeface="Arial"/>
              </a:rPr>
              <a:t>r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Arial"/>
                <a:cs typeface="Arial"/>
              </a:rPr>
              <a:t>befo</a:t>
            </a:r>
            <a:r>
              <a:rPr sz="2200" spc="5" dirty="0">
                <a:latin typeface="Arial"/>
                <a:cs typeface="Arial"/>
              </a:rPr>
              <a:t>r</a:t>
            </a:r>
            <a:r>
              <a:rPr sz="2200" dirty="0">
                <a:latin typeface="Arial"/>
                <a:cs typeface="Arial"/>
              </a:rPr>
              <a:t>e</a:t>
            </a:r>
            <a:r>
              <a:rPr sz="2200" spc="6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Arial"/>
                <a:cs typeface="Arial"/>
              </a:rPr>
              <a:t>i</a:t>
            </a:r>
            <a:r>
              <a:rPr sz="2200" spc="5" dirty="0">
                <a:latin typeface="Arial"/>
                <a:cs typeface="Arial"/>
              </a:rPr>
              <a:t>m</a:t>
            </a:r>
            <a:r>
              <a:rPr sz="2200" spc="-5" dirty="0">
                <a:latin typeface="Arial"/>
                <a:cs typeface="Arial"/>
              </a:rPr>
              <a:t>p</a:t>
            </a:r>
            <a:r>
              <a:rPr sz="2200" spc="-10" dirty="0">
                <a:latin typeface="Arial"/>
                <a:cs typeface="Arial"/>
              </a:rPr>
              <a:t>l</a:t>
            </a:r>
            <a:r>
              <a:rPr sz="2200" spc="-5" dirty="0">
                <a:latin typeface="Arial"/>
                <a:cs typeface="Arial"/>
              </a:rPr>
              <a:t>e</a:t>
            </a:r>
            <a:r>
              <a:rPr sz="2200" spc="5" dirty="0">
                <a:latin typeface="Arial"/>
                <a:cs typeface="Arial"/>
              </a:rPr>
              <a:t>m</a:t>
            </a:r>
            <a:r>
              <a:rPr sz="2200" spc="-5" dirty="0">
                <a:latin typeface="Arial"/>
                <a:cs typeface="Arial"/>
              </a:rPr>
              <a:t>e</a:t>
            </a:r>
            <a:r>
              <a:rPr sz="2200" spc="-20" dirty="0">
                <a:latin typeface="Arial"/>
                <a:cs typeface="Arial"/>
              </a:rPr>
              <a:t>n</a:t>
            </a:r>
            <a:r>
              <a:rPr sz="2200" spc="-5" dirty="0">
                <a:latin typeface="Arial"/>
                <a:cs typeface="Arial"/>
              </a:rPr>
              <a:t>t</a:t>
            </a:r>
            <a:r>
              <a:rPr sz="2200" spc="-20" dirty="0">
                <a:latin typeface="Arial"/>
                <a:cs typeface="Arial"/>
              </a:rPr>
              <a:t>a</a:t>
            </a:r>
            <a:r>
              <a:rPr sz="2200" spc="-5" dirty="0">
                <a:latin typeface="Arial"/>
                <a:cs typeface="Arial"/>
              </a:rPr>
              <a:t>t</a:t>
            </a:r>
            <a:r>
              <a:rPr sz="2200" spc="-10" dirty="0">
                <a:latin typeface="Arial"/>
                <a:cs typeface="Arial"/>
              </a:rPr>
              <a:t>i</a:t>
            </a:r>
            <a:r>
              <a:rPr sz="2200" spc="-5" dirty="0">
                <a:latin typeface="Arial"/>
                <a:cs typeface="Arial"/>
              </a:rPr>
              <a:t>on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244815" y="2004063"/>
            <a:ext cx="1913255" cy="733425"/>
          </a:xfrm>
          <a:custGeom>
            <a:avLst/>
            <a:gdLst/>
            <a:ahLst/>
            <a:cxnLst/>
            <a:rect l="l" t="t" r="r" b="b"/>
            <a:pathLst>
              <a:path w="1913254" h="733425">
                <a:moveTo>
                  <a:pt x="0" y="733223"/>
                </a:moveTo>
                <a:lnTo>
                  <a:pt x="1912906" y="733223"/>
                </a:lnTo>
                <a:lnTo>
                  <a:pt x="1912906" y="0"/>
                </a:lnTo>
                <a:lnTo>
                  <a:pt x="0" y="0"/>
                </a:lnTo>
                <a:lnTo>
                  <a:pt x="0" y="73322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244803" y="2004054"/>
            <a:ext cx="1913255" cy="733425"/>
          </a:xfrm>
          <a:custGeom>
            <a:avLst/>
            <a:gdLst/>
            <a:ahLst/>
            <a:cxnLst/>
            <a:rect l="l" t="t" r="r" b="b"/>
            <a:pathLst>
              <a:path w="1913254" h="733425">
                <a:moveTo>
                  <a:pt x="0" y="2052"/>
                </a:moveTo>
                <a:lnTo>
                  <a:pt x="0" y="735267"/>
                </a:lnTo>
                <a:lnTo>
                  <a:pt x="1912890" y="735267"/>
                </a:lnTo>
                <a:lnTo>
                  <a:pt x="1912890" y="2052"/>
                </a:lnTo>
              </a:path>
            </a:pathLst>
          </a:custGeom>
          <a:ln w="123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463721" y="2079194"/>
            <a:ext cx="1477010" cy="476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57785">
              <a:lnSpc>
                <a:spcPct val="100000"/>
              </a:lnSpc>
            </a:pPr>
            <a:r>
              <a:rPr sz="1600" spc="-20" dirty="0">
                <a:latin typeface="Times New Roman"/>
                <a:cs typeface="Times New Roman"/>
              </a:rPr>
              <a:t>I</a:t>
            </a:r>
            <a:r>
              <a:rPr sz="1600" spc="20" dirty="0">
                <a:latin typeface="Times New Roman"/>
                <a:cs typeface="Times New Roman"/>
              </a:rPr>
              <a:t>d</a:t>
            </a:r>
            <a:r>
              <a:rPr sz="1600" spc="-5" dirty="0">
                <a:latin typeface="Times New Roman"/>
                <a:cs typeface="Times New Roman"/>
              </a:rPr>
              <a:t>e</a:t>
            </a:r>
            <a:r>
              <a:rPr sz="1600" spc="5" dirty="0">
                <a:latin typeface="Times New Roman"/>
                <a:cs typeface="Times New Roman"/>
              </a:rPr>
              <a:t>nti</a:t>
            </a:r>
            <a:r>
              <a:rPr sz="1600" dirty="0">
                <a:latin typeface="Times New Roman"/>
                <a:cs typeface="Times New Roman"/>
              </a:rPr>
              <a:t>fi</a:t>
            </a:r>
            <a:r>
              <a:rPr sz="1600" spc="-5" dirty="0">
                <a:latin typeface="Times New Roman"/>
                <a:cs typeface="Times New Roman"/>
              </a:rPr>
              <a:t>ca</a:t>
            </a:r>
            <a:r>
              <a:rPr sz="1600" spc="5" dirty="0">
                <a:latin typeface="Times New Roman"/>
                <a:cs typeface="Times New Roman"/>
              </a:rPr>
              <a:t>tion of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d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dirty="0">
                <a:latin typeface="Times New Roman"/>
                <a:cs typeface="Times New Roman"/>
              </a:rPr>
              <a:t>t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dirty="0">
                <a:latin typeface="Times New Roman"/>
                <a:cs typeface="Times New Roman"/>
              </a:rPr>
              <a:t>-</a:t>
            </a:r>
            <a:r>
              <a:rPr sz="1600" spc="5" dirty="0">
                <a:latin typeface="Times New Roman"/>
                <a:cs typeface="Times New Roman"/>
              </a:rPr>
              <a:t>b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20" dirty="0">
                <a:latin typeface="Times New Roman"/>
                <a:cs typeface="Times New Roman"/>
              </a:rPr>
              <a:t>s</a:t>
            </a:r>
            <a:r>
              <a:rPr sz="1600" spc="-5" dirty="0">
                <a:latin typeface="Times New Roman"/>
                <a:cs typeface="Times New Roman"/>
              </a:rPr>
              <a:t>e</a:t>
            </a:r>
            <a:r>
              <a:rPr sz="1600" spc="5" dirty="0">
                <a:latin typeface="Times New Roman"/>
                <a:cs typeface="Times New Roman"/>
              </a:rPr>
              <a:t>d mod</a:t>
            </a:r>
            <a:r>
              <a:rPr sz="1600" spc="-5" dirty="0">
                <a:latin typeface="Times New Roman"/>
                <a:cs typeface="Times New Roman"/>
              </a:rPr>
              <a:t>e</a:t>
            </a:r>
            <a:r>
              <a:rPr sz="1600" dirty="0">
                <a:latin typeface="Times New Roman"/>
                <a:cs typeface="Times New Roman"/>
              </a:rPr>
              <a:t>l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232410" y="3164823"/>
            <a:ext cx="1913255" cy="708660"/>
          </a:xfrm>
          <a:custGeom>
            <a:avLst/>
            <a:gdLst/>
            <a:ahLst/>
            <a:cxnLst/>
            <a:rect l="l" t="t" r="r" b="b"/>
            <a:pathLst>
              <a:path w="1913254" h="708660">
                <a:moveTo>
                  <a:pt x="0" y="708446"/>
                </a:moveTo>
                <a:lnTo>
                  <a:pt x="1912894" y="708446"/>
                </a:lnTo>
                <a:lnTo>
                  <a:pt x="1912894" y="0"/>
                </a:lnTo>
                <a:lnTo>
                  <a:pt x="0" y="0"/>
                </a:lnTo>
                <a:lnTo>
                  <a:pt x="0" y="7084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232410" y="3164819"/>
            <a:ext cx="1913255" cy="708660"/>
          </a:xfrm>
          <a:custGeom>
            <a:avLst/>
            <a:gdLst/>
            <a:ahLst/>
            <a:cxnLst/>
            <a:rect l="l" t="t" r="r" b="b"/>
            <a:pathLst>
              <a:path w="1913254" h="708660">
                <a:moveTo>
                  <a:pt x="19" y="708452"/>
                </a:moveTo>
                <a:lnTo>
                  <a:pt x="1912890" y="708452"/>
                </a:lnTo>
                <a:lnTo>
                  <a:pt x="1912890" y="0"/>
                </a:lnTo>
                <a:lnTo>
                  <a:pt x="19" y="0"/>
                </a:lnTo>
              </a:path>
            </a:pathLst>
          </a:custGeom>
          <a:ln w="123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232410" y="4234720"/>
            <a:ext cx="1913255" cy="710565"/>
          </a:xfrm>
          <a:custGeom>
            <a:avLst/>
            <a:gdLst/>
            <a:ahLst/>
            <a:cxnLst/>
            <a:rect l="l" t="t" r="r" b="b"/>
            <a:pathLst>
              <a:path w="1913254" h="710564">
                <a:moveTo>
                  <a:pt x="0" y="710504"/>
                </a:moveTo>
                <a:lnTo>
                  <a:pt x="1912894" y="710504"/>
                </a:lnTo>
                <a:lnTo>
                  <a:pt x="1912894" y="0"/>
                </a:lnTo>
                <a:lnTo>
                  <a:pt x="0" y="0"/>
                </a:lnTo>
                <a:lnTo>
                  <a:pt x="0" y="71050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232410" y="4234721"/>
            <a:ext cx="1913255" cy="710565"/>
          </a:xfrm>
          <a:custGeom>
            <a:avLst/>
            <a:gdLst/>
            <a:ahLst/>
            <a:cxnLst/>
            <a:rect l="l" t="t" r="r" b="b"/>
            <a:pathLst>
              <a:path w="1913254" h="710564">
                <a:moveTo>
                  <a:pt x="19" y="710505"/>
                </a:moveTo>
                <a:lnTo>
                  <a:pt x="1912890" y="710505"/>
                </a:lnTo>
                <a:lnTo>
                  <a:pt x="1912890" y="0"/>
                </a:lnTo>
                <a:lnTo>
                  <a:pt x="19" y="0"/>
                </a:lnTo>
              </a:path>
            </a:pathLst>
          </a:custGeom>
          <a:ln w="123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457518" y="3242033"/>
            <a:ext cx="1466850" cy="1548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1270" algn="ctr">
              <a:lnSpc>
                <a:spcPct val="100800"/>
              </a:lnSpc>
            </a:pPr>
            <a:r>
              <a:rPr sz="1600" dirty="0">
                <a:latin typeface="Times New Roman"/>
                <a:cs typeface="Times New Roman"/>
              </a:rPr>
              <a:t>E</a:t>
            </a:r>
            <a:r>
              <a:rPr sz="1600" spc="5" dirty="0">
                <a:latin typeface="Times New Roman"/>
                <a:cs typeface="Times New Roman"/>
              </a:rPr>
              <a:t>stim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5" dirty="0">
                <a:latin typeface="Times New Roman"/>
                <a:cs typeface="Times New Roman"/>
              </a:rPr>
              <a:t>tion of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</a:t>
            </a:r>
            <a:r>
              <a:rPr sz="1600" spc="5" dirty="0">
                <a:latin typeface="Times New Roman"/>
                <a:cs typeface="Times New Roman"/>
              </a:rPr>
              <a:t>ont</a:t>
            </a:r>
            <a:r>
              <a:rPr sz="1600" dirty="0">
                <a:latin typeface="Times New Roman"/>
                <a:cs typeface="Times New Roman"/>
              </a:rPr>
              <a:t>r</a:t>
            </a:r>
            <a:r>
              <a:rPr sz="1600" spc="5" dirty="0">
                <a:latin typeface="Times New Roman"/>
                <a:cs typeface="Times New Roman"/>
              </a:rPr>
              <a:t>ol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dirty="0">
                <a:latin typeface="Times New Roman"/>
                <a:cs typeface="Times New Roman"/>
              </a:rPr>
              <a:t>l</a:t>
            </a:r>
            <a:r>
              <a:rPr sz="1600" spc="-15" dirty="0">
                <a:latin typeface="Times New Roman"/>
                <a:cs typeface="Times New Roman"/>
              </a:rPr>
              <a:t>g</a:t>
            </a:r>
            <a:r>
              <a:rPr sz="1600" spc="20" dirty="0">
                <a:latin typeface="Times New Roman"/>
                <a:cs typeface="Times New Roman"/>
              </a:rPr>
              <a:t>o</a:t>
            </a:r>
            <a:r>
              <a:rPr sz="1600" dirty="0">
                <a:latin typeface="Times New Roman"/>
                <a:cs typeface="Times New Roman"/>
              </a:rPr>
              <a:t>r</a:t>
            </a:r>
            <a:r>
              <a:rPr sz="1600" spc="5" dirty="0">
                <a:latin typeface="Times New Roman"/>
                <a:cs typeface="Times New Roman"/>
              </a:rPr>
              <a:t>ithm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"/>
              </a:spcBef>
            </a:pPr>
            <a:endParaRPr sz="2350">
              <a:latin typeface="Times New Roman"/>
              <a:cs typeface="Times New Roman"/>
            </a:endParaRPr>
          </a:p>
          <a:p>
            <a:pPr marL="156845" marR="144780" algn="ctr">
              <a:lnSpc>
                <a:spcPct val="100800"/>
              </a:lnSpc>
            </a:pPr>
            <a:r>
              <a:rPr sz="1600" dirty="0">
                <a:latin typeface="Times New Roman"/>
                <a:cs typeface="Times New Roman"/>
              </a:rPr>
              <a:t>E</a:t>
            </a:r>
            <a:r>
              <a:rPr sz="1600" spc="5" dirty="0">
                <a:latin typeface="Times New Roman"/>
                <a:cs typeface="Times New Roman"/>
              </a:rPr>
              <a:t>v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5" dirty="0">
                <a:latin typeface="Times New Roman"/>
                <a:cs typeface="Times New Roman"/>
              </a:rPr>
              <a:t>lu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5" dirty="0">
                <a:latin typeface="Times New Roman"/>
                <a:cs typeface="Times New Roman"/>
              </a:rPr>
              <a:t>tion </a:t>
            </a:r>
            <a:r>
              <a:rPr sz="1600" spc="20" dirty="0">
                <a:latin typeface="Times New Roman"/>
                <a:cs typeface="Times New Roman"/>
              </a:rPr>
              <a:t>b</a:t>
            </a:r>
            <a:r>
              <a:rPr sz="1600" spc="5" dirty="0">
                <a:latin typeface="Times New Roman"/>
                <a:cs typeface="Times New Roman"/>
              </a:rPr>
              <a:t>y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simul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5" dirty="0">
                <a:latin typeface="Times New Roman"/>
                <a:cs typeface="Times New Roman"/>
              </a:rPr>
              <a:t>tion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232410" y="5385160"/>
            <a:ext cx="1913255" cy="708660"/>
          </a:xfrm>
          <a:custGeom>
            <a:avLst/>
            <a:gdLst/>
            <a:ahLst/>
            <a:cxnLst/>
            <a:rect l="l" t="t" r="r" b="b"/>
            <a:pathLst>
              <a:path w="1913254" h="708660">
                <a:moveTo>
                  <a:pt x="0" y="708434"/>
                </a:moveTo>
                <a:lnTo>
                  <a:pt x="1912894" y="708434"/>
                </a:lnTo>
                <a:lnTo>
                  <a:pt x="1912894" y="0"/>
                </a:lnTo>
                <a:lnTo>
                  <a:pt x="0" y="0"/>
                </a:lnTo>
                <a:lnTo>
                  <a:pt x="0" y="70843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232410" y="5385162"/>
            <a:ext cx="1913255" cy="708660"/>
          </a:xfrm>
          <a:custGeom>
            <a:avLst/>
            <a:gdLst/>
            <a:ahLst/>
            <a:cxnLst/>
            <a:rect l="l" t="t" r="r" b="b"/>
            <a:pathLst>
              <a:path w="1913254" h="708660">
                <a:moveTo>
                  <a:pt x="19" y="708431"/>
                </a:moveTo>
                <a:lnTo>
                  <a:pt x="1912890" y="708431"/>
                </a:lnTo>
                <a:lnTo>
                  <a:pt x="1912890" y="0"/>
                </a:lnTo>
                <a:lnTo>
                  <a:pt x="19" y="0"/>
                </a:lnTo>
              </a:path>
            </a:pathLst>
          </a:custGeom>
          <a:ln w="123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523704" y="5470627"/>
            <a:ext cx="1334770" cy="232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20" dirty="0">
                <a:latin typeface="Times New Roman"/>
                <a:cs typeface="Times New Roman"/>
              </a:rPr>
              <a:t>I</a:t>
            </a:r>
            <a:r>
              <a:rPr sz="1600" spc="5" dirty="0">
                <a:latin typeface="Times New Roman"/>
                <a:cs typeface="Times New Roman"/>
              </a:rPr>
              <a:t>mpl</a:t>
            </a:r>
            <a:r>
              <a:rPr sz="1600" spc="-5" dirty="0">
                <a:latin typeface="Times New Roman"/>
                <a:cs typeface="Times New Roman"/>
              </a:rPr>
              <a:t>e</a:t>
            </a:r>
            <a:r>
              <a:rPr sz="1600" spc="10" dirty="0">
                <a:latin typeface="Times New Roman"/>
                <a:cs typeface="Times New Roman"/>
              </a:rPr>
              <a:t>m</a:t>
            </a:r>
            <a:r>
              <a:rPr sz="1600" spc="-5" dirty="0">
                <a:latin typeface="Times New Roman"/>
                <a:cs typeface="Times New Roman"/>
              </a:rPr>
              <a:t>e</a:t>
            </a:r>
            <a:r>
              <a:rPr sz="1600" spc="5" dirty="0">
                <a:latin typeface="Times New Roman"/>
                <a:cs typeface="Times New Roman"/>
              </a:rPr>
              <a:t>n</a:t>
            </a:r>
            <a:r>
              <a:rPr sz="1600" spc="15" dirty="0">
                <a:latin typeface="Times New Roman"/>
                <a:cs typeface="Times New Roman"/>
              </a:rPr>
              <a:t>t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5" dirty="0">
                <a:latin typeface="Times New Roman"/>
                <a:cs typeface="Times New Roman"/>
              </a:rPr>
              <a:t>tion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175400" y="2737286"/>
            <a:ext cx="103505" cy="427990"/>
          </a:xfrm>
          <a:custGeom>
            <a:avLst/>
            <a:gdLst/>
            <a:ahLst/>
            <a:cxnLst/>
            <a:rect l="l" t="t" r="r" b="b"/>
            <a:pathLst>
              <a:path w="103504" h="427989">
                <a:moveTo>
                  <a:pt x="103418" y="324276"/>
                </a:moveTo>
                <a:lnTo>
                  <a:pt x="0" y="324276"/>
                </a:lnTo>
                <a:lnTo>
                  <a:pt x="51724" y="427542"/>
                </a:lnTo>
                <a:lnTo>
                  <a:pt x="103418" y="324276"/>
                </a:lnTo>
                <a:close/>
              </a:path>
              <a:path w="103504" h="427989">
                <a:moveTo>
                  <a:pt x="59984" y="0"/>
                </a:moveTo>
                <a:lnTo>
                  <a:pt x="43433" y="0"/>
                </a:lnTo>
                <a:lnTo>
                  <a:pt x="43433" y="324276"/>
                </a:lnTo>
                <a:lnTo>
                  <a:pt x="59984" y="324276"/>
                </a:lnTo>
                <a:lnTo>
                  <a:pt x="599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227097" y="2736236"/>
            <a:ext cx="0" cy="342900"/>
          </a:xfrm>
          <a:custGeom>
            <a:avLst/>
            <a:gdLst/>
            <a:ahLst/>
            <a:cxnLst/>
            <a:rect l="l" t="t" r="r" b="b"/>
            <a:pathLst>
              <a:path h="342900">
                <a:moveTo>
                  <a:pt x="0" y="0"/>
                </a:moveTo>
                <a:lnTo>
                  <a:pt x="0" y="342862"/>
                </a:lnTo>
              </a:path>
            </a:pathLst>
          </a:custGeom>
          <a:ln w="198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175386" y="3061556"/>
            <a:ext cx="103505" cy="103505"/>
          </a:xfrm>
          <a:custGeom>
            <a:avLst/>
            <a:gdLst/>
            <a:ahLst/>
            <a:cxnLst/>
            <a:rect l="l" t="t" r="r" b="b"/>
            <a:pathLst>
              <a:path w="103504" h="103505">
                <a:moveTo>
                  <a:pt x="103391" y="0"/>
                </a:moveTo>
                <a:lnTo>
                  <a:pt x="51695" y="103262"/>
                </a:lnTo>
                <a:lnTo>
                  <a:pt x="0" y="0"/>
                </a:lnTo>
                <a:lnTo>
                  <a:pt x="103391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150589" y="3887723"/>
            <a:ext cx="103505" cy="347345"/>
          </a:xfrm>
          <a:custGeom>
            <a:avLst/>
            <a:gdLst/>
            <a:ahLst/>
            <a:cxnLst/>
            <a:rect l="l" t="t" r="r" b="b"/>
            <a:pathLst>
              <a:path w="103504" h="347345">
                <a:moveTo>
                  <a:pt x="103418" y="243721"/>
                </a:moveTo>
                <a:lnTo>
                  <a:pt x="0" y="243721"/>
                </a:lnTo>
                <a:lnTo>
                  <a:pt x="51724" y="346996"/>
                </a:lnTo>
                <a:lnTo>
                  <a:pt x="103418" y="243721"/>
                </a:lnTo>
                <a:close/>
              </a:path>
              <a:path w="103504" h="347345">
                <a:moveTo>
                  <a:pt x="59984" y="0"/>
                </a:moveTo>
                <a:lnTo>
                  <a:pt x="43433" y="0"/>
                </a:lnTo>
                <a:lnTo>
                  <a:pt x="43433" y="243721"/>
                </a:lnTo>
                <a:lnTo>
                  <a:pt x="59984" y="243721"/>
                </a:lnTo>
                <a:lnTo>
                  <a:pt x="599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202271" y="3886692"/>
            <a:ext cx="0" cy="264795"/>
          </a:xfrm>
          <a:custGeom>
            <a:avLst/>
            <a:gdLst/>
            <a:ahLst/>
            <a:cxnLst/>
            <a:rect l="l" t="t" r="r" b="b"/>
            <a:pathLst>
              <a:path h="264795">
                <a:moveTo>
                  <a:pt x="0" y="0"/>
                </a:moveTo>
                <a:lnTo>
                  <a:pt x="0" y="264371"/>
                </a:lnTo>
              </a:path>
            </a:pathLst>
          </a:custGeom>
          <a:ln w="198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150560" y="4131446"/>
            <a:ext cx="103505" cy="103505"/>
          </a:xfrm>
          <a:custGeom>
            <a:avLst/>
            <a:gdLst/>
            <a:ahLst/>
            <a:cxnLst/>
            <a:rect l="l" t="t" r="r" b="b"/>
            <a:pathLst>
              <a:path w="103504" h="103504">
                <a:moveTo>
                  <a:pt x="103421" y="0"/>
                </a:moveTo>
                <a:lnTo>
                  <a:pt x="51726" y="103274"/>
                </a:lnTo>
                <a:lnTo>
                  <a:pt x="0" y="0"/>
                </a:lnTo>
                <a:lnTo>
                  <a:pt x="103421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136111" y="4945224"/>
            <a:ext cx="103505" cy="440055"/>
          </a:xfrm>
          <a:custGeom>
            <a:avLst/>
            <a:gdLst/>
            <a:ahLst/>
            <a:cxnLst/>
            <a:rect l="l" t="t" r="r" b="b"/>
            <a:pathLst>
              <a:path w="103504" h="440054">
                <a:moveTo>
                  <a:pt x="103418" y="336660"/>
                </a:moveTo>
                <a:lnTo>
                  <a:pt x="0" y="336660"/>
                </a:lnTo>
                <a:lnTo>
                  <a:pt x="51724" y="439936"/>
                </a:lnTo>
                <a:lnTo>
                  <a:pt x="103418" y="336660"/>
                </a:lnTo>
                <a:close/>
              </a:path>
              <a:path w="103504" h="440054">
                <a:moveTo>
                  <a:pt x="62057" y="0"/>
                </a:moveTo>
                <a:lnTo>
                  <a:pt x="43433" y="0"/>
                </a:lnTo>
                <a:lnTo>
                  <a:pt x="43433" y="336660"/>
                </a:lnTo>
                <a:lnTo>
                  <a:pt x="62057" y="336660"/>
                </a:lnTo>
                <a:lnTo>
                  <a:pt x="6205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188836" y="4944194"/>
            <a:ext cx="0" cy="355600"/>
          </a:xfrm>
          <a:custGeom>
            <a:avLst/>
            <a:gdLst/>
            <a:ahLst/>
            <a:cxnLst/>
            <a:rect l="l" t="t" r="r" b="b"/>
            <a:pathLst>
              <a:path h="355600">
                <a:moveTo>
                  <a:pt x="0" y="0"/>
                </a:moveTo>
                <a:lnTo>
                  <a:pt x="0" y="355251"/>
                </a:lnTo>
              </a:path>
            </a:pathLst>
          </a:custGeom>
          <a:ln w="219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136103" y="5281888"/>
            <a:ext cx="103505" cy="103505"/>
          </a:xfrm>
          <a:custGeom>
            <a:avLst/>
            <a:gdLst/>
            <a:ahLst/>
            <a:cxnLst/>
            <a:rect l="l" t="t" r="r" b="b"/>
            <a:pathLst>
              <a:path w="103504" h="103504">
                <a:moveTo>
                  <a:pt x="103391" y="0"/>
                </a:moveTo>
                <a:lnTo>
                  <a:pt x="51695" y="103274"/>
                </a:lnTo>
                <a:lnTo>
                  <a:pt x="0" y="0"/>
                </a:lnTo>
                <a:lnTo>
                  <a:pt x="103391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157694" y="5746612"/>
            <a:ext cx="440690" cy="0"/>
          </a:xfrm>
          <a:custGeom>
            <a:avLst/>
            <a:gdLst/>
            <a:ahLst/>
            <a:cxnLst/>
            <a:rect l="l" t="t" r="r" b="b"/>
            <a:pathLst>
              <a:path w="440690">
                <a:moveTo>
                  <a:pt x="0" y="0"/>
                </a:moveTo>
                <a:lnTo>
                  <a:pt x="440465" y="0"/>
                </a:lnTo>
              </a:path>
            </a:pathLst>
          </a:custGeom>
          <a:ln w="123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598159" y="2324187"/>
            <a:ext cx="0" cy="3422650"/>
          </a:xfrm>
          <a:custGeom>
            <a:avLst/>
            <a:gdLst/>
            <a:ahLst/>
            <a:cxnLst/>
            <a:rect l="l" t="t" r="r" b="b"/>
            <a:pathLst>
              <a:path h="3422650">
                <a:moveTo>
                  <a:pt x="0" y="3422425"/>
                </a:moveTo>
                <a:lnTo>
                  <a:pt x="0" y="0"/>
                </a:lnTo>
              </a:path>
            </a:pathLst>
          </a:custGeom>
          <a:ln w="124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157709" y="2299411"/>
            <a:ext cx="440690" cy="103505"/>
          </a:xfrm>
          <a:custGeom>
            <a:avLst/>
            <a:gdLst/>
            <a:ahLst/>
            <a:cxnLst/>
            <a:rect l="l" t="t" r="r" b="b"/>
            <a:pathLst>
              <a:path w="440690" h="103505">
                <a:moveTo>
                  <a:pt x="103388" y="0"/>
                </a:moveTo>
                <a:lnTo>
                  <a:pt x="0" y="51633"/>
                </a:lnTo>
                <a:lnTo>
                  <a:pt x="103388" y="103266"/>
                </a:lnTo>
                <a:lnTo>
                  <a:pt x="103388" y="59893"/>
                </a:lnTo>
                <a:lnTo>
                  <a:pt x="440496" y="59893"/>
                </a:lnTo>
                <a:lnTo>
                  <a:pt x="440496" y="43373"/>
                </a:lnTo>
                <a:lnTo>
                  <a:pt x="103388" y="43373"/>
                </a:lnTo>
                <a:lnTo>
                  <a:pt x="1033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243521" y="2351054"/>
            <a:ext cx="356235" cy="0"/>
          </a:xfrm>
          <a:custGeom>
            <a:avLst/>
            <a:gdLst/>
            <a:ahLst/>
            <a:cxnLst/>
            <a:rect l="l" t="t" r="r" b="b"/>
            <a:pathLst>
              <a:path w="356234">
                <a:moveTo>
                  <a:pt x="0" y="0"/>
                </a:moveTo>
                <a:lnTo>
                  <a:pt x="355672" y="0"/>
                </a:lnTo>
              </a:path>
            </a:pathLst>
          </a:custGeom>
          <a:ln w="198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157694" y="2299423"/>
            <a:ext cx="103505" cy="103505"/>
          </a:xfrm>
          <a:custGeom>
            <a:avLst/>
            <a:gdLst/>
            <a:ahLst/>
            <a:cxnLst/>
            <a:rect l="l" t="t" r="r" b="b"/>
            <a:pathLst>
              <a:path w="103504" h="103505">
                <a:moveTo>
                  <a:pt x="103391" y="103262"/>
                </a:moveTo>
                <a:lnTo>
                  <a:pt x="0" y="51631"/>
                </a:lnTo>
                <a:lnTo>
                  <a:pt x="103391" y="0"/>
                </a:lnTo>
                <a:lnTo>
                  <a:pt x="103391" y="103262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145304" y="3460181"/>
            <a:ext cx="453390" cy="103505"/>
          </a:xfrm>
          <a:custGeom>
            <a:avLst/>
            <a:gdLst/>
            <a:ahLst/>
            <a:cxnLst/>
            <a:rect l="l" t="t" r="r" b="b"/>
            <a:pathLst>
              <a:path w="453390" h="103504">
                <a:moveTo>
                  <a:pt x="103388" y="0"/>
                </a:moveTo>
                <a:lnTo>
                  <a:pt x="0" y="51633"/>
                </a:lnTo>
                <a:lnTo>
                  <a:pt x="103388" y="103266"/>
                </a:lnTo>
                <a:lnTo>
                  <a:pt x="103388" y="61965"/>
                </a:lnTo>
                <a:lnTo>
                  <a:pt x="452902" y="61965"/>
                </a:lnTo>
                <a:lnTo>
                  <a:pt x="452902" y="43373"/>
                </a:lnTo>
                <a:lnTo>
                  <a:pt x="103388" y="43373"/>
                </a:lnTo>
                <a:lnTo>
                  <a:pt x="1033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231078" y="3512851"/>
            <a:ext cx="368300" cy="0"/>
          </a:xfrm>
          <a:custGeom>
            <a:avLst/>
            <a:gdLst/>
            <a:ahLst/>
            <a:cxnLst/>
            <a:rect l="l" t="t" r="r" b="b"/>
            <a:pathLst>
              <a:path w="368300">
                <a:moveTo>
                  <a:pt x="0" y="0"/>
                </a:moveTo>
                <a:lnTo>
                  <a:pt x="368115" y="0"/>
                </a:lnTo>
              </a:path>
            </a:pathLst>
          </a:custGeom>
          <a:ln w="219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145281" y="3460169"/>
            <a:ext cx="103505" cy="103505"/>
          </a:xfrm>
          <a:custGeom>
            <a:avLst/>
            <a:gdLst/>
            <a:ahLst/>
            <a:cxnLst/>
            <a:rect l="l" t="t" r="r" b="b"/>
            <a:pathLst>
              <a:path w="103504" h="103504">
                <a:moveTo>
                  <a:pt x="103391" y="103293"/>
                </a:moveTo>
                <a:lnTo>
                  <a:pt x="0" y="51661"/>
                </a:lnTo>
                <a:lnTo>
                  <a:pt x="103391" y="0"/>
                </a:lnTo>
                <a:lnTo>
                  <a:pt x="103391" y="103293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157709" y="4544531"/>
            <a:ext cx="440690" cy="103505"/>
          </a:xfrm>
          <a:custGeom>
            <a:avLst/>
            <a:gdLst/>
            <a:ahLst/>
            <a:cxnLst/>
            <a:rect l="l" t="t" r="r" b="b"/>
            <a:pathLst>
              <a:path w="440690" h="103504">
                <a:moveTo>
                  <a:pt x="103388" y="0"/>
                </a:moveTo>
                <a:lnTo>
                  <a:pt x="0" y="51639"/>
                </a:lnTo>
                <a:lnTo>
                  <a:pt x="103388" y="103275"/>
                </a:lnTo>
                <a:lnTo>
                  <a:pt x="103388" y="61959"/>
                </a:lnTo>
                <a:lnTo>
                  <a:pt x="440496" y="61959"/>
                </a:lnTo>
                <a:lnTo>
                  <a:pt x="440496" y="43376"/>
                </a:lnTo>
                <a:lnTo>
                  <a:pt x="103388" y="43376"/>
                </a:lnTo>
                <a:lnTo>
                  <a:pt x="1033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243521" y="4597199"/>
            <a:ext cx="356235" cy="0"/>
          </a:xfrm>
          <a:custGeom>
            <a:avLst/>
            <a:gdLst/>
            <a:ahLst/>
            <a:cxnLst/>
            <a:rect l="l" t="t" r="r" b="b"/>
            <a:pathLst>
              <a:path w="356234">
                <a:moveTo>
                  <a:pt x="0" y="0"/>
                </a:moveTo>
                <a:lnTo>
                  <a:pt x="355672" y="0"/>
                </a:lnTo>
              </a:path>
            </a:pathLst>
          </a:custGeom>
          <a:ln w="219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157694" y="4544534"/>
            <a:ext cx="103505" cy="103505"/>
          </a:xfrm>
          <a:custGeom>
            <a:avLst/>
            <a:gdLst/>
            <a:ahLst/>
            <a:cxnLst/>
            <a:rect l="l" t="t" r="r" b="b"/>
            <a:pathLst>
              <a:path w="103504" h="103504">
                <a:moveTo>
                  <a:pt x="103391" y="103274"/>
                </a:moveTo>
                <a:lnTo>
                  <a:pt x="0" y="51637"/>
                </a:lnTo>
                <a:lnTo>
                  <a:pt x="103391" y="0"/>
                </a:lnTo>
                <a:lnTo>
                  <a:pt x="103391" y="103274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2240">
              <a:lnSpc>
                <a:spcPct val="100000"/>
              </a:lnSpc>
            </a:pPr>
            <a:fld id="{81D60167-4931-47E6-BA6A-407CBD079E47}" type="slidenum">
              <a:rPr spc="-10" dirty="0">
                <a:latin typeface="Calibri"/>
                <a:cs typeface="Calibri"/>
              </a:rPr>
              <a:t>5</a:t>
            </a:fld>
            <a:endParaRPr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4299" rIns="0" bIns="0" rtlCol="0">
            <a:spAutoFit/>
          </a:bodyPr>
          <a:lstStyle/>
          <a:p>
            <a:pPr marL="135255">
              <a:lnSpc>
                <a:spcPct val="100000"/>
              </a:lnSpc>
            </a:pPr>
            <a:r>
              <a:rPr spc="-5" dirty="0">
                <a:latin typeface="Calibri"/>
                <a:cs typeface="Calibri"/>
              </a:rPr>
              <a:t>E</a:t>
            </a:r>
            <a:r>
              <a:rPr spc="-55" dirty="0">
                <a:latin typeface="Calibri"/>
                <a:cs typeface="Calibri"/>
              </a:rPr>
              <a:t>x</a:t>
            </a:r>
            <a:r>
              <a:rPr spc="-10" dirty="0">
                <a:latin typeface="Calibri"/>
                <a:cs typeface="Calibri"/>
              </a:rPr>
              <a:t>a</a:t>
            </a:r>
            <a:r>
              <a:rPr spc="-30" dirty="0">
                <a:latin typeface="Calibri"/>
                <a:cs typeface="Calibri"/>
              </a:rPr>
              <a:t>m</a:t>
            </a:r>
            <a:r>
              <a:rPr spc="-10" dirty="0">
                <a:latin typeface="Calibri"/>
                <a:cs typeface="Calibri"/>
              </a:rPr>
              <a:t>p</a:t>
            </a:r>
            <a:r>
              <a:rPr spc="-5" dirty="0">
                <a:latin typeface="Calibri"/>
                <a:cs typeface="Calibri"/>
              </a:rPr>
              <a:t>l</a:t>
            </a:r>
            <a:r>
              <a:rPr spc="-20" dirty="0">
                <a:latin typeface="Calibri"/>
                <a:cs typeface="Calibri"/>
              </a:rPr>
              <a:t>e</a:t>
            </a:r>
            <a:r>
              <a:rPr spc="-105" dirty="0">
                <a:latin typeface="Times New Roman"/>
                <a:cs typeface="Times New Roman"/>
              </a:rPr>
              <a:t> </a:t>
            </a:r>
            <a:r>
              <a:rPr dirty="0">
                <a:latin typeface="Calibri"/>
                <a:cs typeface="Calibri"/>
              </a:rPr>
              <a:t>–</a:t>
            </a:r>
            <a:r>
              <a:rPr spc="-85" dirty="0">
                <a:latin typeface="Times New Roman"/>
                <a:cs typeface="Times New Roman"/>
              </a:rPr>
              <a:t> </a:t>
            </a:r>
            <a:r>
              <a:rPr spc="-30" dirty="0">
                <a:latin typeface="Calibri"/>
                <a:cs typeface="Calibri"/>
              </a:rPr>
              <a:t>A</a:t>
            </a:r>
            <a:r>
              <a:rPr spc="5" dirty="0">
                <a:latin typeface="Calibri"/>
                <a:cs typeface="Calibri"/>
              </a:rPr>
              <a:t>x</a:t>
            </a:r>
            <a:r>
              <a:rPr spc="-5" dirty="0">
                <a:latin typeface="Calibri"/>
                <a:cs typeface="Calibri"/>
              </a:rPr>
              <a:t>i</a:t>
            </a:r>
            <a:r>
              <a:rPr spc="-10" dirty="0">
                <a:latin typeface="Calibri"/>
                <a:cs typeface="Calibri"/>
              </a:rPr>
              <a:t>a</a:t>
            </a:r>
            <a:r>
              <a:rPr dirty="0">
                <a:latin typeface="Calibri"/>
                <a:cs typeface="Calibri"/>
              </a:rPr>
              <a:t>l</a:t>
            </a:r>
            <a:r>
              <a:rPr spc="-90" dirty="0">
                <a:latin typeface="Times New Roman"/>
                <a:cs typeface="Times New Roman"/>
              </a:rPr>
              <a:t> </a:t>
            </a:r>
            <a:r>
              <a:rPr spc="-105" dirty="0">
                <a:latin typeface="Calibri"/>
                <a:cs typeface="Calibri"/>
              </a:rPr>
              <a:t>F</a:t>
            </a:r>
            <a:r>
              <a:rPr spc="-10" dirty="0">
                <a:latin typeface="Calibri"/>
                <a:cs typeface="Calibri"/>
              </a:rPr>
              <a:t>a</a:t>
            </a:r>
            <a:r>
              <a:rPr dirty="0">
                <a:latin typeface="Calibri"/>
                <a:cs typeface="Calibri"/>
              </a:rPr>
              <a:t>n</a:t>
            </a:r>
          </a:p>
        </p:txBody>
      </p:sp>
      <p:sp>
        <p:nvSpPr>
          <p:cNvPr id="3" name="object 3"/>
          <p:cNvSpPr/>
          <p:nvPr/>
        </p:nvSpPr>
        <p:spPr>
          <a:xfrm>
            <a:off x="1813560" y="2931170"/>
            <a:ext cx="1617980" cy="1905"/>
          </a:xfrm>
          <a:custGeom>
            <a:avLst/>
            <a:gdLst/>
            <a:ahLst/>
            <a:cxnLst/>
            <a:rect l="l" t="t" r="r" b="b"/>
            <a:pathLst>
              <a:path w="1617979" h="1905">
                <a:moveTo>
                  <a:pt x="1617939" y="1554"/>
                </a:moveTo>
                <a:lnTo>
                  <a:pt x="0" y="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355268" y="2888193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5" h="88900">
                <a:moveTo>
                  <a:pt x="60" y="0"/>
                </a:moveTo>
                <a:lnTo>
                  <a:pt x="76230" y="44531"/>
                </a:lnTo>
                <a:lnTo>
                  <a:pt x="0" y="8891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09259" y="2956560"/>
            <a:ext cx="1617980" cy="1905"/>
          </a:xfrm>
          <a:custGeom>
            <a:avLst/>
            <a:gdLst/>
            <a:ahLst/>
            <a:cxnLst/>
            <a:rect l="l" t="t" r="r" b="b"/>
            <a:pathLst>
              <a:path w="1617979" h="1905">
                <a:moveTo>
                  <a:pt x="1617939" y="1554"/>
                </a:moveTo>
                <a:lnTo>
                  <a:pt x="0" y="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050968" y="2913613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4" h="88900">
                <a:moveTo>
                  <a:pt x="60" y="0"/>
                </a:moveTo>
                <a:lnTo>
                  <a:pt x="76230" y="44531"/>
                </a:lnTo>
                <a:lnTo>
                  <a:pt x="0" y="88879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93274" y="2298572"/>
            <a:ext cx="1177290" cy="1203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ctr">
              <a:lnSpc>
                <a:spcPct val="100000"/>
              </a:lnSpc>
            </a:pP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"/>
              </a:spcBef>
            </a:pPr>
            <a:endParaRPr sz="22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3200" spc="5" dirty="0">
                <a:solidFill>
                  <a:srgbClr val="4471C4"/>
                </a:solidFill>
                <a:latin typeface="Calibri"/>
                <a:cs typeface="Calibri"/>
              </a:rPr>
              <a:t>ai</a:t>
            </a:r>
            <a:r>
              <a:rPr sz="3200" dirty="0">
                <a:solidFill>
                  <a:srgbClr val="4471C4"/>
                </a:solidFill>
                <a:latin typeface="Calibri"/>
                <a:cs typeface="Calibri"/>
              </a:rPr>
              <a:t>rfl</a:t>
            </a:r>
            <a:r>
              <a:rPr sz="3200" spc="-30" dirty="0">
                <a:solidFill>
                  <a:srgbClr val="4471C4"/>
                </a:solidFill>
                <a:latin typeface="Calibri"/>
                <a:cs typeface="Calibri"/>
              </a:rPr>
              <a:t>o</a:t>
            </a:r>
            <a:r>
              <a:rPr sz="3200" spc="-25" dirty="0">
                <a:solidFill>
                  <a:srgbClr val="4471C4"/>
                </a:solidFill>
                <a:latin typeface="Calibri"/>
                <a:cs typeface="Calibri"/>
              </a:rPr>
              <a:t>w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05242" y="2265125"/>
            <a:ext cx="1231265" cy="1279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50" i="1" spc="100" dirty="0">
                <a:latin typeface="Times New Roman"/>
                <a:cs typeface="Times New Roman"/>
              </a:rPr>
              <a:t>u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6"/>
              </a:spcBef>
            </a:pPr>
            <a:endParaRPr sz="27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3200" spc="-25" dirty="0">
                <a:solidFill>
                  <a:srgbClr val="4471C4"/>
                </a:solidFill>
                <a:latin typeface="Calibri"/>
                <a:cs typeface="Calibri"/>
              </a:rPr>
              <a:t>v</a:t>
            </a:r>
            <a:r>
              <a:rPr sz="3200" spc="-10" dirty="0">
                <a:solidFill>
                  <a:srgbClr val="4471C4"/>
                </a:solidFill>
                <a:latin typeface="Calibri"/>
                <a:cs typeface="Calibri"/>
              </a:rPr>
              <a:t>o</a:t>
            </a:r>
            <a:r>
              <a:rPr sz="3200" spc="5" dirty="0">
                <a:solidFill>
                  <a:srgbClr val="4471C4"/>
                </a:solidFill>
                <a:latin typeface="Calibri"/>
                <a:cs typeface="Calibri"/>
              </a:rPr>
              <a:t>l</a:t>
            </a:r>
            <a:r>
              <a:rPr sz="3200" spc="-50" dirty="0">
                <a:solidFill>
                  <a:srgbClr val="4471C4"/>
                </a:solidFill>
                <a:latin typeface="Calibri"/>
                <a:cs typeface="Calibri"/>
              </a:rPr>
              <a:t>t</a:t>
            </a:r>
            <a:r>
              <a:rPr sz="3200" spc="5" dirty="0">
                <a:solidFill>
                  <a:srgbClr val="4471C4"/>
                </a:solidFill>
                <a:latin typeface="Calibri"/>
                <a:cs typeface="Calibri"/>
              </a:rPr>
              <a:t>a</a:t>
            </a:r>
            <a:r>
              <a:rPr sz="3200" spc="-45" dirty="0">
                <a:solidFill>
                  <a:srgbClr val="4471C4"/>
                </a:solidFill>
                <a:latin typeface="Calibri"/>
                <a:cs typeface="Calibri"/>
              </a:rPr>
              <a:t>g</a:t>
            </a:r>
            <a:r>
              <a:rPr sz="3200" spc="-20" dirty="0">
                <a:solidFill>
                  <a:srgbClr val="4471C4"/>
                </a:solidFill>
                <a:latin typeface="Calibri"/>
                <a:cs typeface="Calibri"/>
              </a:rPr>
              <a:t>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440429" y="2228850"/>
            <a:ext cx="2082800" cy="1460500"/>
          </a:xfrm>
          <a:custGeom>
            <a:avLst/>
            <a:gdLst/>
            <a:ahLst/>
            <a:cxnLst/>
            <a:rect l="l" t="t" r="r" b="b"/>
            <a:pathLst>
              <a:path w="2082800" h="1460500">
                <a:moveTo>
                  <a:pt x="1839376" y="0"/>
                </a:moveTo>
                <a:lnTo>
                  <a:pt x="243413" y="0"/>
                </a:lnTo>
                <a:lnTo>
                  <a:pt x="223447" y="806"/>
                </a:lnTo>
                <a:lnTo>
                  <a:pt x="184913" y="7073"/>
                </a:lnTo>
                <a:lnTo>
                  <a:pt x="148660" y="19126"/>
                </a:lnTo>
                <a:lnTo>
                  <a:pt x="99650" y="46960"/>
                </a:lnTo>
                <a:lnTo>
                  <a:pt x="58589" y="84996"/>
                </a:lnTo>
                <a:lnTo>
                  <a:pt x="27166" y="131544"/>
                </a:lnTo>
                <a:lnTo>
                  <a:pt x="7073" y="184913"/>
                </a:lnTo>
                <a:lnTo>
                  <a:pt x="806" y="223447"/>
                </a:lnTo>
                <a:lnTo>
                  <a:pt x="0" y="243413"/>
                </a:lnTo>
                <a:lnTo>
                  <a:pt x="0" y="1217066"/>
                </a:lnTo>
                <a:lnTo>
                  <a:pt x="3185" y="1256553"/>
                </a:lnTo>
                <a:lnTo>
                  <a:pt x="12408" y="1294012"/>
                </a:lnTo>
                <a:lnTo>
                  <a:pt x="36465" y="1345300"/>
                </a:lnTo>
                <a:lnTo>
                  <a:pt x="71288" y="1389205"/>
                </a:lnTo>
                <a:lnTo>
                  <a:pt x="115187" y="1424035"/>
                </a:lnTo>
                <a:lnTo>
                  <a:pt x="166470" y="1448098"/>
                </a:lnTo>
                <a:lnTo>
                  <a:pt x="203927" y="1457323"/>
                </a:lnTo>
                <a:lnTo>
                  <a:pt x="243413" y="1460510"/>
                </a:lnTo>
                <a:lnTo>
                  <a:pt x="1839376" y="1460510"/>
                </a:lnTo>
                <a:lnTo>
                  <a:pt x="1878862" y="1457323"/>
                </a:lnTo>
                <a:lnTo>
                  <a:pt x="1916319" y="1448098"/>
                </a:lnTo>
                <a:lnTo>
                  <a:pt x="1967602" y="1424035"/>
                </a:lnTo>
                <a:lnTo>
                  <a:pt x="2011500" y="1389205"/>
                </a:lnTo>
                <a:lnTo>
                  <a:pt x="2046324" y="1345300"/>
                </a:lnTo>
                <a:lnTo>
                  <a:pt x="2070381" y="1294012"/>
                </a:lnTo>
                <a:lnTo>
                  <a:pt x="2079604" y="1256553"/>
                </a:lnTo>
                <a:lnTo>
                  <a:pt x="2082789" y="1217066"/>
                </a:lnTo>
                <a:lnTo>
                  <a:pt x="2082789" y="243413"/>
                </a:lnTo>
                <a:lnTo>
                  <a:pt x="2079604" y="203927"/>
                </a:lnTo>
                <a:lnTo>
                  <a:pt x="2070381" y="166470"/>
                </a:lnTo>
                <a:lnTo>
                  <a:pt x="2046324" y="115187"/>
                </a:lnTo>
                <a:lnTo>
                  <a:pt x="2011500" y="71288"/>
                </a:lnTo>
                <a:lnTo>
                  <a:pt x="1967602" y="36465"/>
                </a:lnTo>
                <a:lnTo>
                  <a:pt x="1916319" y="12408"/>
                </a:lnTo>
                <a:lnTo>
                  <a:pt x="1878862" y="3185"/>
                </a:lnTo>
                <a:lnTo>
                  <a:pt x="183937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440429" y="2228850"/>
            <a:ext cx="2082800" cy="1460500"/>
          </a:xfrm>
          <a:custGeom>
            <a:avLst/>
            <a:gdLst/>
            <a:ahLst/>
            <a:cxnLst/>
            <a:rect l="l" t="t" r="r" b="b"/>
            <a:pathLst>
              <a:path w="2082800" h="1460500">
                <a:moveTo>
                  <a:pt x="0" y="243413"/>
                </a:moveTo>
                <a:lnTo>
                  <a:pt x="3185" y="203927"/>
                </a:lnTo>
                <a:lnTo>
                  <a:pt x="12408" y="166470"/>
                </a:lnTo>
                <a:lnTo>
                  <a:pt x="36465" y="115187"/>
                </a:lnTo>
                <a:lnTo>
                  <a:pt x="71288" y="71288"/>
                </a:lnTo>
                <a:lnTo>
                  <a:pt x="115187" y="36465"/>
                </a:lnTo>
                <a:lnTo>
                  <a:pt x="166470" y="12408"/>
                </a:lnTo>
                <a:lnTo>
                  <a:pt x="203927" y="3185"/>
                </a:lnTo>
                <a:lnTo>
                  <a:pt x="243413" y="0"/>
                </a:lnTo>
                <a:lnTo>
                  <a:pt x="1839376" y="0"/>
                </a:lnTo>
                <a:lnTo>
                  <a:pt x="1878862" y="3185"/>
                </a:lnTo>
                <a:lnTo>
                  <a:pt x="1916319" y="12408"/>
                </a:lnTo>
                <a:lnTo>
                  <a:pt x="1967602" y="36465"/>
                </a:lnTo>
                <a:lnTo>
                  <a:pt x="2011500" y="71288"/>
                </a:lnTo>
                <a:lnTo>
                  <a:pt x="2046324" y="115187"/>
                </a:lnTo>
                <a:lnTo>
                  <a:pt x="2070381" y="166470"/>
                </a:lnTo>
                <a:lnTo>
                  <a:pt x="2079604" y="203927"/>
                </a:lnTo>
                <a:lnTo>
                  <a:pt x="2082789" y="243413"/>
                </a:lnTo>
                <a:lnTo>
                  <a:pt x="2082789" y="1217066"/>
                </a:lnTo>
                <a:lnTo>
                  <a:pt x="2079604" y="1256553"/>
                </a:lnTo>
                <a:lnTo>
                  <a:pt x="2070381" y="1294012"/>
                </a:lnTo>
                <a:lnTo>
                  <a:pt x="2046324" y="1345300"/>
                </a:lnTo>
                <a:lnTo>
                  <a:pt x="2011500" y="1389205"/>
                </a:lnTo>
                <a:lnTo>
                  <a:pt x="1967602" y="1424035"/>
                </a:lnTo>
                <a:lnTo>
                  <a:pt x="1916319" y="1448098"/>
                </a:lnTo>
                <a:lnTo>
                  <a:pt x="1878862" y="1457323"/>
                </a:lnTo>
                <a:lnTo>
                  <a:pt x="1839376" y="1460510"/>
                </a:lnTo>
                <a:lnTo>
                  <a:pt x="243413" y="1460510"/>
                </a:lnTo>
                <a:lnTo>
                  <a:pt x="203927" y="1457323"/>
                </a:lnTo>
                <a:lnTo>
                  <a:pt x="166470" y="1448098"/>
                </a:lnTo>
                <a:lnTo>
                  <a:pt x="115187" y="1424035"/>
                </a:lnTo>
                <a:lnTo>
                  <a:pt x="71288" y="1389205"/>
                </a:lnTo>
                <a:lnTo>
                  <a:pt x="36465" y="1345300"/>
                </a:lnTo>
                <a:lnTo>
                  <a:pt x="12408" y="1294012"/>
                </a:lnTo>
                <a:lnTo>
                  <a:pt x="3185" y="1256553"/>
                </a:lnTo>
                <a:lnTo>
                  <a:pt x="0" y="1217066"/>
                </a:lnTo>
                <a:lnTo>
                  <a:pt x="0" y="243413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959870" y="2326629"/>
            <a:ext cx="1082039" cy="11810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2240">
              <a:lnSpc>
                <a:spcPct val="100000"/>
              </a:lnSpc>
            </a:pPr>
            <a:fld id="{81D60167-4931-47E6-BA6A-407CBD079E47}" type="slidenum">
              <a:rPr spc="-10" dirty="0">
                <a:latin typeface="Calibri"/>
                <a:cs typeface="Calibri"/>
              </a:rPr>
              <a:t>6</a:t>
            </a:fld>
            <a:endParaRPr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4299" rIns="0" bIns="0" rtlCol="0">
            <a:spAutoFit/>
          </a:bodyPr>
          <a:lstStyle/>
          <a:p>
            <a:pPr marL="135255">
              <a:lnSpc>
                <a:spcPct val="100000"/>
              </a:lnSpc>
            </a:pPr>
            <a:r>
              <a:rPr spc="-5" dirty="0">
                <a:latin typeface="Calibri"/>
                <a:cs typeface="Calibri"/>
              </a:rPr>
              <a:t>E</a:t>
            </a:r>
            <a:r>
              <a:rPr spc="-55" dirty="0">
                <a:latin typeface="Calibri"/>
                <a:cs typeface="Calibri"/>
              </a:rPr>
              <a:t>x</a:t>
            </a:r>
            <a:r>
              <a:rPr spc="-10" dirty="0">
                <a:latin typeface="Calibri"/>
                <a:cs typeface="Calibri"/>
              </a:rPr>
              <a:t>a</a:t>
            </a:r>
            <a:r>
              <a:rPr spc="-30" dirty="0">
                <a:latin typeface="Calibri"/>
                <a:cs typeface="Calibri"/>
              </a:rPr>
              <a:t>m</a:t>
            </a:r>
            <a:r>
              <a:rPr spc="-10" dirty="0">
                <a:latin typeface="Calibri"/>
                <a:cs typeface="Calibri"/>
              </a:rPr>
              <a:t>p</a:t>
            </a:r>
            <a:r>
              <a:rPr spc="-5" dirty="0">
                <a:latin typeface="Calibri"/>
                <a:cs typeface="Calibri"/>
              </a:rPr>
              <a:t>l</a:t>
            </a:r>
            <a:r>
              <a:rPr spc="-20" dirty="0">
                <a:latin typeface="Calibri"/>
                <a:cs typeface="Calibri"/>
              </a:rPr>
              <a:t>e</a:t>
            </a:r>
            <a:r>
              <a:rPr spc="-105" dirty="0">
                <a:latin typeface="Times New Roman"/>
                <a:cs typeface="Times New Roman"/>
              </a:rPr>
              <a:t> </a:t>
            </a:r>
            <a:r>
              <a:rPr dirty="0">
                <a:latin typeface="Calibri"/>
                <a:cs typeface="Calibri"/>
              </a:rPr>
              <a:t>–</a:t>
            </a:r>
            <a:r>
              <a:rPr spc="-85" dirty="0">
                <a:latin typeface="Times New Roman"/>
                <a:cs typeface="Times New Roman"/>
              </a:rPr>
              <a:t> </a:t>
            </a:r>
            <a:r>
              <a:rPr spc="-30" dirty="0">
                <a:latin typeface="Calibri"/>
                <a:cs typeface="Calibri"/>
              </a:rPr>
              <a:t>A</a:t>
            </a:r>
            <a:r>
              <a:rPr spc="5" dirty="0">
                <a:latin typeface="Calibri"/>
                <a:cs typeface="Calibri"/>
              </a:rPr>
              <a:t>x</a:t>
            </a:r>
            <a:r>
              <a:rPr spc="-5" dirty="0">
                <a:latin typeface="Calibri"/>
                <a:cs typeface="Calibri"/>
              </a:rPr>
              <a:t>i</a:t>
            </a:r>
            <a:r>
              <a:rPr spc="-10" dirty="0">
                <a:latin typeface="Calibri"/>
                <a:cs typeface="Calibri"/>
              </a:rPr>
              <a:t>a</a:t>
            </a:r>
            <a:r>
              <a:rPr dirty="0">
                <a:latin typeface="Calibri"/>
                <a:cs typeface="Calibri"/>
              </a:rPr>
              <a:t>l</a:t>
            </a:r>
            <a:r>
              <a:rPr spc="-90" dirty="0">
                <a:latin typeface="Times New Roman"/>
                <a:cs typeface="Times New Roman"/>
              </a:rPr>
              <a:t> </a:t>
            </a:r>
            <a:r>
              <a:rPr spc="-105" dirty="0">
                <a:latin typeface="Calibri"/>
                <a:cs typeface="Calibri"/>
              </a:rPr>
              <a:t>F</a:t>
            </a:r>
            <a:r>
              <a:rPr spc="-10" dirty="0">
                <a:latin typeface="Calibri"/>
                <a:cs typeface="Calibri"/>
              </a:rPr>
              <a:t>a</a:t>
            </a:r>
            <a:r>
              <a:rPr dirty="0">
                <a:latin typeface="Calibri"/>
                <a:cs typeface="Calibri"/>
              </a:rPr>
              <a:t>n</a:t>
            </a:r>
            <a:r>
              <a:rPr spc="-8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Calibri"/>
                <a:cs typeface="Calibri"/>
              </a:rPr>
              <a:t>M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spc="-30" dirty="0">
                <a:latin typeface="Calibri"/>
                <a:cs typeface="Calibri"/>
              </a:rPr>
              <a:t>d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dirty="0">
                <a:latin typeface="Calibri"/>
                <a:cs typeface="Calibri"/>
              </a:rPr>
              <a:t>l</a:t>
            </a:r>
          </a:p>
        </p:txBody>
      </p:sp>
      <p:sp>
        <p:nvSpPr>
          <p:cNvPr id="5" name="object 5"/>
          <p:cNvSpPr/>
          <p:nvPr/>
        </p:nvSpPr>
        <p:spPr>
          <a:xfrm>
            <a:off x="1813560" y="3106430"/>
            <a:ext cx="1617980" cy="1905"/>
          </a:xfrm>
          <a:custGeom>
            <a:avLst/>
            <a:gdLst/>
            <a:ahLst/>
            <a:cxnLst/>
            <a:rect l="l" t="t" r="r" b="b"/>
            <a:pathLst>
              <a:path w="1617979" h="1905">
                <a:moveTo>
                  <a:pt x="1617939" y="1554"/>
                </a:moveTo>
                <a:lnTo>
                  <a:pt x="0" y="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355268" y="3063453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5" h="88900">
                <a:moveTo>
                  <a:pt x="60" y="0"/>
                </a:moveTo>
                <a:lnTo>
                  <a:pt x="76230" y="44531"/>
                </a:lnTo>
                <a:lnTo>
                  <a:pt x="0" y="8891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509259" y="3131820"/>
            <a:ext cx="1617980" cy="1905"/>
          </a:xfrm>
          <a:custGeom>
            <a:avLst/>
            <a:gdLst/>
            <a:ahLst/>
            <a:cxnLst/>
            <a:rect l="l" t="t" r="r" b="b"/>
            <a:pathLst>
              <a:path w="1617979" h="1905">
                <a:moveTo>
                  <a:pt x="1617939" y="1554"/>
                </a:moveTo>
                <a:lnTo>
                  <a:pt x="0" y="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050968" y="3088873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4" h="88900">
                <a:moveTo>
                  <a:pt x="60" y="0"/>
                </a:moveTo>
                <a:lnTo>
                  <a:pt x="76230" y="44531"/>
                </a:lnTo>
                <a:lnTo>
                  <a:pt x="0" y="88879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012977" y="2476165"/>
            <a:ext cx="598805" cy="362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19486" y="2440605"/>
            <a:ext cx="619760" cy="362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100" dirty="0">
                <a:latin typeface="Times New Roman"/>
                <a:cs typeface="Times New Roman"/>
              </a:rPr>
              <a:t>u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05242" y="3288458"/>
            <a:ext cx="1231265" cy="431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-25" dirty="0">
                <a:solidFill>
                  <a:srgbClr val="4471C4"/>
                </a:solidFill>
                <a:latin typeface="Calibri"/>
                <a:cs typeface="Calibri"/>
              </a:rPr>
              <a:t>v</a:t>
            </a:r>
            <a:r>
              <a:rPr sz="3200" spc="-10" dirty="0">
                <a:solidFill>
                  <a:srgbClr val="4471C4"/>
                </a:solidFill>
                <a:latin typeface="Calibri"/>
                <a:cs typeface="Calibri"/>
              </a:rPr>
              <a:t>o</a:t>
            </a:r>
            <a:r>
              <a:rPr sz="3200" spc="5" dirty="0">
                <a:solidFill>
                  <a:srgbClr val="4471C4"/>
                </a:solidFill>
                <a:latin typeface="Calibri"/>
                <a:cs typeface="Calibri"/>
              </a:rPr>
              <a:t>l</a:t>
            </a:r>
            <a:r>
              <a:rPr sz="3200" spc="-50" dirty="0">
                <a:solidFill>
                  <a:srgbClr val="4471C4"/>
                </a:solidFill>
                <a:latin typeface="Calibri"/>
                <a:cs typeface="Calibri"/>
              </a:rPr>
              <a:t>t</a:t>
            </a:r>
            <a:r>
              <a:rPr sz="3200" spc="5" dirty="0">
                <a:solidFill>
                  <a:srgbClr val="4471C4"/>
                </a:solidFill>
                <a:latin typeface="Calibri"/>
                <a:cs typeface="Calibri"/>
              </a:rPr>
              <a:t>a</a:t>
            </a:r>
            <a:r>
              <a:rPr sz="3200" spc="-45" dirty="0">
                <a:solidFill>
                  <a:srgbClr val="4471C4"/>
                </a:solidFill>
                <a:latin typeface="Calibri"/>
                <a:cs typeface="Calibri"/>
              </a:rPr>
              <a:t>g</a:t>
            </a:r>
            <a:r>
              <a:rPr sz="3200" spc="-20" dirty="0">
                <a:solidFill>
                  <a:srgbClr val="4471C4"/>
                </a:solidFill>
                <a:latin typeface="Calibri"/>
                <a:cs typeface="Calibri"/>
              </a:rPr>
              <a:t>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793274" y="3245786"/>
            <a:ext cx="1177290" cy="431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5" dirty="0">
                <a:solidFill>
                  <a:srgbClr val="4471C4"/>
                </a:solidFill>
                <a:latin typeface="Calibri"/>
                <a:cs typeface="Calibri"/>
              </a:rPr>
              <a:t>ai</a:t>
            </a:r>
            <a:r>
              <a:rPr sz="3200" dirty="0">
                <a:solidFill>
                  <a:srgbClr val="4471C4"/>
                </a:solidFill>
                <a:latin typeface="Calibri"/>
                <a:cs typeface="Calibri"/>
              </a:rPr>
              <a:t>rfl</a:t>
            </a:r>
            <a:r>
              <a:rPr sz="3200" spc="-30" dirty="0">
                <a:solidFill>
                  <a:srgbClr val="4471C4"/>
                </a:solidFill>
                <a:latin typeface="Calibri"/>
                <a:cs typeface="Calibri"/>
              </a:rPr>
              <a:t>o</a:t>
            </a:r>
            <a:r>
              <a:rPr sz="3200" spc="-25" dirty="0">
                <a:solidFill>
                  <a:srgbClr val="4471C4"/>
                </a:solidFill>
                <a:latin typeface="Calibri"/>
                <a:cs typeface="Calibri"/>
              </a:rPr>
              <a:t>w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440429" y="2404110"/>
            <a:ext cx="2082800" cy="1460500"/>
          </a:xfrm>
          <a:custGeom>
            <a:avLst/>
            <a:gdLst/>
            <a:ahLst/>
            <a:cxnLst/>
            <a:rect l="l" t="t" r="r" b="b"/>
            <a:pathLst>
              <a:path w="2082800" h="1460500">
                <a:moveTo>
                  <a:pt x="1839376" y="0"/>
                </a:moveTo>
                <a:lnTo>
                  <a:pt x="243413" y="0"/>
                </a:lnTo>
                <a:lnTo>
                  <a:pt x="223447" y="806"/>
                </a:lnTo>
                <a:lnTo>
                  <a:pt x="184913" y="7073"/>
                </a:lnTo>
                <a:lnTo>
                  <a:pt x="148660" y="19126"/>
                </a:lnTo>
                <a:lnTo>
                  <a:pt x="99650" y="46960"/>
                </a:lnTo>
                <a:lnTo>
                  <a:pt x="58589" y="84996"/>
                </a:lnTo>
                <a:lnTo>
                  <a:pt x="27166" y="131544"/>
                </a:lnTo>
                <a:lnTo>
                  <a:pt x="7073" y="184913"/>
                </a:lnTo>
                <a:lnTo>
                  <a:pt x="806" y="223447"/>
                </a:lnTo>
                <a:lnTo>
                  <a:pt x="0" y="243413"/>
                </a:lnTo>
                <a:lnTo>
                  <a:pt x="0" y="1217066"/>
                </a:lnTo>
                <a:lnTo>
                  <a:pt x="3185" y="1256553"/>
                </a:lnTo>
                <a:lnTo>
                  <a:pt x="12408" y="1294011"/>
                </a:lnTo>
                <a:lnTo>
                  <a:pt x="36465" y="1345299"/>
                </a:lnTo>
                <a:lnTo>
                  <a:pt x="71288" y="1389202"/>
                </a:lnTo>
                <a:lnTo>
                  <a:pt x="115187" y="1424031"/>
                </a:lnTo>
                <a:lnTo>
                  <a:pt x="166470" y="1448093"/>
                </a:lnTo>
                <a:lnTo>
                  <a:pt x="203927" y="1457317"/>
                </a:lnTo>
                <a:lnTo>
                  <a:pt x="243413" y="1460504"/>
                </a:lnTo>
                <a:lnTo>
                  <a:pt x="1839376" y="1460504"/>
                </a:lnTo>
                <a:lnTo>
                  <a:pt x="1878862" y="1457317"/>
                </a:lnTo>
                <a:lnTo>
                  <a:pt x="1916319" y="1448093"/>
                </a:lnTo>
                <a:lnTo>
                  <a:pt x="1967602" y="1424031"/>
                </a:lnTo>
                <a:lnTo>
                  <a:pt x="2011500" y="1389202"/>
                </a:lnTo>
                <a:lnTo>
                  <a:pt x="2046324" y="1345299"/>
                </a:lnTo>
                <a:lnTo>
                  <a:pt x="2070381" y="1294011"/>
                </a:lnTo>
                <a:lnTo>
                  <a:pt x="2079604" y="1256553"/>
                </a:lnTo>
                <a:lnTo>
                  <a:pt x="2082789" y="1217066"/>
                </a:lnTo>
                <a:lnTo>
                  <a:pt x="2082789" y="243413"/>
                </a:lnTo>
                <a:lnTo>
                  <a:pt x="2079604" y="203927"/>
                </a:lnTo>
                <a:lnTo>
                  <a:pt x="2070381" y="166470"/>
                </a:lnTo>
                <a:lnTo>
                  <a:pt x="2046324" y="115187"/>
                </a:lnTo>
                <a:lnTo>
                  <a:pt x="2011500" y="71288"/>
                </a:lnTo>
                <a:lnTo>
                  <a:pt x="1967602" y="36465"/>
                </a:lnTo>
                <a:lnTo>
                  <a:pt x="1916319" y="12408"/>
                </a:lnTo>
                <a:lnTo>
                  <a:pt x="1878862" y="3185"/>
                </a:lnTo>
                <a:lnTo>
                  <a:pt x="183937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440429" y="2404110"/>
            <a:ext cx="2082800" cy="1460500"/>
          </a:xfrm>
          <a:custGeom>
            <a:avLst/>
            <a:gdLst/>
            <a:ahLst/>
            <a:cxnLst/>
            <a:rect l="l" t="t" r="r" b="b"/>
            <a:pathLst>
              <a:path w="2082800" h="1460500">
                <a:moveTo>
                  <a:pt x="0" y="243413"/>
                </a:moveTo>
                <a:lnTo>
                  <a:pt x="3185" y="203927"/>
                </a:lnTo>
                <a:lnTo>
                  <a:pt x="12408" y="166470"/>
                </a:lnTo>
                <a:lnTo>
                  <a:pt x="36465" y="115187"/>
                </a:lnTo>
                <a:lnTo>
                  <a:pt x="71288" y="71288"/>
                </a:lnTo>
                <a:lnTo>
                  <a:pt x="115187" y="36465"/>
                </a:lnTo>
                <a:lnTo>
                  <a:pt x="166470" y="12408"/>
                </a:lnTo>
                <a:lnTo>
                  <a:pt x="203927" y="3185"/>
                </a:lnTo>
                <a:lnTo>
                  <a:pt x="243413" y="0"/>
                </a:lnTo>
                <a:lnTo>
                  <a:pt x="1839376" y="0"/>
                </a:lnTo>
                <a:lnTo>
                  <a:pt x="1878862" y="3185"/>
                </a:lnTo>
                <a:lnTo>
                  <a:pt x="1916319" y="12408"/>
                </a:lnTo>
                <a:lnTo>
                  <a:pt x="1967602" y="36465"/>
                </a:lnTo>
                <a:lnTo>
                  <a:pt x="2011500" y="71288"/>
                </a:lnTo>
                <a:lnTo>
                  <a:pt x="2046324" y="115187"/>
                </a:lnTo>
                <a:lnTo>
                  <a:pt x="2070381" y="166470"/>
                </a:lnTo>
                <a:lnTo>
                  <a:pt x="2079604" y="203927"/>
                </a:lnTo>
                <a:lnTo>
                  <a:pt x="2082789" y="243413"/>
                </a:lnTo>
                <a:lnTo>
                  <a:pt x="2082789" y="1217066"/>
                </a:lnTo>
                <a:lnTo>
                  <a:pt x="2079604" y="1256553"/>
                </a:lnTo>
                <a:lnTo>
                  <a:pt x="2070381" y="1294011"/>
                </a:lnTo>
                <a:lnTo>
                  <a:pt x="2046324" y="1345299"/>
                </a:lnTo>
                <a:lnTo>
                  <a:pt x="2011500" y="1389202"/>
                </a:lnTo>
                <a:lnTo>
                  <a:pt x="1967602" y="1424031"/>
                </a:lnTo>
                <a:lnTo>
                  <a:pt x="1916319" y="1448093"/>
                </a:lnTo>
                <a:lnTo>
                  <a:pt x="1878862" y="1457317"/>
                </a:lnTo>
                <a:lnTo>
                  <a:pt x="1839376" y="1460504"/>
                </a:lnTo>
                <a:lnTo>
                  <a:pt x="243413" y="1460504"/>
                </a:lnTo>
                <a:lnTo>
                  <a:pt x="203927" y="1457317"/>
                </a:lnTo>
                <a:lnTo>
                  <a:pt x="166470" y="1448093"/>
                </a:lnTo>
                <a:lnTo>
                  <a:pt x="115187" y="1424031"/>
                </a:lnTo>
                <a:lnTo>
                  <a:pt x="71288" y="1389202"/>
                </a:lnTo>
                <a:lnTo>
                  <a:pt x="36465" y="1345299"/>
                </a:lnTo>
                <a:lnTo>
                  <a:pt x="12408" y="1294011"/>
                </a:lnTo>
                <a:lnTo>
                  <a:pt x="3185" y="1256553"/>
                </a:lnTo>
                <a:lnTo>
                  <a:pt x="0" y="1217066"/>
                </a:lnTo>
                <a:lnTo>
                  <a:pt x="0" y="243413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927705" y="3172757"/>
            <a:ext cx="1256030" cy="0"/>
          </a:xfrm>
          <a:custGeom>
            <a:avLst/>
            <a:gdLst/>
            <a:ahLst/>
            <a:cxnLst/>
            <a:rect l="l" t="t" r="r" b="b"/>
            <a:pathLst>
              <a:path w="1256029">
                <a:moveTo>
                  <a:pt x="0" y="0"/>
                </a:moveTo>
                <a:lnTo>
                  <a:pt x="1255589" y="0"/>
                </a:lnTo>
              </a:path>
            </a:pathLst>
          </a:custGeom>
          <a:ln w="136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107183" y="2687355"/>
            <a:ext cx="855980" cy="438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50" dirty="0">
                <a:latin typeface="Times New Roman"/>
                <a:cs typeface="Times New Roman"/>
              </a:rPr>
              <a:t>1.</a:t>
            </a:r>
            <a:r>
              <a:rPr sz="2550" spc="160" dirty="0">
                <a:latin typeface="Times New Roman"/>
                <a:cs typeface="Times New Roman"/>
              </a:rPr>
              <a:t>6</a:t>
            </a:r>
            <a:r>
              <a:rPr sz="2550" i="1" spc="175" dirty="0">
                <a:latin typeface="Times New Roman"/>
                <a:cs typeface="Times New Roman"/>
              </a:rPr>
              <a:t>z</a:t>
            </a:r>
            <a:r>
              <a:rPr sz="2850" baseline="33625" dirty="0">
                <a:latin typeface="Symbol"/>
                <a:cs typeface="Symbol"/>
              </a:rPr>
              <a:t></a:t>
            </a:r>
            <a:r>
              <a:rPr sz="2850" spc="7" baseline="33625" dirty="0">
                <a:latin typeface="Times New Roman"/>
                <a:cs typeface="Times New Roman"/>
              </a:rPr>
              <a:t>1</a:t>
            </a:r>
            <a:endParaRPr sz="2850" baseline="33625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2240">
              <a:lnSpc>
                <a:spcPct val="100000"/>
              </a:lnSpc>
            </a:pPr>
            <a:fld id="{81D60167-4931-47E6-BA6A-407CBD079E47}" type="slidenum">
              <a:rPr spc="-10" dirty="0">
                <a:latin typeface="Calibri"/>
                <a:cs typeface="Calibri"/>
              </a:rPr>
              <a:t>7</a:t>
            </a:fld>
            <a:endParaRPr spc="-10" dirty="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01443" y="3187108"/>
            <a:ext cx="1267460" cy="437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50" spc="200" dirty="0">
                <a:latin typeface="Times New Roman"/>
                <a:cs typeface="Times New Roman"/>
              </a:rPr>
              <a:t>1</a:t>
            </a:r>
            <a:r>
              <a:rPr sz="2550" dirty="0">
                <a:latin typeface="Symbol"/>
                <a:cs typeface="Symbol"/>
              </a:rPr>
              <a:t></a:t>
            </a:r>
            <a:r>
              <a:rPr sz="2550" spc="-24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0.</a:t>
            </a:r>
            <a:r>
              <a:rPr sz="2550" spc="114" dirty="0">
                <a:latin typeface="Times New Roman"/>
                <a:cs typeface="Times New Roman"/>
              </a:rPr>
              <a:t>8</a:t>
            </a:r>
            <a:r>
              <a:rPr sz="2550" i="1" spc="175" dirty="0">
                <a:latin typeface="Times New Roman"/>
                <a:cs typeface="Times New Roman"/>
              </a:rPr>
              <a:t>z</a:t>
            </a:r>
            <a:r>
              <a:rPr sz="2850" baseline="33625" dirty="0">
                <a:latin typeface="Symbol"/>
                <a:cs typeface="Symbol"/>
              </a:rPr>
              <a:t></a:t>
            </a:r>
            <a:r>
              <a:rPr sz="2850" spc="7" baseline="33625" dirty="0">
                <a:latin typeface="Times New Roman"/>
                <a:cs typeface="Times New Roman"/>
              </a:rPr>
              <a:t>1</a:t>
            </a:r>
            <a:endParaRPr sz="2850" baseline="33625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4299" rIns="0" bIns="0" rtlCol="0">
            <a:spAutoFit/>
          </a:bodyPr>
          <a:lstStyle/>
          <a:p>
            <a:pPr marL="135255">
              <a:lnSpc>
                <a:spcPct val="100000"/>
              </a:lnSpc>
            </a:pPr>
            <a:r>
              <a:rPr spc="-20" dirty="0">
                <a:latin typeface="Calibri"/>
                <a:cs typeface="Calibri"/>
              </a:rPr>
              <a:t>P</a:t>
            </a:r>
            <a:r>
              <a:rPr spc="-85" dirty="0">
                <a:latin typeface="Calibri"/>
                <a:cs typeface="Calibri"/>
              </a:rPr>
              <a:t>r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spc="-10" dirty="0">
                <a:latin typeface="Calibri"/>
                <a:cs typeface="Calibri"/>
              </a:rPr>
              <a:t>p</a:t>
            </a:r>
            <a:r>
              <a:rPr spc="-15" dirty="0">
                <a:latin typeface="Calibri"/>
                <a:cs typeface="Calibri"/>
              </a:rPr>
              <a:t>o</a:t>
            </a:r>
            <a:r>
              <a:rPr spc="-25" dirty="0">
                <a:latin typeface="Calibri"/>
                <a:cs typeface="Calibri"/>
              </a:rPr>
              <a:t>r</a:t>
            </a:r>
            <a:r>
              <a:rPr spc="-15" dirty="0">
                <a:latin typeface="Calibri"/>
                <a:cs typeface="Calibri"/>
              </a:rPr>
              <a:t>t</a:t>
            </a:r>
            <a:r>
              <a:rPr spc="-5" dirty="0">
                <a:latin typeface="Calibri"/>
                <a:cs typeface="Calibri"/>
              </a:rPr>
              <a:t>i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spc="-10" dirty="0">
                <a:latin typeface="Calibri"/>
                <a:cs typeface="Calibri"/>
              </a:rPr>
              <a:t>na</a:t>
            </a:r>
            <a:r>
              <a:rPr dirty="0">
                <a:latin typeface="Calibri"/>
                <a:cs typeface="Calibri"/>
              </a:rPr>
              <a:t>l</a:t>
            </a:r>
            <a:r>
              <a:rPr spc="-95" dirty="0">
                <a:latin typeface="Times New Roman"/>
                <a:cs typeface="Times New Roman"/>
              </a:rPr>
              <a:t> </a:t>
            </a:r>
            <a:r>
              <a:rPr spc="5" dirty="0">
                <a:latin typeface="Calibri"/>
                <a:cs typeface="Calibri"/>
              </a:rPr>
              <a:t>Co</a:t>
            </a:r>
            <a:r>
              <a:rPr spc="-50" dirty="0">
                <a:latin typeface="Calibri"/>
                <a:cs typeface="Calibri"/>
              </a:rPr>
              <a:t>n</a:t>
            </a:r>
            <a:r>
              <a:rPr spc="-15" dirty="0">
                <a:latin typeface="Calibri"/>
                <a:cs typeface="Calibri"/>
              </a:rPr>
              <a:t>t</a:t>
            </a:r>
            <a:r>
              <a:rPr spc="-85" dirty="0">
                <a:latin typeface="Calibri"/>
                <a:cs typeface="Calibri"/>
              </a:rPr>
              <a:t>r</a:t>
            </a:r>
            <a:r>
              <a:rPr spc="5" dirty="0">
                <a:latin typeface="Calibri"/>
                <a:cs typeface="Calibri"/>
              </a:rPr>
              <a:t>ol</a:t>
            </a:r>
          </a:p>
        </p:txBody>
      </p:sp>
      <p:sp>
        <p:nvSpPr>
          <p:cNvPr id="5" name="object 5"/>
          <p:cNvSpPr/>
          <p:nvPr/>
        </p:nvSpPr>
        <p:spPr>
          <a:xfrm>
            <a:off x="4495586" y="2098063"/>
            <a:ext cx="942340" cy="487680"/>
          </a:xfrm>
          <a:custGeom>
            <a:avLst/>
            <a:gdLst/>
            <a:ahLst/>
            <a:cxnLst/>
            <a:rect l="l" t="t" r="r" b="b"/>
            <a:pathLst>
              <a:path w="942339" h="487680">
                <a:moveTo>
                  <a:pt x="0" y="487250"/>
                </a:moveTo>
                <a:lnTo>
                  <a:pt x="941761" y="487250"/>
                </a:lnTo>
                <a:lnTo>
                  <a:pt x="941761" y="0"/>
                </a:lnTo>
                <a:lnTo>
                  <a:pt x="0" y="0"/>
                </a:lnTo>
                <a:lnTo>
                  <a:pt x="0" y="48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856131" y="2224146"/>
            <a:ext cx="431165" cy="410209"/>
          </a:xfrm>
          <a:custGeom>
            <a:avLst/>
            <a:gdLst/>
            <a:ahLst/>
            <a:cxnLst/>
            <a:rect l="l" t="t" r="r" b="b"/>
            <a:pathLst>
              <a:path w="431164" h="410210">
                <a:moveTo>
                  <a:pt x="0" y="409873"/>
                </a:moveTo>
                <a:lnTo>
                  <a:pt x="430673" y="409873"/>
                </a:lnTo>
                <a:lnTo>
                  <a:pt x="430673" y="0"/>
                </a:lnTo>
                <a:lnTo>
                  <a:pt x="0" y="0"/>
                </a:lnTo>
                <a:lnTo>
                  <a:pt x="0" y="40987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838901" y="2831793"/>
            <a:ext cx="431165" cy="412750"/>
          </a:xfrm>
          <a:custGeom>
            <a:avLst/>
            <a:gdLst/>
            <a:ahLst/>
            <a:cxnLst/>
            <a:rect l="l" t="t" r="r" b="b"/>
            <a:pathLst>
              <a:path w="431164" h="412750">
                <a:moveTo>
                  <a:pt x="0" y="412741"/>
                </a:moveTo>
                <a:lnTo>
                  <a:pt x="430673" y="412741"/>
                </a:lnTo>
                <a:lnTo>
                  <a:pt x="430673" y="0"/>
                </a:lnTo>
                <a:lnTo>
                  <a:pt x="0" y="0"/>
                </a:lnTo>
                <a:lnTo>
                  <a:pt x="0" y="41274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61015" y="2885624"/>
            <a:ext cx="2404745" cy="340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2000" spc="-15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000" spc="-10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spc="5" dirty="0">
                <a:solidFill>
                  <a:srgbClr val="C00000"/>
                </a:solidFill>
                <a:latin typeface="Calibri"/>
                <a:cs typeface="Calibri"/>
              </a:rPr>
              <a:t>po</a:t>
            </a:r>
            <a:r>
              <a:rPr sz="2000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2000" spc="-15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2000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000" spc="-5" dirty="0">
                <a:solidFill>
                  <a:srgbClr val="C00000"/>
                </a:solidFill>
                <a:latin typeface="Calibri"/>
                <a:cs typeface="Calibri"/>
              </a:rPr>
              <a:t>,</a:t>
            </a:r>
            <a:r>
              <a:rPr sz="2000" spc="-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2000" spc="-5" dirty="0">
                <a:solidFill>
                  <a:srgbClr val="C00000"/>
                </a:solidFill>
                <a:latin typeface="Calibri"/>
                <a:cs typeface="Calibri"/>
              </a:rPr>
              <a:t>.e</a:t>
            </a:r>
            <a:r>
              <a:rPr sz="2000" dirty="0">
                <a:solidFill>
                  <a:srgbClr val="C00000"/>
                </a:solidFill>
                <a:latin typeface="Calibri"/>
                <a:cs typeface="Calibri"/>
              </a:rPr>
              <a:t>.</a:t>
            </a:r>
            <a:r>
              <a:rPr sz="2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spc="5" dirty="0">
                <a:solidFill>
                  <a:srgbClr val="C00000"/>
                </a:solidFill>
                <a:latin typeface="Calibri"/>
                <a:cs typeface="Calibri"/>
              </a:rPr>
              <a:t>d</a:t>
            </a:r>
            <a:r>
              <a:rPr sz="2000" spc="-5" dirty="0">
                <a:solidFill>
                  <a:srgbClr val="C00000"/>
                </a:solidFill>
                <a:latin typeface="Calibri"/>
                <a:cs typeface="Calibri"/>
              </a:rPr>
              <a:t>es</a:t>
            </a:r>
            <a:r>
              <a:rPr sz="2000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2000" spc="-20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000" spc="-5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000" dirty="0">
                <a:solidFill>
                  <a:srgbClr val="C00000"/>
                </a:solidFill>
                <a:latin typeface="Calibri"/>
                <a:cs typeface="Calibri"/>
              </a:rPr>
              <a:t>d</a:t>
            </a:r>
            <a:r>
              <a:rPr sz="20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spc="-10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775" spc="7" baseline="13513" dirty="0">
                <a:latin typeface="Times New Roman"/>
                <a:cs typeface="Times New Roman"/>
              </a:rPr>
              <a:t>-</a:t>
            </a:r>
            <a:endParaRPr sz="2775" baseline="13513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8363" y="3251209"/>
            <a:ext cx="1599565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35" dirty="0">
                <a:solidFill>
                  <a:srgbClr val="C00000"/>
                </a:solidFill>
                <a:latin typeface="Calibri"/>
                <a:cs typeface="Calibri"/>
              </a:rPr>
              <a:t>v</a:t>
            </a:r>
            <a:r>
              <a:rPr sz="2000" spc="-5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000" spc="-15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2000" dirty="0">
                <a:solidFill>
                  <a:srgbClr val="C00000"/>
                </a:solidFill>
                <a:latin typeface="Calibri"/>
                <a:cs typeface="Calibri"/>
              </a:rPr>
              <a:t>til</a:t>
            </a:r>
            <a:r>
              <a:rPr sz="2000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000" dirty="0">
                <a:solidFill>
                  <a:srgbClr val="C00000"/>
                </a:solidFill>
                <a:latin typeface="Calibri"/>
                <a:cs typeface="Calibri"/>
              </a:rPr>
              <a:t>ti</a:t>
            </a:r>
            <a:r>
              <a:rPr sz="2000" spc="5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000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2000" spc="-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spc="-50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000" spc="-20" dirty="0">
                <a:solidFill>
                  <a:srgbClr val="C00000"/>
                </a:solidFill>
                <a:latin typeface="Calibri"/>
                <a:cs typeface="Calibri"/>
              </a:rPr>
              <a:t>at</a:t>
            </a:r>
            <a:r>
              <a:rPr sz="2000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77873" y="2277979"/>
            <a:ext cx="160020" cy="263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10" dirty="0">
                <a:latin typeface="Times New Roman"/>
                <a:cs typeface="Times New Roman"/>
              </a:rPr>
              <a:t>+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275319" y="2582418"/>
            <a:ext cx="586105" cy="143510"/>
          </a:xfrm>
          <a:custGeom>
            <a:avLst/>
            <a:gdLst/>
            <a:ahLst/>
            <a:cxnLst/>
            <a:rect l="l" t="t" r="r" b="b"/>
            <a:pathLst>
              <a:path w="586104" h="143510">
                <a:moveTo>
                  <a:pt x="442173" y="0"/>
                </a:moveTo>
                <a:lnTo>
                  <a:pt x="442173" y="60197"/>
                </a:lnTo>
                <a:lnTo>
                  <a:pt x="5730" y="60197"/>
                </a:lnTo>
                <a:lnTo>
                  <a:pt x="2865" y="63093"/>
                </a:lnTo>
                <a:lnTo>
                  <a:pt x="0" y="65928"/>
                </a:lnTo>
                <a:lnTo>
                  <a:pt x="0" y="74523"/>
                </a:lnTo>
                <a:lnTo>
                  <a:pt x="2865" y="80284"/>
                </a:lnTo>
                <a:lnTo>
                  <a:pt x="5730" y="83149"/>
                </a:lnTo>
                <a:lnTo>
                  <a:pt x="442173" y="83149"/>
                </a:lnTo>
                <a:lnTo>
                  <a:pt x="442173" y="143316"/>
                </a:lnTo>
                <a:lnTo>
                  <a:pt x="585734" y="71688"/>
                </a:lnTo>
                <a:lnTo>
                  <a:pt x="44217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275332" y="2642616"/>
            <a:ext cx="476884" cy="23495"/>
          </a:xfrm>
          <a:custGeom>
            <a:avLst/>
            <a:gdLst/>
            <a:ahLst/>
            <a:cxnLst/>
            <a:rect l="l" t="t" r="r" b="b"/>
            <a:pathLst>
              <a:path w="476885" h="23494">
                <a:moveTo>
                  <a:pt x="11470" y="0"/>
                </a:moveTo>
                <a:lnTo>
                  <a:pt x="465132" y="0"/>
                </a:lnTo>
                <a:lnTo>
                  <a:pt x="470898" y="0"/>
                </a:lnTo>
                <a:lnTo>
                  <a:pt x="473766" y="2862"/>
                </a:lnTo>
                <a:lnTo>
                  <a:pt x="476633" y="5725"/>
                </a:lnTo>
                <a:lnTo>
                  <a:pt x="476633" y="11480"/>
                </a:lnTo>
                <a:lnTo>
                  <a:pt x="476633" y="14343"/>
                </a:lnTo>
                <a:lnTo>
                  <a:pt x="473766" y="20068"/>
                </a:lnTo>
                <a:lnTo>
                  <a:pt x="470898" y="22931"/>
                </a:lnTo>
                <a:lnTo>
                  <a:pt x="465132" y="22931"/>
                </a:lnTo>
                <a:lnTo>
                  <a:pt x="11470" y="22931"/>
                </a:lnTo>
                <a:lnTo>
                  <a:pt x="5735" y="22931"/>
                </a:lnTo>
                <a:lnTo>
                  <a:pt x="2867" y="20068"/>
                </a:lnTo>
                <a:lnTo>
                  <a:pt x="0" y="14343"/>
                </a:lnTo>
                <a:lnTo>
                  <a:pt x="0" y="11480"/>
                </a:lnTo>
                <a:lnTo>
                  <a:pt x="0" y="5725"/>
                </a:lnTo>
                <a:lnTo>
                  <a:pt x="2867" y="2862"/>
                </a:lnTo>
                <a:lnTo>
                  <a:pt x="5735" y="0"/>
                </a:lnTo>
                <a:lnTo>
                  <a:pt x="1147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717493" y="2582440"/>
            <a:ext cx="144145" cy="143510"/>
          </a:xfrm>
          <a:custGeom>
            <a:avLst/>
            <a:gdLst/>
            <a:ahLst/>
            <a:cxnLst/>
            <a:rect l="l" t="t" r="r" b="b"/>
            <a:pathLst>
              <a:path w="144145" h="143510">
                <a:moveTo>
                  <a:pt x="0" y="0"/>
                </a:moveTo>
                <a:lnTo>
                  <a:pt x="143563" y="71657"/>
                </a:lnTo>
                <a:lnTo>
                  <a:pt x="0" y="143314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348739" y="2341665"/>
            <a:ext cx="1108710" cy="601980"/>
          </a:xfrm>
          <a:custGeom>
            <a:avLst/>
            <a:gdLst/>
            <a:ahLst/>
            <a:cxnLst/>
            <a:rect l="l" t="t" r="r" b="b"/>
            <a:pathLst>
              <a:path w="1108710" h="601980">
                <a:moveTo>
                  <a:pt x="0" y="601909"/>
                </a:moveTo>
                <a:lnTo>
                  <a:pt x="1108292" y="601909"/>
                </a:lnTo>
                <a:lnTo>
                  <a:pt x="1108292" y="0"/>
                </a:lnTo>
                <a:lnTo>
                  <a:pt x="0" y="0"/>
                </a:lnTo>
                <a:lnTo>
                  <a:pt x="0" y="60190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838071" y="2324481"/>
            <a:ext cx="744220" cy="668020"/>
          </a:xfrm>
          <a:custGeom>
            <a:avLst/>
            <a:gdLst/>
            <a:ahLst/>
            <a:cxnLst/>
            <a:rect l="l" t="t" r="r" b="b"/>
            <a:pathLst>
              <a:path w="744220" h="668019">
                <a:moveTo>
                  <a:pt x="0" y="667832"/>
                </a:moveTo>
                <a:lnTo>
                  <a:pt x="743641" y="667832"/>
                </a:lnTo>
                <a:lnTo>
                  <a:pt x="743641" y="0"/>
                </a:lnTo>
                <a:lnTo>
                  <a:pt x="0" y="0"/>
                </a:lnTo>
                <a:lnTo>
                  <a:pt x="0" y="6678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577225" y="2324468"/>
            <a:ext cx="3004820" cy="668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484755" algn="l"/>
              </a:tabLst>
            </a:pPr>
            <a:r>
              <a:rPr sz="2250" i="1" spc="10" dirty="0">
                <a:latin typeface="Times New Roman"/>
                <a:cs typeface="Times New Roman"/>
              </a:rPr>
              <a:t>y</a:t>
            </a:r>
            <a:r>
              <a:rPr sz="2775" i="1" spc="7" baseline="-16516" dirty="0">
                <a:latin typeface="Times New Roman"/>
                <a:cs typeface="Times New Roman"/>
              </a:rPr>
              <a:t>d</a:t>
            </a:r>
            <a:r>
              <a:rPr sz="2775" i="1" spc="-67" baseline="-16516" dirty="0">
                <a:latin typeface="Times New Roman"/>
                <a:cs typeface="Times New Roman"/>
              </a:rPr>
              <a:t> </a:t>
            </a:r>
            <a:r>
              <a:rPr sz="2250" spc="60" dirty="0">
                <a:latin typeface="Times New Roman"/>
                <a:cs typeface="Times New Roman"/>
              </a:rPr>
              <a:t>(</a:t>
            </a:r>
            <a:r>
              <a:rPr sz="2250" i="1" spc="190" dirty="0">
                <a:latin typeface="Times New Roman"/>
                <a:cs typeface="Times New Roman"/>
              </a:rPr>
              <a:t>k</a:t>
            </a:r>
            <a:r>
              <a:rPr sz="2250" dirty="0">
                <a:latin typeface="Times New Roman"/>
                <a:cs typeface="Times New Roman"/>
              </a:rPr>
              <a:t>)	</a:t>
            </a:r>
            <a:r>
              <a:rPr sz="3375" i="1" spc="427" baseline="1234" dirty="0">
                <a:latin typeface="Times New Roman"/>
                <a:cs typeface="Times New Roman"/>
              </a:rPr>
              <a:t>k</a:t>
            </a:r>
            <a:r>
              <a:rPr sz="2850" i="1" spc="-15" baseline="-14619" dirty="0">
                <a:latin typeface="Times New Roman"/>
                <a:cs typeface="Times New Roman"/>
              </a:rPr>
              <a:t>p</a:t>
            </a:r>
            <a:endParaRPr sz="2850" baseline="-14619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956620" y="2473512"/>
            <a:ext cx="304800" cy="304165"/>
          </a:xfrm>
          <a:custGeom>
            <a:avLst/>
            <a:gdLst/>
            <a:ahLst/>
            <a:cxnLst/>
            <a:rect l="l" t="t" r="r" b="b"/>
            <a:pathLst>
              <a:path w="304800" h="304164">
                <a:moveTo>
                  <a:pt x="180898" y="2865"/>
                </a:moveTo>
                <a:lnTo>
                  <a:pt x="120578" y="2865"/>
                </a:lnTo>
                <a:lnTo>
                  <a:pt x="106253" y="8595"/>
                </a:lnTo>
                <a:lnTo>
                  <a:pt x="91866" y="11460"/>
                </a:lnTo>
                <a:lnTo>
                  <a:pt x="77519" y="20086"/>
                </a:lnTo>
                <a:lnTo>
                  <a:pt x="66031" y="25786"/>
                </a:lnTo>
                <a:lnTo>
                  <a:pt x="54553" y="34381"/>
                </a:lnTo>
                <a:lnTo>
                  <a:pt x="43062" y="45872"/>
                </a:lnTo>
                <a:lnTo>
                  <a:pt x="17227" y="80253"/>
                </a:lnTo>
                <a:lnTo>
                  <a:pt x="5736" y="108905"/>
                </a:lnTo>
                <a:lnTo>
                  <a:pt x="0" y="137586"/>
                </a:lnTo>
                <a:lnTo>
                  <a:pt x="0" y="169103"/>
                </a:lnTo>
                <a:lnTo>
                  <a:pt x="17227" y="226435"/>
                </a:lnTo>
                <a:lnTo>
                  <a:pt x="43062" y="260817"/>
                </a:lnTo>
                <a:lnTo>
                  <a:pt x="77519" y="286633"/>
                </a:lnTo>
                <a:lnTo>
                  <a:pt x="134934" y="303824"/>
                </a:lnTo>
                <a:lnTo>
                  <a:pt x="166542" y="303824"/>
                </a:lnTo>
                <a:lnTo>
                  <a:pt x="223967" y="286633"/>
                </a:lnTo>
                <a:lnTo>
                  <a:pt x="258409" y="260817"/>
                </a:lnTo>
                <a:lnTo>
                  <a:pt x="284256" y="226435"/>
                </a:lnTo>
                <a:lnTo>
                  <a:pt x="292851" y="212110"/>
                </a:lnTo>
                <a:lnTo>
                  <a:pt x="295747" y="197784"/>
                </a:lnTo>
                <a:lnTo>
                  <a:pt x="301477" y="183428"/>
                </a:lnTo>
                <a:lnTo>
                  <a:pt x="301477" y="169103"/>
                </a:lnTo>
                <a:lnTo>
                  <a:pt x="304342" y="151912"/>
                </a:lnTo>
                <a:lnTo>
                  <a:pt x="301477" y="137586"/>
                </a:lnTo>
                <a:lnTo>
                  <a:pt x="301477" y="123261"/>
                </a:lnTo>
                <a:lnTo>
                  <a:pt x="295747" y="108905"/>
                </a:lnTo>
                <a:lnTo>
                  <a:pt x="292851" y="94579"/>
                </a:lnTo>
                <a:lnTo>
                  <a:pt x="284256" y="80253"/>
                </a:lnTo>
                <a:lnTo>
                  <a:pt x="246918" y="34381"/>
                </a:lnTo>
                <a:lnTo>
                  <a:pt x="223967" y="20086"/>
                </a:lnTo>
                <a:lnTo>
                  <a:pt x="209610" y="11460"/>
                </a:lnTo>
                <a:lnTo>
                  <a:pt x="195224" y="8595"/>
                </a:lnTo>
                <a:lnTo>
                  <a:pt x="180898" y="2865"/>
                </a:lnTo>
                <a:close/>
              </a:path>
              <a:path w="304800" h="304164">
                <a:moveTo>
                  <a:pt x="152186" y="0"/>
                </a:moveTo>
                <a:lnTo>
                  <a:pt x="134934" y="2865"/>
                </a:lnTo>
                <a:lnTo>
                  <a:pt x="166542" y="2865"/>
                </a:lnTo>
                <a:lnTo>
                  <a:pt x="15218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956627" y="2473507"/>
            <a:ext cx="304800" cy="304165"/>
          </a:xfrm>
          <a:custGeom>
            <a:avLst/>
            <a:gdLst/>
            <a:ahLst/>
            <a:cxnLst/>
            <a:rect l="l" t="t" r="r" b="b"/>
            <a:pathLst>
              <a:path w="304800" h="304164">
                <a:moveTo>
                  <a:pt x="152169" y="0"/>
                </a:moveTo>
                <a:lnTo>
                  <a:pt x="134933" y="2862"/>
                </a:lnTo>
                <a:lnTo>
                  <a:pt x="120595" y="2862"/>
                </a:lnTo>
                <a:lnTo>
                  <a:pt x="106226" y="8618"/>
                </a:lnTo>
                <a:lnTo>
                  <a:pt x="91882" y="11480"/>
                </a:lnTo>
                <a:lnTo>
                  <a:pt x="77523" y="20068"/>
                </a:lnTo>
                <a:lnTo>
                  <a:pt x="66034" y="25794"/>
                </a:lnTo>
                <a:lnTo>
                  <a:pt x="54554" y="34412"/>
                </a:lnTo>
                <a:lnTo>
                  <a:pt x="43066" y="45863"/>
                </a:lnTo>
                <a:lnTo>
                  <a:pt x="34457" y="57344"/>
                </a:lnTo>
                <a:lnTo>
                  <a:pt x="25839" y="68794"/>
                </a:lnTo>
                <a:lnTo>
                  <a:pt x="5741" y="108932"/>
                </a:lnTo>
                <a:lnTo>
                  <a:pt x="0" y="137589"/>
                </a:lnTo>
                <a:lnTo>
                  <a:pt x="0" y="151902"/>
                </a:lnTo>
                <a:lnTo>
                  <a:pt x="0" y="169108"/>
                </a:lnTo>
                <a:lnTo>
                  <a:pt x="2870" y="183452"/>
                </a:lnTo>
                <a:lnTo>
                  <a:pt x="5741" y="197765"/>
                </a:lnTo>
                <a:lnTo>
                  <a:pt x="11491" y="212109"/>
                </a:lnTo>
                <a:lnTo>
                  <a:pt x="17230" y="226452"/>
                </a:lnTo>
                <a:lnTo>
                  <a:pt x="25839" y="237903"/>
                </a:lnTo>
                <a:lnTo>
                  <a:pt x="34457" y="249384"/>
                </a:lnTo>
                <a:lnTo>
                  <a:pt x="43066" y="260834"/>
                </a:lnTo>
                <a:lnTo>
                  <a:pt x="54554" y="269422"/>
                </a:lnTo>
                <a:lnTo>
                  <a:pt x="66034" y="278041"/>
                </a:lnTo>
                <a:lnTo>
                  <a:pt x="77523" y="286629"/>
                </a:lnTo>
                <a:lnTo>
                  <a:pt x="91882" y="292354"/>
                </a:lnTo>
                <a:lnTo>
                  <a:pt x="106226" y="298110"/>
                </a:lnTo>
                <a:lnTo>
                  <a:pt x="120595" y="300972"/>
                </a:lnTo>
                <a:lnTo>
                  <a:pt x="134933" y="303835"/>
                </a:lnTo>
                <a:lnTo>
                  <a:pt x="152169" y="303835"/>
                </a:lnTo>
                <a:lnTo>
                  <a:pt x="166538" y="303835"/>
                </a:lnTo>
                <a:lnTo>
                  <a:pt x="180876" y="300972"/>
                </a:lnTo>
                <a:lnTo>
                  <a:pt x="195244" y="298110"/>
                </a:lnTo>
                <a:lnTo>
                  <a:pt x="209613" y="292354"/>
                </a:lnTo>
                <a:lnTo>
                  <a:pt x="223951" y="286629"/>
                </a:lnTo>
                <a:lnTo>
                  <a:pt x="235421" y="278041"/>
                </a:lnTo>
                <a:lnTo>
                  <a:pt x="246922" y="269422"/>
                </a:lnTo>
                <a:lnTo>
                  <a:pt x="258423" y="260834"/>
                </a:lnTo>
                <a:lnTo>
                  <a:pt x="269894" y="249384"/>
                </a:lnTo>
                <a:lnTo>
                  <a:pt x="278527" y="237903"/>
                </a:lnTo>
                <a:lnTo>
                  <a:pt x="284262" y="226452"/>
                </a:lnTo>
                <a:lnTo>
                  <a:pt x="292865" y="212109"/>
                </a:lnTo>
                <a:lnTo>
                  <a:pt x="295733" y="197765"/>
                </a:lnTo>
                <a:lnTo>
                  <a:pt x="301468" y="183452"/>
                </a:lnTo>
                <a:lnTo>
                  <a:pt x="301468" y="169108"/>
                </a:lnTo>
                <a:lnTo>
                  <a:pt x="304336" y="151902"/>
                </a:lnTo>
                <a:lnTo>
                  <a:pt x="301468" y="137589"/>
                </a:lnTo>
                <a:lnTo>
                  <a:pt x="301468" y="123245"/>
                </a:lnTo>
                <a:lnTo>
                  <a:pt x="295733" y="108932"/>
                </a:lnTo>
                <a:lnTo>
                  <a:pt x="292865" y="94588"/>
                </a:lnTo>
                <a:lnTo>
                  <a:pt x="284262" y="80275"/>
                </a:lnTo>
                <a:lnTo>
                  <a:pt x="258423" y="45863"/>
                </a:lnTo>
                <a:lnTo>
                  <a:pt x="223951" y="20068"/>
                </a:lnTo>
                <a:lnTo>
                  <a:pt x="209613" y="11480"/>
                </a:lnTo>
                <a:lnTo>
                  <a:pt x="195244" y="8618"/>
                </a:lnTo>
                <a:lnTo>
                  <a:pt x="180876" y="2862"/>
                </a:lnTo>
                <a:lnTo>
                  <a:pt x="166538" y="2862"/>
                </a:lnTo>
                <a:lnTo>
                  <a:pt x="152169" y="0"/>
                </a:lnTo>
              </a:path>
            </a:pathLst>
          </a:custGeom>
          <a:ln w="172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991084" y="2519370"/>
            <a:ext cx="233045" cy="215265"/>
          </a:xfrm>
          <a:custGeom>
            <a:avLst/>
            <a:gdLst/>
            <a:ahLst/>
            <a:cxnLst/>
            <a:rect l="l" t="t" r="r" b="b"/>
            <a:pathLst>
              <a:path w="233044" h="215264">
                <a:moveTo>
                  <a:pt x="232569" y="0"/>
                </a:moveTo>
                <a:lnTo>
                  <a:pt x="0" y="214971"/>
                </a:lnTo>
              </a:path>
            </a:pathLst>
          </a:custGeom>
          <a:ln w="172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999693" y="2545164"/>
            <a:ext cx="227329" cy="180975"/>
          </a:xfrm>
          <a:custGeom>
            <a:avLst/>
            <a:gdLst/>
            <a:ahLst/>
            <a:cxnLst/>
            <a:rect l="l" t="t" r="r" b="b"/>
            <a:pathLst>
              <a:path w="227330" h="180975">
                <a:moveTo>
                  <a:pt x="0" y="0"/>
                </a:moveTo>
                <a:lnTo>
                  <a:pt x="226828" y="180589"/>
                </a:lnTo>
              </a:path>
            </a:pathLst>
          </a:custGeom>
          <a:ln w="172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100194" y="3608542"/>
            <a:ext cx="4057650" cy="0"/>
          </a:xfrm>
          <a:custGeom>
            <a:avLst/>
            <a:gdLst/>
            <a:ahLst/>
            <a:cxnLst/>
            <a:rect l="l" t="t" r="r" b="b"/>
            <a:pathLst>
              <a:path w="4057650">
                <a:moveTo>
                  <a:pt x="0" y="0"/>
                </a:moveTo>
                <a:lnTo>
                  <a:pt x="4057031" y="0"/>
                </a:lnTo>
              </a:path>
            </a:pathLst>
          </a:custGeom>
          <a:ln w="171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431185" y="2582418"/>
            <a:ext cx="514350" cy="143510"/>
          </a:xfrm>
          <a:custGeom>
            <a:avLst/>
            <a:gdLst/>
            <a:ahLst/>
            <a:cxnLst/>
            <a:rect l="l" t="t" r="r" b="b"/>
            <a:pathLst>
              <a:path w="514350" h="143510">
                <a:moveTo>
                  <a:pt x="370389" y="0"/>
                </a:moveTo>
                <a:lnTo>
                  <a:pt x="370389" y="60197"/>
                </a:lnTo>
                <a:lnTo>
                  <a:pt x="8619" y="60197"/>
                </a:lnTo>
                <a:lnTo>
                  <a:pt x="2868" y="63093"/>
                </a:lnTo>
                <a:lnTo>
                  <a:pt x="0" y="65928"/>
                </a:lnTo>
                <a:lnTo>
                  <a:pt x="0" y="74523"/>
                </a:lnTo>
                <a:lnTo>
                  <a:pt x="2868" y="80284"/>
                </a:lnTo>
                <a:lnTo>
                  <a:pt x="8619" y="83149"/>
                </a:lnTo>
                <a:lnTo>
                  <a:pt x="370389" y="83149"/>
                </a:lnTo>
                <a:lnTo>
                  <a:pt x="370389" y="143316"/>
                </a:lnTo>
                <a:lnTo>
                  <a:pt x="513944" y="71688"/>
                </a:lnTo>
                <a:lnTo>
                  <a:pt x="37038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431192" y="2642616"/>
            <a:ext cx="408305" cy="23495"/>
          </a:xfrm>
          <a:custGeom>
            <a:avLst/>
            <a:gdLst/>
            <a:ahLst/>
            <a:cxnLst/>
            <a:rect l="l" t="t" r="r" b="b"/>
            <a:pathLst>
              <a:path w="408305" h="23494">
                <a:moveTo>
                  <a:pt x="11488" y="0"/>
                </a:moveTo>
                <a:lnTo>
                  <a:pt x="396230" y="0"/>
                </a:lnTo>
                <a:lnTo>
                  <a:pt x="399098" y="0"/>
                </a:lnTo>
                <a:lnTo>
                  <a:pt x="404848" y="2862"/>
                </a:lnTo>
                <a:lnTo>
                  <a:pt x="404848" y="5725"/>
                </a:lnTo>
                <a:lnTo>
                  <a:pt x="407719" y="11480"/>
                </a:lnTo>
                <a:lnTo>
                  <a:pt x="404848" y="14343"/>
                </a:lnTo>
                <a:lnTo>
                  <a:pt x="404848" y="20068"/>
                </a:lnTo>
                <a:lnTo>
                  <a:pt x="399098" y="22931"/>
                </a:lnTo>
                <a:lnTo>
                  <a:pt x="396230" y="22931"/>
                </a:lnTo>
                <a:lnTo>
                  <a:pt x="11488" y="22931"/>
                </a:lnTo>
                <a:lnTo>
                  <a:pt x="8621" y="22931"/>
                </a:lnTo>
                <a:lnTo>
                  <a:pt x="2870" y="20068"/>
                </a:lnTo>
                <a:lnTo>
                  <a:pt x="0" y="14343"/>
                </a:lnTo>
                <a:lnTo>
                  <a:pt x="0" y="11480"/>
                </a:lnTo>
                <a:lnTo>
                  <a:pt x="0" y="5725"/>
                </a:lnTo>
                <a:lnTo>
                  <a:pt x="2870" y="2862"/>
                </a:lnTo>
                <a:lnTo>
                  <a:pt x="8621" y="0"/>
                </a:lnTo>
                <a:lnTo>
                  <a:pt x="11488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801584" y="2582440"/>
            <a:ext cx="144145" cy="143510"/>
          </a:xfrm>
          <a:custGeom>
            <a:avLst/>
            <a:gdLst/>
            <a:ahLst/>
            <a:cxnLst/>
            <a:rect l="l" t="t" r="r" b="b"/>
            <a:pathLst>
              <a:path w="144144" h="143510">
                <a:moveTo>
                  <a:pt x="0" y="0"/>
                </a:moveTo>
                <a:lnTo>
                  <a:pt x="143554" y="71657"/>
                </a:lnTo>
                <a:lnTo>
                  <a:pt x="0" y="143314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145725" y="2665547"/>
            <a:ext cx="0" cy="955040"/>
          </a:xfrm>
          <a:custGeom>
            <a:avLst/>
            <a:gdLst/>
            <a:ahLst/>
            <a:cxnLst/>
            <a:rect l="l" t="t" r="r" b="b"/>
            <a:pathLst>
              <a:path h="955039">
                <a:moveTo>
                  <a:pt x="0" y="0"/>
                </a:moveTo>
                <a:lnTo>
                  <a:pt x="0" y="954475"/>
                </a:lnTo>
              </a:path>
            </a:pathLst>
          </a:custGeom>
          <a:ln w="172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028401" y="2808853"/>
            <a:ext cx="144145" cy="800100"/>
          </a:xfrm>
          <a:custGeom>
            <a:avLst/>
            <a:gdLst/>
            <a:ahLst/>
            <a:cxnLst/>
            <a:rect l="l" t="t" r="r" b="b"/>
            <a:pathLst>
              <a:path w="144144" h="800100">
                <a:moveTo>
                  <a:pt x="86136" y="143316"/>
                </a:moveTo>
                <a:lnTo>
                  <a:pt x="60289" y="143316"/>
                </a:lnTo>
                <a:lnTo>
                  <a:pt x="60289" y="788212"/>
                </a:lnTo>
                <a:lnTo>
                  <a:pt x="63154" y="793973"/>
                </a:lnTo>
                <a:lnTo>
                  <a:pt x="63154" y="796808"/>
                </a:lnTo>
                <a:lnTo>
                  <a:pt x="68915" y="799703"/>
                </a:lnTo>
                <a:lnTo>
                  <a:pt x="77510" y="799703"/>
                </a:lnTo>
                <a:lnTo>
                  <a:pt x="80406" y="796808"/>
                </a:lnTo>
                <a:lnTo>
                  <a:pt x="83271" y="793973"/>
                </a:lnTo>
                <a:lnTo>
                  <a:pt x="86136" y="788212"/>
                </a:lnTo>
                <a:lnTo>
                  <a:pt x="86136" y="143316"/>
                </a:lnTo>
                <a:close/>
              </a:path>
              <a:path w="144144" h="800100">
                <a:moveTo>
                  <a:pt x="71780" y="0"/>
                </a:moveTo>
                <a:lnTo>
                  <a:pt x="0" y="143316"/>
                </a:lnTo>
                <a:lnTo>
                  <a:pt x="143560" y="143316"/>
                </a:lnTo>
                <a:lnTo>
                  <a:pt x="717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088693" y="2914901"/>
            <a:ext cx="26034" cy="694055"/>
          </a:xfrm>
          <a:custGeom>
            <a:avLst/>
            <a:gdLst/>
            <a:ahLst/>
            <a:cxnLst/>
            <a:rect l="l" t="t" r="r" b="b"/>
            <a:pathLst>
              <a:path w="26035" h="694054">
                <a:moveTo>
                  <a:pt x="0" y="682190"/>
                </a:moveTo>
                <a:lnTo>
                  <a:pt x="0" y="14343"/>
                </a:lnTo>
                <a:lnTo>
                  <a:pt x="2867" y="8618"/>
                </a:lnTo>
                <a:lnTo>
                  <a:pt x="2867" y="5755"/>
                </a:lnTo>
                <a:lnTo>
                  <a:pt x="8633" y="2893"/>
                </a:lnTo>
                <a:lnTo>
                  <a:pt x="11500" y="0"/>
                </a:lnTo>
                <a:lnTo>
                  <a:pt x="17236" y="2893"/>
                </a:lnTo>
                <a:lnTo>
                  <a:pt x="20103" y="5755"/>
                </a:lnTo>
                <a:lnTo>
                  <a:pt x="22971" y="8618"/>
                </a:lnTo>
                <a:lnTo>
                  <a:pt x="25839" y="14343"/>
                </a:lnTo>
                <a:lnTo>
                  <a:pt x="25839" y="682190"/>
                </a:lnTo>
                <a:lnTo>
                  <a:pt x="22971" y="687915"/>
                </a:lnTo>
                <a:lnTo>
                  <a:pt x="20103" y="690778"/>
                </a:lnTo>
                <a:lnTo>
                  <a:pt x="17236" y="693641"/>
                </a:lnTo>
                <a:lnTo>
                  <a:pt x="11500" y="693641"/>
                </a:lnTo>
                <a:lnTo>
                  <a:pt x="8633" y="693641"/>
                </a:lnTo>
                <a:lnTo>
                  <a:pt x="2867" y="690778"/>
                </a:lnTo>
                <a:lnTo>
                  <a:pt x="2867" y="687915"/>
                </a:lnTo>
                <a:lnTo>
                  <a:pt x="0" y="68219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028412" y="2808862"/>
            <a:ext cx="144145" cy="143510"/>
          </a:xfrm>
          <a:custGeom>
            <a:avLst/>
            <a:gdLst/>
            <a:ahLst/>
            <a:cxnLst/>
            <a:rect l="l" t="t" r="r" b="b"/>
            <a:pathLst>
              <a:path w="144144" h="143510">
                <a:moveTo>
                  <a:pt x="0" y="143314"/>
                </a:moveTo>
                <a:lnTo>
                  <a:pt x="71781" y="0"/>
                </a:lnTo>
                <a:lnTo>
                  <a:pt x="143563" y="143314"/>
                </a:lnTo>
                <a:lnTo>
                  <a:pt x="0" y="143314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55129C5-1DB1-8213-D5E6-AB0F5573BC6C}"/>
              </a:ext>
            </a:extLst>
          </p:cNvPr>
          <p:cNvGrpSpPr/>
          <p:nvPr/>
        </p:nvGrpSpPr>
        <p:grpSpPr>
          <a:xfrm>
            <a:off x="4584587" y="2098060"/>
            <a:ext cx="3661417" cy="1115495"/>
            <a:chOff x="4584587" y="2098060"/>
            <a:chExt cx="3661417" cy="1115495"/>
          </a:xfrm>
        </p:grpSpPr>
        <p:sp>
          <p:nvSpPr>
            <p:cNvPr id="6" name="object 6"/>
            <p:cNvSpPr/>
            <p:nvPr/>
          </p:nvSpPr>
          <p:spPr>
            <a:xfrm>
              <a:off x="7091171" y="2098060"/>
              <a:ext cx="942340" cy="573405"/>
            </a:xfrm>
            <a:custGeom>
              <a:avLst/>
              <a:gdLst/>
              <a:ahLst/>
              <a:cxnLst/>
              <a:rect l="l" t="t" r="r" b="b"/>
              <a:pathLst>
                <a:path w="942340" h="573405">
                  <a:moveTo>
                    <a:pt x="0" y="573237"/>
                  </a:moveTo>
                  <a:lnTo>
                    <a:pt x="941761" y="573237"/>
                  </a:lnTo>
                  <a:lnTo>
                    <a:pt x="941761" y="0"/>
                  </a:lnTo>
                  <a:lnTo>
                    <a:pt x="0" y="0"/>
                  </a:lnTo>
                  <a:lnTo>
                    <a:pt x="0" y="5732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 txBox="1"/>
            <p:nvPr/>
          </p:nvSpPr>
          <p:spPr>
            <a:xfrm>
              <a:off x="4689681" y="2140760"/>
              <a:ext cx="534035" cy="30924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200" i="1" spc="125" dirty="0">
                  <a:latin typeface="Times New Roman"/>
                  <a:cs typeface="Times New Roman"/>
                </a:rPr>
                <a:t>u</a:t>
              </a:r>
              <a:r>
                <a:rPr sz="2200" spc="70" dirty="0">
                  <a:latin typeface="Times New Roman"/>
                  <a:cs typeface="Times New Roman"/>
                </a:rPr>
                <a:t>(</a:t>
              </a:r>
              <a:r>
                <a:rPr sz="2200" i="1" spc="5" dirty="0">
                  <a:latin typeface="Times New Roman"/>
                  <a:cs typeface="Times New Roman"/>
                </a:rPr>
                <a:t>k</a:t>
              </a:r>
              <a:r>
                <a:rPr sz="2200" i="1" spc="-350" dirty="0">
                  <a:latin typeface="Times New Roman"/>
                  <a:cs typeface="Times New Roman"/>
                </a:rPr>
                <a:t> </a:t>
              </a:r>
              <a:r>
                <a:rPr sz="2200" spc="5" dirty="0">
                  <a:latin typeface="Times New Roman"/>
                  <a:cs typeface="Times New Roman"/>
                </a:rPr>
                <a:t>)</a:t>
              </a:r>
              <a:endParaRPr sz="2200">
                <a:latin typeface="Times New Roman"/>
                <a:cs typeface="Times New Roman"/>
              </a:endParaRPr>
            </a:p>
          </p:txBody>
        </p:sp>
        <p:sp>
          <p:nvSpPr>
            <p:cNvPr id="12" name="object 12"/>
            <p:cNvSpPr txBox="1"/>
            <p:nvPr/>
          </p:nvSpPr>
          <p:spPr>
            <a:xfrm>
              <a:off x="7319647" y="2195781"/>
              <a:ext cx="514984" cy="31242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250" i="1" spc="100" dirty="0">
                  <a:latin typeface="Times New Roman"/>
                  <a:cs typeface="Times New Roman"/>
                </a:rPr>
                <a:t>y</a:t>
              </a:r>
              <a:r>
                <a:rPr sz="2250" spc="35" dirty="0">
                  <a:latin typeface="Times New Roman"/>
                  <a:cs typeface="Times New Roman"/>
                </a:rPr>
                <a:t>(</a:t>
              </a:r>
              <a:r>
                <a:rPr sz="2250" i="1" spc="190" dirty="0">
                  <a:latin typeface="Times New Roman"/>
                  <a:cs typeface="Times New Roman"/>
                </a:rPr>
                <a:t>k</a:t>
              </a:r>
              <a:r>
                <a:rPr sz="2250" dirty="0">
                  <a:latin typeface="Times New Roman"/>
                  <a:cs typeface="Times New Roman"/>
                </a:rPr>
                <a:t>)</a:t>
              </a:r>
              <a:endParaRPr sz="2250">
                <a:latin typeface="Times New Roman"/>
                <a:cs typeface="Times New Roman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5440222" y="2141040"/>
              <a:ext cx="1390015" cy="1072515"/>
            </a:xfrm>
            <a:custGeom>
              <a:avLst/>
              <a:gdLst/>
              <a:ahLst/>
              <a:cxnLst/>
              <a:rect l="l" t="t" r="r" b="b"/>
              <a:pathLst>
                <a:path w="1390015" h="1072514">
                  <a:moveTo>
                    <a:pt x="0" y="1071978"/>
                  </a:moveTo>
                  <a:lnTo>
                    <a:pt x="1389674" y="1071978"/>
                  </a:lnTo>
                  <a:lnTo>
                    <a:pt x="1389674" y="0"/>
                  </a:lnTo>
                  <a:lnTo>
                    <a:pt x="0" y="0"/>
                  </a:lnTo>
                  <a:lnTo>
                    <a:pt x="0" y="107197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675676" y="2711411"/>
              <a:ext cx="910590" cy="0"/>
            </a:xfrm>
            <a:custGeom>
              <a:avLst/>
              <a:gdLst/>
              <a:ahLst/>
              <a:cxnLst/>
              <a:rect l="l" t="t" r="r" b="b"/>
              <a:pathLst>
                <a:path w="910590">
                  <a:moveTo>
                    <a:pt x="0" y="0"/>
                  </a:moveTo>
                  <a:lnTo>
                    <a:pt x="910192" y="0"/>
                  </a:lnTo>
                </a:path>
              </a:pathLst>
            </a:custGeom>
            <a:ln w="114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 txBox="1"/>
            <p:nvPr/>
          </p:nvSpPr>
          <p:spPr>
            <a:xfrm>
              <a:off x="5440227" y="2141015"/>
              <a:ext cx="1390015" cy="1072515"/>
            </a:xfrm>
            <a:prstGeom prst="rect">
              <a:avLst/>
            </a:prstGeom>
            <a:ln w="17208">
              <a:solidFill>
                <a:srgbClr val="000000"/>
              </a:solidFill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R="10795" algn="ctr">
                <a:lnSpc>
                  <a:spcPct val="100000"/>
                </a:lnSpc>
              </a:pPr>
              <a:r>
                <a:rPr sz="3375" i="1" baseline="-24691" dirty="0">
                  <a:latin typeface="Times New Roman"/>
                  <a:cs typeface="Times New Roman"/>
                </a:rPr>
                <a:t>b</a:t>
              </a:r>
              <a:r>
                <a:rPr sz="3375" i="1" spc="240" baseline="-24691" dirty="0">
                  <a:latin typeface="Times New Roman"/>
                  <a:cs typeface="Times New Roman"/>
                </a:rPr>
                <a:t>z</a:t>
              </a:r>
              <a:r>
                <a:rPr sz="1850" spc="15" dirty="0">
                  <a:latin typeface="Symbol"/>
                  <a:cs typeface="Symbol"/>
                </a:rPr>
                <a:t></a:t>
              </a:r>
              <a:r>
                <a:rPr sz="1850" spc="5" dirty="0">
                  <a:latin typeface="Times New Roman"/>
                  <a:cs typeface="Times New Roman"/>
                </a:rPr>
                <a:t>1</a:t>
              </a:r>
              <a:endParaRPr sz="1850" dirty="0">
                <a:latin typeface="Times New Roman"/>
                <a:cs typeface="Times New Roman"/>
              </a:endParaRPr>
            </a:p>
            <a:p>
              <a:pPr marR="33655" algn="ctr">
                <a:lnSpc>
                  <a:spcPct val="100000"/>
                </a:lnSpc>
                <a:spcBef>
                  <a:spcPts val="1815"/>
                </a:spcBef>
              </a:pPr>
              <a:r>
                <a:rPr sz="2250" dirty="0">
                  <a:latin typeface="Times New Roman"/>
                  <a:cs typeface="Times New Roman"/>
                </a:rPr>
                <a:t>1</a:t>
              </a:r>
              <a:r>
                <a:rPr sz="2250" spc="-315" dirty="0">
                  <a:latin typeface="Times New Roman"/>
                  <a:cs typeface="Times New Roman"/>
                </a:rPr>
                <a:t> </a:t>
              </a:r>
              <a:r>
                <a:rPr sz="2250" dirty="0">
                  <a:latin typeface="Symbol"/>
                  <a:cs typeface="Symbol"/>
                </a:rPr>
                <a:t></a:t>
              </a:r>
              <a:r>
                <a:rPr sz="2250" spc="-90" dirty="0">
                  <a:latin typeface="Times New Roman"/>
                  <a:cs typeface="Times New Roman"/>
                </a:rPr>
                <a:t> </a:t>
              </a:r>
              <a:r>
                <a:rPr sz="2250" i="1" dirty="0">
                  <a:latin typeface="Times New Roman"/>
                  <a:cs typeface="Times New Roman"/>
                </a:rPr>
                <a:t>a</a:t>
              </a:r>
              <a:r>
                <a:rPr sz="2250" i="1" spc="160" dirty="0">
                  <a:latin typeface="Times New Roman"/>
                  <a:cs typeface="Times New Roman"/>
                </a:rPr>
                <a:t>z</a:t>
              </a:r>
              <a:r>
                <a:rPr sz="2775" spc="-142" baseline="30030" dirty="0">
                  <a:latin typeface="Symbol"/>
                  <a:cs typeface="Symbol"/>
                </a:rPr>
                <a:t></a:t>
              </a:r>
              <a:r>
                <a:rPr sz="2775" spc="7" baseline="30030" dirty="0">
                  <a:latin typeface="Times New Roman"/>
                  <a:cs typeface="Times New Roman"/>
                </a:rPr>
                <a:t>1</a:t>
              </a:r>
              <a:endParaRPr sz="2775" baseline="30030" dirty="0">
                <a:latin typeface="Times New Roman"/>
                <a:cs typeface="Times New Roman"/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6847118" y="2582418"/>
              <a:ext cx="1398270" cy="143510"/>
            </a:xfrm>
            <a:custGeom>
              <a:avLst/>
              <a:gdLst/>
              <a:ahLst/>
              <a:cxnLst/>
              <a:rect l="l" t="t" r="r" b="b"/>
              <a:pathLst>
                <a:path w="1398270" h="143510">
                  <a:moveTo>
                    <a:pt x="1254709" y="0"/>
                  </a:moveTo>
                  <a:lnTo>
                    <a:pt x="1254709" y="60197"/>
                  </a:lnTo>
                  <a:lnTo>
                    <a:pt x="5730" y="60197"/>
                  </a:lnTo>
                  <a:lnTo>
                    <a:pt x="2865" y="63093"/>
                  </a:lnTo>
                  <a:lnTo>
                    <a:pt x="0" y="65928"/>
                  </a:lnTo>
                  <a:lnTo>
                    <a:pt x="0" y="74523"/>
                  </a:lnTo>
                  <a:lnTo>
                    <a:pt x="2865" y="80284"/>
                  </a:lnTo>
                  <a:lnTo>
                    <a:pt x="5730" y="83149"/>
                  </a:lnTo>
                  <a:lnTo>
                    <a:pt x="1254709" y="83149"/>
                  </a:lnTo>
                  <a:lnTo>
                    <a:pt x="1254709" y="143316"/>
                  </a:lnTo>
                  <a:lnTo>
                    <a:pt x="1398269" y="71688"/>
                  </a:lnTo>
                  <a:lnTo>
                    <a:pt x="12547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847127" y="2642616"/>
              <a:ext cx="1292225" cy="23495"/>
            </a:xfrm>
            <a:custGeom>
              <a:avLst/>
              <a:gdLst/>
              <a:ahLst/>
              <a:cxnLst/>
              <a:rect l="l" t="t" r="r" b="b"/>
              <a:pathLst>
                <a:path w="1292225" h="23494">
                  <a:moveTo>
                    <a:pt x="11500" y="0"/>
                  </a:moveTo>
                  <a:lnTo>
                    <a:pt x="1277704" y="0"/>
                  </a:lnTo>
                  <a:lnTo>
                    <a:pt x="1283439" y="0"/>
                  </a:lnTo>
                  <a:lnTo>
                    <a:pt x="1286307" y="2862"/>
                  </a:lnTo>
                  <a:lnTo>
                    <a:pt x="1289174" y="5725"/>
                  </a:lnTo>
                  <a:lnTo>
                    <a:pt x="1292073" y="11480"/>
                  </a:lnTo>
                  <a:lnTo>
                    <a:pt x="1289174" y="14343"/>
                  </a:lnTo>
                  <a:lnTo>
                    <a:pt x="1286307" y="20068"/>
                  </a:lnTo>
                  <a:lnTo>
                    <a:pt x="1283439" y="22931"/>
                  </a:lnTo>
                  <a:lnTo>
                    <a:pt x="1277704" y="22931"/>
                  </a:lnTo>
                  <a:lnTo>
                    <a:pt x="11500" y="22931"/>
                  </a:lnTo>
                  <a:lnTo>
                    <a:pt x="5765" y="22931"/>
                  </a:lnTo>
                  <a:lnTo>
                    <a:pt x="2867" y="20068"/>
                  </a:lnTo>
                  <a:lnTo>
                    <a:pt x="0" y="14343"/>
                  </a:lnTo>
                  <a:lnTo>
                    <a:pt x="0" y="11480"/>
                  </a:lnTo>
                  <a:lnTo>
                    <a:pt x="0" y="5725"/>
                  </a:lnTo>
                  <a:lnTo>
                    <a:pt x="2867" y="2862"/>
                  </a:lnTo>
                  <a:lnTo>
                    <a:pt x="5765" y="0"/>
                  </a:lnTo>
                  <a:lnTo>
                    <a:pt x="1150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101859" y="2582440"/>
              <a:ext cx="144145" cy="143510"/>
            </a:xfrm>
            <a:custGeom>
              <a:avLst/>
              <a:gdLst/>
              <a:ahLst/>
              <a:cxnLst/>
              <a:rect l="l" t="t" r="r" b="b"/>
              <a:pathLst>
                <a:path w="144145" h="143510">
                  <a:moveTo>
                    <a:pt x="0" y="0"/>
                  </a:moveTo>
                  <a:lnTo>
                    <a:pt x="143563" y="71657"/>
                  </a:lnTo>
                  <a:lnTo>
                    <a:pt x="0" y="143314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584587" y="2593909"/>
              <a:ext cx="884555" cy="143510"/>
            </a:xfrm>
            <a:custGeom>
              <a:avLst/>
              <a:gdLst/>
              <a:ahLst/>
              <a:cxnLst/>
              <a:rect l="l" t="t" r="r" b="b"/>
              <a:pathLst>
                <a:path w="884554" h="143510">
                  <a:moveTo>
                    <a:pt x="740785" y="0"/>
                  </a:moveTo>
                  <a:lnTo>
                    <a:pt x="740785" y="60197"/>
                  </a:lnTo>
                  <a:lnTo>
                    <a:pt x="8625" y="60197"/>
                  </a:lnTo>
                  <a:lnTo>
                    <a:pt x="2865" y="63032"/>
                  </a:lnTo>
                  <a:lnTo>
                    <a:pt x="0" y="65897"/>
                  </a:lnTo>
                  <a:lnTo>
                    <a:pt x="0" y="77388"/>
                  </a:lnTo>
                  <a:lnTo>
                    <a:pt x="2865" y="80253"/>
                  </a:lnTo>
                  <a:lnTo>
                    <a:pt x="8625" y="83118"/>
                  </a:lnTo>
                  <a:lnTo>
                    <a:pt x="740785" y="83118"/>
                  </a:lnTo>
                  <a:lnTo>
                    <a:pt x="740785" y="143316"/>
                  </a:lnTo>
                  <a:lnTo>
                    <a:pt x="884346" y="71658"/>
                  </a:lnTo>
                  <a:lnTo>
                    <a:pt x="7407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584611" y="2654097"/>
              <a:ext cx="778510" cy="23495"/>
            </a:xfrm>
            <a:custGeom>
              <a:avLst/>
              <a:gdLst/>
              <a:ahLst/>
              <a:cxnLst/>
              <a:rect l="l" t="t" r="r" b="b"/>
              <a:pathLst>
                <a:path w="778510" h="23494">
                  <a:moveTo>
                    <a:pt x="11500" y="0"/>
                  </a:moveTo>
                  <a:lnTo>
                    <a:pt x="766598" y="0"/>
                  </a:lnTo>
                  <a:lnTo>
                    <a:pt x="769496" y="0"/>
                  </a:lnTo>
                  <a:lnTo>
                    <a:pt x="775231" y="2862"/>
                  </a:lnTo>
                  <a:lnTo>
                    <a:pt x="778099" y="5725"/>
                  </a:lnTo>
                  <a:lnTo>
                    <a:pt x="778099" y="11450"/>
                  </a:lnTo>
                  <a:lnTo>
                    <a:pt x="778099" y="17175"/>
                  </a:lnTo>
                  <a:lnTo>
                    <a:pt x="775231" y="20068"/>
                  </a:lnTo>
                  <a:lnTo>
                    <a:pt x="769496" y="22931"/>
                  </a:lnTo>
                  <a:lnTo>
                    <a:pt x="766598" y="22931"/>
                  </a:lnTo>
                  <a:lnTo>
                    <a:pt x="11500" y="22931"/>
                  </a:lnTo>
                  <a:lnTo>
                    <a:pt x="8602" y="22931"/>
                  </a:lnTo>
                  <a:lnTo>
                    <a:pt x="2867" y="20068"/>
                  </a:lnTo>
                  <a:lnTo>
                    <a:pt x="0" y="17175"/>
                  </a:lnTo>
                  <a:lnTo>
                    <a:pt x="0" y="11450"/>
                  </a:lnTo>
                  <a:lnTo>
                    <a:pt x="0" y="5725"/>
                  </a:lnTo>
                  <a:lnTo>
                    <a:pt x="2867" y="2862"/>
                  </a:lnTo>
                  <a:lnTo>
                    <a:pt x="8602" y="0"/>
                  </a:lnTo>
                  <a:lnTo>
                    <a:pt x="1150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325370" y="2593890"/>
              <a:ext cx="144145" cy="143510"/>
            </a:xfrm>
            <a:custGeom>
              <a:avLst/>
              <a:gdLst/>
              <a:ahLst/>
              <a:cxnLst/>
              <a:rect l="l" t="t" r="r" b="b"/>
              <a:pathLst>
                <a:path w="144145" h="143510">
                  <a:moveTo>
                    <a:pt x="0" y="0"/>
                  </a:moveTo>
                  <a:lnTo>
                    <a:pt x="143594" y="71657"/>
                  </a:lnTo>
                  <a:lnTo>
                    <a:pt x="0" y="143314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1719390" y="4460454"/>
            <a:ext cx="4921885" cy="978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C</a:t>
            </a:r>
            <a:r>
              <a:rPr sz="2000" spc="5" dirty="0">
                <a:latin typeface="Calibri"/>
                <a:cs typeface="Calibri"/>
              </a:rPr>
              <a:t>o</a:t>
            </a:r>
            <a:r>
              <a:rPr sz="2000" spc="-15" dirty="0">
                <a:latin typeface="Calibri"/>
                <a:cs typeface="Calibri"/>
              </a:rPr>
              <a:t>n</a:t>
            </a:r>
            <a:r>
              <a:rPr sz="2000" dirty="0">
                <a:latin typeface="Calibri"/>
                <a:cs typeface="Calibri"/>
              </a:rPr>
              <a:t>t</a:t>
            </a:r>
            <a:r>
              <a:rPr sz="2000" spc="-50" dirty="0">
                <a:latin typeface="Calibri"/>
                <a:cs typeface="Calibri"/>
              </a:rPr>
              <a:t>r</a:t>
            </a:r>
            <a:r>
              <a:rPr sz="2000" spc="5" dirty="0">
                <a:latin typeface="Calibri"/>
                <a:cs typeface="Calibri"/>
              </a:rPr>
              <a:t>o</a:t>
            </a:r>
            <a:r>
              <a:rPr sz="2000" dirty="0">
                <a:latin typeface="Calibri"/>
                <a:cs typeface="Calibri"/>
              </a:rPr>
              <a:t>l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Al</a:t>
            </a:r>
            <a:r>
              <a:rPr sz="2000" spc="-35" dirty="0">
                <a:latin typeface="Calibri"/>
                <a:cs typeface="Calibri"/>
              </a:rPr>
              <a:t>g</a:t>
            </a:r>
            <a:r>
              <a:rPr sz="2000" spc="5" dirty="0">
                <a:latin typeface="Calibri"/>
                <a:cs typeface="Calibri"/>
              </a:rPr>
              <a:t>o</a:t>
            </a:r>
            <a:r>
              <a:rPr sz="2000" dirty="0">
                <a:latin typeface="Calibri"/>
                <a:cs typeface="Calibri"/>
              </a:rPr>
              <a:t>ri</a:t>
            </a:r>
            <a:r>
              <a:rPr sz="2000" spc="5" dirty="0">
                <a:latin typeface="Calibri"/>
                <a:cs typeface="Calibri"/>
              </a:rPr>
              <a:t>th</a:t>
            </a:r>
            <a:r>
              <a:rPr sz="2000" spc="-15" dirty="0">
                <a:latin typeface="Calibri"/>
                <a:cs typeface="Calibri"/>
              </a:rPr>
              <a:t>m:</a:t>
            </a:r>
            <a:endParaRPr sz="2000" dirty="0">
              <a:latin typeface="Calibri"/>
              <a:cs typeface="Calibri"/>
            </a:endParaRPr>
          </a:p>
          <a:p>
            <a:pPr marL="1362710">
              <a:lnSpc>
                <a:spcPct val="100000"/>
              </a:lnSpc>
              <a:spcBef>
                <a:spcPts val="730"/>
              </a:spcBef>
            </a:pPr>
            <a:r>
              <a:rPr sz="2900" i="1" spc="135" dirty="0">
                <a:latin typeface="Times New Roman"/>
                <a:cs typeface="Times New Roman"/>
              </a:rPr>
              <a:t>u</a:t>
            </a:r>
            <a:r>
              <a:rPr sz="2900" spc="75" dirty="0">
                <a:latin typeface="Times New Roman"/>
                <a:cs typeface="Times New Roman"/>
              </a:rPr>
              <a:t>(</a:t>
            </a:r>
            <a:r>
              <a:rPr sz="2900" i="1" dirty="0">
                <a:latin typeface="Times New Roman"/>
                <a:cs typeface="Times New Roman"/>
              </a:rPr>
              <a:t>k</a:t>
            </a:r>
            <a:r>
              <a:rPr sz="2900" i="1" spc="-47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)</a:t>
            </a:r>
            <a:r>
              <a:rPr sz="2900" spc="-6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Symbol"/>
                <a:cs typeface="Symbol"/>
              </a:rPr>
              <a:t></a:t>
            </a:r>
            <a:r>
              <a:rPr sz="2900" spc="-50" dirty="0">
                <a:latin typeface="Times New Roman"/>
                <a:cs typeface="Times New Roman"/>
              </a:rPr>
              <a:t> </a:t>
            </a:r>
            <a:r>
              <a:rPr sz="2900" i="1" spc="270" dirty="0">
                <a:latin typeface="Times New Roman"/>
                <a:cs typeface="Times New Roman"/>
              </a:rPr>
              <a:t>k</a:t>
            </a:r>
            <a:r>
              <a:rPr sz="2475" i="1" spc="22" baseline="-25252" dirty="0">
                <a:latin typeface="Times New Roman"/>
                <a:cs typeface="Times New Roman"/>
              </a:rPr>
              <a:t>p</a:t>
            </a:r>
            <a:r>
              <a:rPr sz="2475" i="1" baseline="-25252" dirty="0">
                <a:latin typeface="Times New Roman"/>
                <a:cs typeface="Times New Roman"/>
              </a:rPr>
              <a:t> </a:t>
            </a:r>
            <a:r>
              <a:rPr sz="2475" i="1" spc="-262" baseline="-25252" dirty="0">
                <a:latin typeface="Times New Roman"/>
                <a:cs typeface="Times New Roman"/>
              </a:rPr>
              <a:t> </a:t>
            </a:r>
            <a:r>
              <a:rPr sz="5700" spc="-480" baseline="-2923" dirty="0">
                <a:latin typeface="Symbol"/>
                <a:cs typeface="Symbol"/>
              </a:rPr>
              <a:t></a:t>
            </a:r>
            <a:r>
              <a:rPr sz="5700" spc="-652" baseline="-2923" dirty="0">
                <a:latin typeface="Times New Roman"/>
                <a:cs typeface="Times New Roman"/>
              </a:rPr>
              <a:t> </a:t>
            </a:r>
            <a:r>
              <a:rPr sz="2900" i="1" spc="15" dirty="0">
                <a:latin typeface="Times New Roman"/>
                <a:cs typeface="Times New Roman"/>
              </a:rPr>
              <a:t>y</a:t>
            </a:r>
            <a:r>
              <a:rPr sz="2475" i="1" spc="22" baseline="-25252" dirty="0">
                <a:latin typeface="Times New Roman"/>
                <a:cs typeface="Times New Roman"/>
              </a:rPr>
              <a:t>d</a:t>
            </a:r>
            <a:r>
              <a:rPr sz="2475" i="1" spc="142" baseline="-25252" dirty="0">
                <a:latin typeface="Times New Roman"/>
                <a:cs typeface="Times New Roman"/>
              </a:rPr>
              <a:t> </a:t>
            </a:r>
            <a:r>
              <a:rPr sz="2900" spc="75" dirty="0">
                <a:latin typeface="Times New Roman"/>
                <a:cs typeface="Times New Roman"/>
              </a:rPr>
              <a:t>(</a:t>
            </a:r>
            <a:r>
              <a:rPr sz="2900" i="1" dirty="0">
                <a:latin typeface="Times New Roman"/>
                <a:cs typeface="Times New Roman"/>
              </a:rPr>
              <a:t>k</a:t>
            </a:r>
            <a:r>
              <a:rPr sz="2900" i="1" spc="-47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)</a:t>
            </a:r>
            <a:r>
              <a:rPr sz="2900" spc="-24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Symbol"/>
                <a:cs typeface="Symbol"/>
              </a:rPr>
              <a:t></a:t>
            </a:r>
            <a:r>
              <a:rPr sz="2900" spc="45" dirty="0">
                <a:latin typeface="Times New Roman"/>
                <a:cs typeface="Times New Roman"/>
              </a:rPr>
              <a:t> </a:t>
            </a:r>
            <a:r>
              <a:rPr sz="2900" i="1" spc="120" dirty="0">
                <a:latin typeface="Times New Roman"/>
                <a:cs typeface="Times New Roman"/>
              </a:rPr>
              <a:t>y</a:t>
            </a:r>
            <a:r>
              <a:rPr sz="2900" spc="75" dirty="0">
                <a:latin typeface="Times New Roman"/>
                <a:cs typeface="Times New Roman"/>
              </a:rPr>
              <a:t>(</a:t>
            </a:r>
            <a:r>
              <a:rPr sz="2900" i="1" dirty="0">
                <a:latin typeface="Times New Roman"/>
                <a:cs typeface="Times New Roman"/>
              </a:rPr>
              <a:t>k</a:t>
            </a:r>
            <a:r>
              <a:rPr sz="2900" i="1" spc="-470" dirty="0">
                <a:latin typeface="Times New Roman"/>
                <a:cs typeface="Times New Roman"/>
              </a:rPr>
              <a:t> </a:t>
            </a:r>
            <a:r>
              <a:rPr sz="2900" spc="180" dirty="0">
                <a:latin typeface="Times New Roman"/>
                <a:cs typeface="Times New Roman"/>
              </a:rPr>
              <a:t>)</a:t>
            </a:r>
            <a:r>
              <a:rPr sz="5700" spc="-480" baseline="-2923" dirty="0">
                <a:latin typeface="Symbol"/>
                <a:cs typeface="Symbol"/>
              </a:rPr>
              <a:t></a:t>
            </a:r>
            <a:endParaRPr sz="5700" baseline="-2923" dirty="0">
              <a:latin typeface="Symbol"/>
              <a:cs typeface="Symbol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2240">
              <a:lnSpc>
                <a:spcPct val="100000"/>
              </a:lnSpc>
            </a:pPr>
            <a:fld id="{81D60167-4931-47E6-BA6A-407CBD079E47}" type="slidenum">
              <a:rPr spc="-10" dirty="0">
                <a:latin typeface="Calibri"/>
                <a:cs typeface="Calibri"/>
              </a:rPr>
              <a:t>8</a:t>
            </a:fld>
            <a:endParaRPr spc="-1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7567" y="728606"/>
            <a:ext cx="4345305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B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ck</a:t>
            </a:r>
            <a:r>
              <a:rPr sz="3400" spc="-1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g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-10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na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60" dirty="0">
                <a:solidFill>
                  <a:srgbClr val="B5121B"/>
                </a:solidFill>
                <a:latin typeface="Calibri"/>
                <a:cs typeface="Calibri"/>
              </a:rPr>
              <a:t>y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6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–</a:t>
            </a:r>
            <a:r>
              <a:rPr sz="34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12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Ru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endParaRPr sz="3400">
              <a:latin typeface="Calibri"/>
              <a:cs typeface="Calibri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5A7F9F4-9FF3-A012-5F51-8AD37AB49A70}"/>
              </a:ext>
            </a:extLst>
          </p:cNvPr>
          <p:cNvGrpSpPr/>
          <p:nvPr/>
        </p:nvGrpSpPr>
        <p:grpSpPr>
          <a:xfrm>
            <a:off x="899159" y="2315199"/>
            <a:ext cx="7068516" cy="1475740"/>
            <a:chOff x="899159" y="2315199"/>
            <a:chExt cx="7068516" cy="1475740"/>
          </a:xfrm>
        </p:grpSpPr>
        <p:sp>
          <p:nvSpPr>
            <p:cNvPr id="3" name="object 3"/>
            <p:cNvSpPr/>
            <p:nvPr/>
          </p:nvSpPr>
          <p:spPr>
            <a:xfrm>
              <a:off x="4954280" y="2330439"/>
              <a:ext cx="2080260" cy="1460500"/>
            </a:xfrm>
            <a:custGeom>
              <a:avLst/>
              <a:gdLst/>
              <a:ahLst/>
              <a:cxnLst/>
              <a:rect l="l" t="t" r="r" b="b"/>
              <a:pathLst>
                <a:path w="2080259" h="1460500">
                  <a:moveTo>
                    <a:pt x="1836816" y="0"/>
                  </a:moveTo>
                  <a:lnTo>
                    <a:pt x="243413" y="0"/>
                  </a:lnTo>
                  <a:lnTo>
                    <a:pt x="223447" y="807"/>
                  </a:lnTo>
                  <a:lnTo>
                    <a:pt x="184913" y="7075"/>
                  </a:lnTo>
                  <a:lnTo>
                    <a:pt x="148660" y="19131"/>
                  </a:lnTo>
                  <a:lnTo>
                    <a:pt x="99650" y="46971"/>
                  </a:lnTo>
                  <a:lnTo>
                    <a:pt x="58589" y="85014"/>
                  </a:lnTo>
                  <a:lnTo>
                    <a:pt x="27166" y="131568"/>
                  </a:lnTo>
                  <a:lnTo>
                    <a:pt x="7073" y="184942"/>
                  </a:lnTo>
                  <a:lnTo>
                    <a:pt x="806" y="223477"/>
                  </a:lnTo>
                  <a:lnTo>
                    <a:pt x="0" y="243443"/>
                  </a:lnTo>
                  <a:lnTo>
                    <a:pt x="0" y="1217096"/>
                  </a:lnTo>
                  <a:lnTo>
                    <a:pt x="3185" y="1256583"/>
                  </a:lnTo>
                  <a:lnTo>
                    <a:pt x="12408" y="1294039"/>
                  </a:lnTo>
                  <a:lnTo>
                    <a:pt x="36465" y="1345322"/>
                  </a:lnTo>
                  <a:lnTo>
                    <a:pt x="71288" y="1389221"/>
                  </a:lnTo>
                  <a:lnTo>
                    <a:pt x="115187" y="1424044"/>
                  </a:lnTo>
                  <a:lnTo>
                    <a:pt x="166470" y="1448102"/>
                  </a:lnTo>
                  <a:lnTo>
                    <a:pt x="203927" y="1457324"/>
                  </a:lnTo>
                  <a:lnTo>
                    <a:pt x="243413" y="1460510"/>
                  </a:lnTo>
                  <a:lnTo>
                    <a:pt x="1836816" y="1460510"/>
                  </a:lnTo>
                  <a:lnTo>
                    <a:pt x="1876303" y="1457324"/>
                  </a:lnTo>
                  <a:lnTo>
                    <a:pt x="1913762" y="1448102"/>
                  </a:lnTo>
                  <a:lnTo>
                    <a:pt x="1965050" y="1424044"/>
                  </a:lnTo>
                  <a:lnTo>
                    <a:pt x="2008955" y="1389221"/>
                  </a:lnTo>
                  <a:lnTo>
                    <a:pt x="2043785" y="1345322"/>
                  </a:lnTo>
                  <a:lnTo>
                    <a:pt x="2067848" y="1294039"/>
                  </a:lnTo>
                  <a:lnTo>
                    <a:pt x="2077073" y="1256583"/>
                  </a:lnTo>
                  <a:lnTo>
                    <a:pt x="2080259" y="1217096"/>
                  </a:lnTo>
                  <a:lnTo>
                    <a:pt x="2080259" y="243443"/>
                  </a:lnTo>
                  <a:lnTo>
                    <a:pt x="2077073" y="203956"/>
                  </a:lnTo>
                  <a:lnTo>
                    <a:pt x="2067848" y="166497"/>
                  </a:lnTo>
                  <a:lnTo>
                    <a:pt x="2043785" y="115209"/>
                  </a:lnTo>
                  <a:lnTo>
                    <a:pt x="2008955" y="71304"/>
                  </a:lnTo>
                  <a:lnTo>
                    <a:pt x="1965050" y="36474"/>
                  </a:lnTo>
                  <a:lnTo>
                    <a:pt x="1913762" y="12411"/>
                  </a:lnTo>
                  <a:lnTo>
                    <a:pt x="1876303" y="3186"/>
                  </a:lnTo>
                  <a:lnTo>
                    <a:pt x="183681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954280" y="2330439"/>
              <a:ext cx="2080260" cy="1460500"/>
            </a:xfrm>
            <a:custGeom>
              <a:avLst/>
              <a:gdLst/>
              <a:ahLst/>
              <a:cxnLst/>
              <a:rect l="l" t="t" r="r" b="b"/>
              <a:pathLst>
                <a:path w="2080259" h="1460500">
                  <a:moveTo>
                    <a:pt x="0" y="243443"/>
                  </a:moveTo>
                  <a:lnTo>
                    <a:pt x="3185" y="203956"/>
                  </a:lnTo>
                  <a:lnTo>
                    <a:pt x="12408" y="166497"/>
                  </a:lnTo>
                  <a:lnTo>
                    <a:pt x="36465" y="115209"/>
                  </a:lnTo>
                  <a:lnTo>
                    <a:pt x="71288" y="71304"/>
                  </a:lnTo>
                  <a:lnTo>
                    <a:pt x="115187" y="36474"/>
                  </a:lnTo>
                  <a:lnTo>
                    <a:pt x="166470" y="12411"/>
                  </a:lnTo>
                  <a:lnTo>
                    <a:pt x="203927" y="3186"/>
                  </a:lnTo>
                  <a:lnTo>
                    <a:pt x="243413" y="0"/>
                  </a:lnTo>
                  <a:lnTo>
                    <a:pt x="1836816" y="0"/>
                  </a:lnTo>
                  <a:lnTo>
                    <a:pt x="1876303" y="3186"/>
                  </a:lnTo>
                  <a:lnTo>
                    <a:pt x="1913762" y="12411"/>
                  </a:lnTo>
                  <a:lnTo>
                    <a:pt x="1965050" y="36474"/>
                  </a:lnTo>
                  <a:lnTo>
                    <a:pt x="2008955" y="71304"/>
                  </a:lnTo>
                  <a:lnTo>
                    <a:pt x="2043785" y="115209"/>
                  </a:lnTo>
                  <a:lnTo>
                    <a:pt x="2067848" y="166497"/>
                  </a:lnTo>
                  <a:lnTo>
                    <a:pt x="2077073" y="203956"/>
                  </a:lnTo>
                  <a:lnTo>
                    <a:pt x="2080259" y="243443"/>
                  </a:lnTo>
                  <a:lnTo>
                    <a:pt x="2080259" y="1217096"/>
                  </a:lnTo>
                  <a:lnTo>
                    <a:pt x="2077073" y="1256583"/>
                  </a:lnTo>
                  <a:lnTo>
                    <a:pt x="2067848" y="1294039"/>
                  </a:lnTo>
                  <a:lnTo>
                    <a:pt x="2043785" y="1345322"/>
                  </a:lnTo>
                  <a:lnTo>
                    <a:pt x="2008955" y="1389221"/>
                  </a:lnTo>
                  <a:lnTo>
                    <a:pt x="1965050" y="1424044"/>
                  </a:lnTo>
                  <a:lnTo>
                    <a:pt x="1913762" y="1448102"/>
                  </a:lnTo>
                  <a:lnTo>
                    <a:pt x="1876303" y="1457324"/>
                  </a:lnTo>
                  <a:lnTo>
                    <a:pt x="1836816" y="1460510"/>
                  </a:lnTo>
                  <a:lnTo>
                    <a:pt x="243413" y="1460510"/>
                  </a:lnTo>
                  <a:lnTo>
                    <a:pt x="203927" y="1457324"/>
                  </a:lnTo>
                  <a:lnTo>
                    <a:pt x="166470" y="1448102"/>
                  </a:lnTo>
                  <a:lnTo>
                    <a:pt x="115187" y="1424044"/>
                  </a:lnTo>
                  <a:lnTo>
                    <a:pt x="71288" y="1389221"/>
                  </a:lnTo>
                  <a:lnTo>
                    <a:pt x="36465" y="1345322"/>
                  </a:lnTo>
                  <a:lnTo>
                    <a:pt x="12408" y="1294039"/>
                  </a:lnTo>
                  <a:lnTo>
                    <a:pt x="3185" y="1256583"/>
                  </a:lnTo>
                  <a:lnTo>
                    <a:pt x="0" y="1217096"/>
                  </a:lnTo>
                  <a:lnTo>
                    <a:pt x="0" y="243443"/>
                  </a:lnTo>
                  <a:close/>
                </a:path>
              </a:pathLst>
            </a:custGeom>
            <a:ln w="12700">
              <a:solidFill>
                <a:srgbClr val="2E52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 txBox="1"/>
            <p:nvPr/>
          </p:nvSpPr>
          <p:spPr>
            <a:xfrm>
              <a:off x="5796043" y="2844585"/>
              <a:ext cx="388620" cy="43370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650" i="1" spc="-60" dirty="0">
                  <a:latin typeface="Times New Roman"/>
                  <a:cs typeface="Times New Roman"/>
                </a:rPr>
                <a:t>G</a:t>
              </a:r>
              <a:r>
                <a:rPr sz="3000" spc="-15" baseline="-19444" dirty="0">
                  <a:latin typeface="Times New Roman"/>
                  <a:cs typeface="Times New Roman"/>
                </a:rPr>
                <a:t>2</a:t>
              </a:r>
              <a:endParaRPr sz="3000" baseline="-19444">
                <a:latin typeface="Times New Roman"/>
                <a:cs typeface="Times New Roman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3987789" y="3017520"/>
              <a:ext cx="938530" cy="15240"/>
            </a:xfrm>
            <a:custGeom>
              <a:avLst/>
              <a:gdLst/>
              <a:ahLst/>
              <a:cxnLst/>
              <a:rect l="l" t="t" r="r" b="b"/>
              <a:pathLst>
                <a:path w="938529" h="15239">
                  <a:moveTo>
                    <a:pt x="938052" y="15239"/>
                  </a:moveTo>
                  <a:lnTo>
                    <a:pt x="0" y="0"/>
                  </a:lnTo>
                </a:path>
              </a:pathLst>
            </a:custGeom>
            <a:ln w="253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848941" y="2987070"/>
              <a:ext cx="77470" cy="88900"/>
            </a:xfrm>
            <a:custGeom>
              <a:avLst/>
              <a:gdLst/>
              <a:ahLst/>
              <a:cxnLst/>
              <a:rect l="l" t="t" r="r" b="b"/>
              <a:pathLst>
                <a:path w="77470" h="88900">
                  <a:moveTo>
                    <a:pt x="1432" y="0"/>
                  </a:moveTo>
                  <a:lnTo>
                    <a:pt x="76901" y="45689"/>
                  </a:lnTo>
                  <a:lnTo>
                    <a:pt x="0" y="88910"/>
                  </a:lnTo>
                </a:path>
              </a:pathLst>
            </a:custGeom>
            <a:ln w="253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033259" y="3043336"/>
              <a:ext cx="934085" cy="15240"/>
            </a:xfrm>
            <a:custGeom>
              <a:avLst/>
              <a:gdLst/>
              <a:ahLst/>
              <a:cxnLst/>
              <a:rect l="l" t="t" r="r" b="b"/>
              <a:pathLst>
                <a:path w="934084" h="15239">
                  <a:moveTo>
                    <a:pt x="933876" y="0"/>
                  </a:moveTo>
                  <a:lnTo>
                    <a:pt x="0" y="15239"/>
                  </a:lnTo>
                </a:path>
              </a:pathLst>
            </a:custGeom>
            <a:ln w="253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890205" y="3000116"/>
              <a:ext cx="77470" cy="88900"/>
            </a:xfrm>
            <a:custGeom>
              <a:avLst/>
              <a:gdLst/>
              <a:ahLst/>
              <a:cxnLst/>
              <a:rect l="l" t="t" r="r" b="b"/>
              <a:pathLst>
                <a:path w="77470" h="88900">
                  <a:moveTo>
                    <a:pt x="1463" y="88910"/>
                  </a:moveTo>
                  <a:lnTo>
                    <a:pt x="76931" y="43220"/>
                  </a:lnTo>
                  <a:lnTo>
                    <a:pt x="0" y="0"/>
                  </a:lnTo>
                </a:path>
              </a:pathLst>
            </a:custGeom>
            <a:ln w="253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 txBox="1"/>
            <p:nvPr/>
          </p:nvSpPr>
          <p:spPr>
            <a:xfrm>
              <a:off x="7196619" y="2532252"/>
              <a:ext cx="598805" cy="3644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650" i="1" spc="90" dirty="0">
                  <a:latin typeface="Times New Roman"/>
                  <a:cs typeface="Times New Roman"/>
                </a:rPr>
                <a:t>y</a:t>
              </a:r>
              <a:r>
                <a:rPr sz="2650" spc="55" dirty="0">
                  <a:latin typeface="Times New Roman"/>
                  <a:cs typeface="Times New Roman"/>
                </a:rPr>
                <a:t>(</a:t>
              </a:r>
              <a:r>
                <a:rPr sz="2650" i="1" spc="-15" dirty="0">
                  <a:latin typeface="Times New Roman"/>
                  <a:cs typeface="Times New Roman"/>
                </a:rPr>
                <a:t>k</a:t>
              </a:r>
              <a:r>
                <a:rPr sz="2650" i="1" spc="-434" dirty="0">
                  <a:latin typeface="Times New Roman"/>
                  <a:cs typeface="Times New Roman"/>
                </a:rPr>
                <a:t> </a:t>
              </a:r>
              <a:r>
                <a:rPr sz="2650" spc="-10" dirty="0">
                  <a:latin typeface="Times New Roman"/>
                  <a:cs typeface="Times New Roman"/>
                </a:rPr>
                <a:t>)</a:t>
              </a:r>
              <a:endParaRPr sz="2650">
                <a:latin typeface="Times New Roman"/>
                <a:cs typeface="Times New Roman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1908810" y="2315199"/>
              <a:ext cx="2080260" cy="1460500"/>
            </a:xfrm>
            <a:custGeom>
              <a:avLst/>
              <a:gdLst/>
              <a:ahLst/>
              <a:cxnLst/>
              <a:rect l="l" t="t" r="r" b="b"/>
              <a:pathLst>
                <a:path w="2080260" h="1460500">
                  <a:moveTo>
                    <a:pt x="1836846" y="0"/>
                  </a:moveTo>
                  <a:lnTo>
                    <a:pt x="243422" y="0"/>
                  </a:lnTo>
                  <a:lnTo>
                    <a:pt x="223457" y="807"/>
                  </a:lnTo>
                  <a:lnTo>
                    <a:pt x="184923" y="7075"/>
                  </a:lnTo>
                  <a:lnTo>
                    <a:pt x="148669" y="19131"/>
                  </a:lnTo>
                  <a:lnTo>
                    <a:pt x="99657" y="46971"/>
                  </a:lnTo>
                  <a:lnTo>
                    <a:pt x="58594" y="85014"/>
                  </a:lnTo>
                  <a:lnTo>
                    <a:pt x="27169" y="131568"/>
                  </a:lnTo>
                  <a:lnTo>
                    <a:pt x="7074" y="184942"/>
                  </a:lnTo>
                  <a:lnTo>
                    <a:pt x="806" y="223477"/>
                  </a:lnTo>
                  <a:lnTo>
                    <a:pt x="0" y="243443"/>
                  </a:lnTo>
                  <a:lnTo>
                    <a:pt x="0" y="1217096"/>
                  </a:lnTo>
                  <a:lnTo>
                    <a:pt x="3185" y="1256583"/>
                  </a:lnTo>
                  <a:lnTo>
                    <a:pt x="12409" y="1294039"/>
                  </a:lnTo>
                  <a:lnTo>
                    <a:pt x="36468" y="1345322"/>
                  </a:lnTo>
                  <a:lnTo>
                    <a:pt x="71294" y="1389221"/>
                  </a:lnTo>
                  <a:lnTo>
                    <a:pt x="115195" y="1424044"/>
                  </a:lnTo>
                  <a:lnTo>
                    <a:pt x="166479" y="1448102"/>
                  </a:lnTo>
                  <a:lnTo>
                    <a:pt x="203936" y="1457324"/>
                  </a:lnTo>
                  <a:lnTo>
                    <a:pt x="243422" y="1460510"/>
                  </a:lnTo>
                  <a:lnTo>
                    <a:pt x="1836846" y="1460510"/>
                  </a:lnTo>
                  <a:lnTo>
                    <a:pt x="1876332" y="1457324"/>
                  </a:lnTo>
                  <a:lnTo>
                    <a:pt x="1913789" y="1448102"/>
                  </a:lnTo>
                  <a:lnTo>
                    <a:pt x="1965072" y="1424044"/>
                  </a:lnTo>
                  <a:lnTo>
                    <a:pt x="2008971" y="1389221"/>
                  </a:lnTo>
                  <a:lnTo>
                    <a:pt x="2043794" y="1345322"/>
                  </a:lnTo>
                  <a:lnTo>
                    <a:pt x="2067851" y="1294039"/>
                  </a:lnTo>
                  <a:lnTo>
                    <a:pt x="2077074" y="1256583"/>
                  </a:lnTo>
                  <a:lnTo>
                    <a:pt x="2080259" y="1217096"/>
                  </a:lnTo>
                  <a:lnTo>
                    <a:pt x="2080259" y="243443"/>
                  </a:lnTo>
                  <a:lnTo>
                    <a:pt x="2077074" y="203956"/>
                  </a:lnTo>
                  <a:lnTo>
                    <a:pt x="2067851" y="166497"/>
                  </a:lnTo>
                  <a:lnTo>
                    <a:pt x="2043794" y="115209"/>
                  </a:lnTo>
                  <a:lnTo>
                    <a:pt x="2008971" y="71304"/>
                  </a:lnTo>
                  <a:lnTo>
                    <a:pt x="1965072" y="36474"/>
                  </a:lnTo>
                  <a:lnTo>
                    <a:pt x="1913789" y="12411"/>
                  </a:lnTo>
                  <a:lnTo>
                    <a:pt x="1876332" y="3186"/>
                  </a:lnTo>
                  <a:lnTo>
                    <a:pt x="183684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908810" y="2315199"/>
              <a:ext cx="2080260" cy="1460500"/>
            </a:xfrm>
            <a:custGeom>
              <a:avLst/>
              <a:gdLst/>
              <a:ahLst/>
              <a:cxnLst/>
              <a:rect l="l" t="t" r="r" b="b"/>
              <a:pathLst>
                <a:path w="2080260" h="1460500">
                  <a:moveTo>
                    <a:pt x="0" y="243443"/>
                  </a:moveTo>
                  <a:lnTo>
                    <a:pt x="3185" y="203956"/>
                  </a:lnTo>
                  <a:lnTo>
                    <a:pt x="12409" y="166497"/>
                  </a:lnTo>
                  <a:lnTo>
                    <a:pt x="36468" y="115209"/>
                  </a:lnTo>
                  <a:lnTo>
                    <a:pt x="71294" y="71304"/>
                  </a:lnTo>
                  <a:lnTo>
                    <a:pt x="115195" y="36474"/>
                  </a:lnTo>
                  <a:lnTo>
                    <a:pt x="166479" y="12411"/>
                  </a:lnTo>
                  <a:lnTo>
                    <a:pt x="203936" y="3186"/>
                  </a:lnTo>
                  <a:lnTo>
                    <a:pt x="243422" y="0"/>
                  </a:lnTo>
                  <a:lnTo>
                    <a:pt x="1836846" y="0"/>
                  </a:lnTo>
                  <a:lnTo>
                    <a:pt x="1876332" y="3186"/>
                  </a:lnTo>
                  <a:lnTo>
                    <a:pt x="1913789" y="12411"/>
                  </a:lnTo>
                  <a:lnTo>
                    <a:pt x="1965072" y="36474"/>
                  </a:lnTo>
                  <a:lnTo>
                    <a:pt x="2008971" y="71304"/>
                  </a:lnTo>
                  <a:lnTo>
                    <a:pt x="2043794" y="115209"/>
                  </a:lnTo>
                  <a:lnTo>
                    <a:pt x="2067851" y="166497"/>
                  </a:lnTo>
                  <a:lnTo>
                    <a:pt x="2077074" y="203956"/>
                  </a:lnTo>
                  <a:lnTo>
                    <a:pt x="2080259" y="243443"/>
                  </a:lnTo>
                  <a:lnTo>
                    <a:pt x="2080259" y="1217096"/>
                  </a:lnTo>
                  <a:lnTo>
                    <a:pt x="2077074" y="1256583"/>
                  </a:lnTo>
                  <a:lnTo>
                    <a:pt x="2067851" y="1294039"/>
                  </a:lnTo>
                  <a:lnTo>
                    <a:pt x="2043794" y="1345322"/>
                  </a:lnTo>
                  <a:lnTo>
                    <a:pt x="2008971" y="1389221"/>
                  </a:lnTo>
                  <a:lnTo>
                    <a:pt x="1965072" y="1424044"/>
                  </a:lnTo>
                  <a:lnTo>
                    <a:pt x="1913789" y="1448102"/>
                  </a:lnTo>
                  <a:lnTo>
                    <a:pt x="1876332" y="1457324"/>
                  </a:lnTo>
                  <a:lnTo>
                    <a:pt x="1836846" y="1460510"/>
                  </a:lnTo>
                  <a:lnTo>
                    <a:pt x="243422" y="1460510"/>
                  </a:lnTo>
                  <a:lnTo>
                    <a:pt x="203936" y="1457324"/>
                  </a:lnTo>
                  <a:lnTo>
                    <a:pt x="166479" y="1448102"/>
                  </a:lnTo>
                  <a:lnTo>
                    <a:pt x="115195" y="1424044"/>
                  </a:lnTo>
                  <a:lnTo>
                    <a:pt x="71294" y="1389221"/>
                  </a:lnTo>
                  <a:lnTo>
                    <a:pt x="36468" y="1345322"/>
                  </a:lnTo>
                  <a:lnTo>
                    <a:pt x="12409" y="1294039"/>
                  </a:lnTo>
                  <a:lnTo>
                    <a:pt x="3185" y="1256583"/>
                  </a:lnTo>
                  <a:lnTo>
                    <a:pt x="0" y="1217096"/>
                  </a:lnTo>
                  <a:lnTo>
                    <a:pt x="0" y="243443"/>
                  </a:lnTo>
                  <a:close/>
                </a:path>
              </a:pathLst>
            </a:custGeom>
            <a:ln w="12700">
              <a:solidFill>
                <a:srgbClr val="2E52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2768132" y="2829332"/>
              <a:ext cx="358140" cy="43370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650" i="1" spc="-300" dirty="0">
                  <a:latin typeface="Times New Roman"/>
                  <a:cs typeface="Times New Roman"/>
                </a:rPr>
                <a:t>G</a:t>
              </a:r>
              <a:r>
                <a:rPr sz="3000" spc="-15" baseline="-19444" dirty="0">
                  <a:latin typeface="Times New Roman"/>
                  <a:cs typeface="Times New Roman"/>
                </a:rPr>
                <a:t>1</a:t>
              </a:r>
              <a:endParaRPr sz="3000" baseline="-19444">
                <a:latin typeface="Times New Roman"/>
                <a:cs typeface="Times New Roman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899159" y="3042940"/>
              <a:ext cx="982980" cy="3175"/>
            </a:xfrm>
            <a:custGeom>
              <a:avLst/>
              <a:gdLst/>
              <a:ahLst/>
              <a:cxnLst/>
              <a:rect l="l" t="t" r="r" b="b"/>
              <a:pathLst>
                <a:path w="982980" h="3175">
                  <a:moveTo>
                    <a:pt x="982967" y="3047"/>
                  </a:moveTo>
                  <a:lnTo>
                    <a:pt x="0" y="0"/>
                  </a:lnTo>
                </a:path>
              </a:pathLst>
            </a:custGeom>
            <a:ln w="253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805784" y="3001304"/>
              <a:ext cx="76835" cy="88900"/>
            </a:xfrm>
            <a:custGeom>
              <a:avLst/>
              <a:gdLst/>
              <a:ahLst/>
              <a:cxnLst/>
              <a:rect l="l" t="t" r="r" b="b"/>
              <a:pathLst>
                <a:path w="76835" h="88900">
                  <a:moveTo>
                    <a:pt x="286" y="0"/>
                  </a:moveTo>
                  <a:lnTo>
                    <a:pt x="76343" y="44683"/>
                  </a:lnTo>
                  <a:lnTo>
                    <a:pt x="0" y="88910"/>
                  </a:lnTo>
                </a:path>
              </a:pathLst>
            </a:custGeom>
            <a:ln w="253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 txBox="1"/>
            <p:nvPr/>
          </p:nvSpPr>
          <p:spPr>
            <a:xfrm>
              <a:off x="1163010" y="2517012"/>
              <a:ext cx="588010" cy="3644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650" i="1" spc="0" dirty="0">
                  <a:latin typeface="Times New Roman"/>
                  <a:cs typeface="Times New Roman"/>
                </a:rPr>
                <a:t>e</a:t>
              </a:r>
              <a:r>
                <a:rPr sz="2650" spc="50" dirty="0">
                  <a:latin typeface="Times New Roman"/>
                  <a:cs typeface="Times New Roman"/>
                </a:rPr>
                <a:t>(</a:t>
              </a:r>
              <a:r>
                <a:rPr sz="2650" i="1" spc="-15" dirty="0">
                  <a:latin typeface="Times New Roman"/>
                  <a:cs typeface="Times New Roman"/>
                </a:rPr>
                <a:t>k</a:t>
              </a:r>
              <a:r>
                <a:rPr sz="2650" i="1" spc="-434" dirty="0">
                  <a:latin typeface="Times New Roman"/>
                  <a:cs typeface="Times New Roman"/>
                </a:rPr>
                <a:t> </a:t>
              </a:r>
              <a:r>
                <a:rPr sz="2650" spc="-10" dirty="0">
                  <a:latin typeface="Times New Roman"/>
                  <a:cs typeface="Times New Roman"/>
                </a:rPr>
                <a:t>)</a:t>
              </a:r>
              <a:endParaRPr sz="2650">
                <a:latin typeface="Times New Roman"/>
                <a:cs typeface="Times New Roman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EA1097B-54C0-E92C-3644-B31FEE81C16E}"/>
              </a:ext>
            </a:extLst>
          </p:cNvPr>
          <p:cNvGrpSpPr/>
          <p:nvPr/>
        </p:nvGrpSpPr>
        <p:grpSpPr>
          <a:xfrm>
            <a:off x="2468879" y="4438650"/>
            <a:ext cx="4023045" cy="1460500"/>
            <a:chOff x="2468879" y="4438650"/>
            <a:chExt cx="4023045" cy="1460500"/>
          </a:xfrm>
        </p:grpSpPr>
        <p:sp>
          <p:nvSpPr>
            <p:cNvPr id="17" name="object 17"/>
            <p:cNvSpPr/>
            <p:nvPr/>
          </p:nvSpPr>
          <p:spPr>
            <a:xfrm>
              <a:off x="3478529" y="4438650"/>
              <a:ext cx="2080260" cy="1460500"/>
            </a:xfrm>
            <a:custGeom>
              <a:avLst/>
              <a:gdLst/>
              <a:ahLst/>
              <a:cxnLst/>
              <a:rect l="l" t="t" r="r" b="b"/>
              <a:pathLst>
                <a:path w="2080260" h="1460500">
                  <a:moveTo>
                    <a:pt x="1836846" y="0"/>
                  </a:moveTo>
                  <a:lnTo>
                    <a:pt x="243413" y="0"/>
                  </a:lnTo>
                  <a:lnTo>
                    <a:pt x="223447" y="806"/>
                  </a:lnTo>
                  <a:lnTo>
                    <a:pt x="184913" y="7074"/>
                  </a:lnTo>
                  <a:lnTo>
                    <a:pt x="148660" y="19128"/>
                  </a:lnTo>
                  <a:lnTo>
                    <a:pt x="99650" y="46964"/>
                  </a:lnTo>
                  <a:lnTo>
                    <a:pt x="58589" y="85003"/>
                  </a:lnTo>
                  <a:lnTo>
                    <a:pt x="27166" y="131553"/>
                  </a:lnTo>
                  <a:lnTo>
                    <a:pt x="7073" y="184923"/>
                  </a:lnTo>
                  <a:lnTo>
                    <a:pt x="806" y="223457"/>
                  </a:lnTo>
                  <a:lnTo>
                    <a:pt x="0" y="243422"/>
                  </a:lnTo>
                  <a:lnTo>
                    <a:pt x="0" y="1217081"/>
                  </a:lnTo>
                  <a:lnTo>
                    <a:pt x="3185" y="1256567"/>
                  </a:lnTo>
                  <a:lnTo>
                    <a:pt x="12408" y="1294024"/>
                  </a:lnTo>
                  <a:lnTo>
                    <a:pt x="36465" y="1345308"/>
                  </a:lnTo>
                  <a:lnTo>
                    <a:pt x="71288" y="1389209"/>
                  </a:lnTo>
                  <a:lnTo>
                    <a:pt x="115187" y="1424035"/>
                  </a:lnTo>
                  <a:lnTo>
                    <a:pt x="166470" y="1448094"/>
                  </a:lnTo>
                  <a:lnTo>
                    <a:pt x="203927" y="1457318"/>
                  </a:lnTo>
                  <a:lnTo>
                    <a:pt x="243413" y="1460504"/>
                  </a:lnTo>
                  <a:lnTo>
                    <a:pt x="1836846" y="1460504"/>
                  </a:lnTo>
                  <a:lnTo>
                    <a:pt x="1876332" y="1457318"/>
                  </a:lnTo>
                  <a:lnTo>
                    <a:pt x="1913789" y="1448094"/>
                  </a:lnTo>
                  <a:lnTo>
                    <a:pt x="1965072" y="1424035"/>
                  </a:lnTo>
                  <a:lnTo>
                    <a:pt x="2008971" y="1389209"/>
                  </a:lnTo>
                  <a:lnTo>
                    <a:pt x="2043794" y="1345308"/>
                  </a:lnTo>
                  <a:lnTo>
                    <a:pt x="2067851" y="1294024"/>
                  </a:lnTo>
                  <a:lnTo>
                    <a:pt x="2077074" y="1256567"/>
                  </a:lnTo>
                  <a:lnTo>
                    <a:pt x="2080259" y="1217081"/>
                  </a:lnTo>
                  <a:lnTo>
                    <a:pt x="2080259" y="243422"/>
                  </a:lnTo>
                  <a:lnTo>
                    <a:pt x="2077074" y="203936"/>
                  </a:lnTo>
                  <a:lnTo>
                    <a:pt x="2067851" y="166479"/>
                  </a:lnTo>
                  <a:lnTo>
                    <a:pt x="2043794" y="115195"/>
                  </a:lnTo>
                  <a:lnTo>
                    <a:pt x="2008971" y="71294"/>
                  </a:lnTo>
                  <a:lnTo>
                    <a:pt x="1965072" y="36468"/>
                  </a:lnTo>
                  <a:lnTo>
                    <a:pt x="1913789" y="12409"/>
                  </a:lnTo>
                  <a:lnTo>
                    <a:pt x="1876332" y="3185"/>
                  </a:lnTo>
                  <a:lnTo>
                    <a:pt x="183684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478529" y="4438650"/>
              <a:ext cx="2080260" cy="1460500"/>
            </a:xfrm>
            <a:custGeom>
              <a:avLst/>
              <a:gdLst/>
              <a:ahLst/>
              <a:cxnLst/>
              <a:rect l="l" t="t" r="r" b="b"/>
              <a:pathLst>
                <a:path w="2080260" h="1460500">
                  <a:moveTo>
                    <a:pt x="0" y="243422"/>
                  </a:moveTo>
                  <a:lnTo>
                    <a:pt x="3185" y="203936"/>
                  </a:lnTo>
                  <a:lnTo>
                    <a:pt x="12408" y="166479"/>
                  </a:lnTo>
                  <a:lnTo>
                    <a:pt x="36465" y="115195"/>
                  </a:lnTo>
                  <a:lnTo>
                    <a:pt x="71288" y="71294"/>
                  </a:lnTo>
                  <a:lnTo>
                    <a:pt x="115187" y="36468"/>
                  </a:lnTo>
                  <a:lnTo>
                    <a:pt x="166470" y="12409"/>
                  </a:lnTo>
                  <a:lnTo>
                    <a:pt x="203927" y="3185"/>
                  </a:lnTo>
                  <a:lnTo>
                    <a:pt x="243413" y="0"/>
                  </a:lnTo>
                  <a:lnTo>
                    <a:pt x="1836846" y="0"/>
                  </a:lnTo>
                  <a:lnTo>
                    <a:pt x="1876332" y="3185"/>
                  </a:lnTo>
                  <a:lnTo>
                    <a:pt x="1913789" y="12409"/>
                  </a:lnTo>
                  <a:lnTo>
                    <a:pt x="1965072" y="36468"/>
                  </a:lnTo>
                  <a:lnTo>
                    <a:pt x="2008971" y="71294"/>
                  </a:lnTo>
                  <a:lnTo>
                    <a:pt x="2043794" y="115195"/>
                  </a:lnTo>
                  <a:lnTo>
                    <a:pt x="2067851" y="166479"/>
                  </a:lnTo>
                  <a:lnTo>
                    <a:pt x="2077074" y="203936"/>
                  </a:lnTo>
                  <a:lnTo>
                    <a:pt x="2080259" y="243422"/>
                  </a:lnTo>
                  <a:lnTo>
                    <a:pt x="2080259" y="1217081"/>
                  </a:lnTo>
                  <a:lnTo>
                    <a:pt x="2077074" y="1256567"/>
                  </a:lnTo>
                  <a:lnTo>
                    <a:pt x="2067851" y="1294024"/>
                  </a:lnTo>
                  <a:lnTo>
                    <a:pt x="2043794" y="1345308"/>
                  </a:lnTo>
                  <a:lnTo>
                    <a:pt x="2008971" y="1389209"/>
                  </a:lnTo>
                  <a:lnTo>
                    <a:pt x="1965072" y="1424035"/>
                  </a:lnTo>
                  <a:lnTo>
                    <a:pt x="1913789" y="1448094"/>
                  </a:lnTo>
                  <a:lnTo>
                    <a:pt x="1876332" y="1457318"/>
                  </a:lnTo>
                  <a:lnTo>
                    <a:pt x="1836846" y="1460504"/>
                  </a:lnTo>
                  <a:lnTo>
                    <a:pt x="243413" y="1460504"/>
                  </a:lnTo>
                  <a:lnTo>
                    <a:pt x="203927" y="1457318"/>
                  </a:lnTo>
                  <a:lnTo>
                    <a:pt x="166470" y="1448094"/>
                  </a:lnTo>
                  <a:lnTo>
                    <a:pt x="115187" y="1424035"/>
                  </a:lnTo>
                  <a:lnTo>
                    <a:pt x="71288" y="1389209"/>
                  </a:lnTo>
                  <a:lnTo>
                    <a:pt x="36465" y="1345308"/>
                  </a:lnTo>
                  <a:lnTo>
                    <a:pt x="12408" y="1294024"/>
                  </a:lnTo>
                  <a:lnTo>
                    <a:pt x="3185" y="1256567"/>
                  </a:lnTo>
                  <a:lnTo>
                    <a:pt x="0" y="1217081"/>
                  </a:lnTo>
                  <a:lnTo>
                    <a:pt x="0" y="243422"/>
                  </a:lnTo>
                  <a:close/>
                </a:path>
              </a:pathLst>
            </a:custGeom>
            <a:ln w="12700">
              <a:solidFill>
                <a:srgbClr val="2E52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468879" y="5166359"/>
              <a:ext cx="982980" cy="3175"/>
            </a:xfrm>
            <a:custGeom>
              <a:avLst/>
              <a:gdLst/>
              <a:ahLst/>
              <a:cxnLst/>
              <a:rect l="l" t="t" r="r" b="b"/>
              <a:pathLst>
                <a:path w="982979" h="3175">
                  <a:moveTo>
                    <a:pt x="982979" y="3060"/>
                  </a:moveTo>
                  <a:lnTo>
                    <a:pt x="0" y="0"/>
                  </a:lnTo>
                </a:path>
              </a:pathLst>
            </a:custGeom>
            <a:ln w="253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375507" y="5124748"/>
              <a:ext cx="76835" cy="88900"/>
            </a:xfrm>
            <a:custGeom>
              <a:avLst/>
              <a:gdLst/>
              <a:ahLst/>
              <a:cxnLst/>
              <a:rect l="l" t="t" r="r" b="b"/>
              <a:pathLst>
                <a:path w="76835" h="88900">
                  <a:moveTo>
                    <a:pt x="274" y="0"/>
                  </a:moveTo>
                  <a:lnTo>
                    <a:pt x="76352" y="44671"/>
                  </a:lnTo>
                  <a:lnTo>
                    <a:pt x="0" y="88891"/>
                  </a:lnTo>
                </a:path>
              </a:pathLst>
            </a:custGeom>
            <a:ln w="253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 txBox="1"/>
            <p:nvPr/>
          </p:nvSpPr>
          <p:spPr>
            <a:xfrm>
              <a:off x="2732730" y="4642774"/>
              <a:ext cx="588010" cy="36258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650" i="1" spc="0" dirty="0">
                  <a:latin typeface="Times New Roman"/>
                  <a:cs typeface="Times New Roman"/>
                </a:rPr>
                <a:t>e</a:t>
              </a:r>
              <a:r>
                <a:rPr sz="2650" spc="50" dirty="0">
                  <a:latin typeface="Times New Roman"/>
                  <a:cs typeface="Times New Roman"/>
                </a:rPr>
                <a:t>(</a:t>
              </a:r>
              <a:r>
                <a:rPr sz="2650" i="1" spc="-15" dirty="0">
                  <a:latin typeface="Times New Roman"/>
                  <a:cs typeface="Times New Roman"/>
                </a:rPr>
                <a:t>k</a:t>
              </a:r>
              <a:r>
                <a:rPr sz="2650" i="1" spc="-434" dirty="0">
                  <a:latin typeface="Times New Roman"/>
                  <a:cs typeface="Times New Roman"/>
                </a:rPr>
                <a:t> </a:t>
              </a:r>
              <a:r>
                <a:rPr sz="2650" spc="-10" dirty="0">
                  <a:latin typeface="Times New Roman"/>
                  <a:cs typeface="Times New Roman"/>
                </a:rPr>
                <a:t>)</a:t>
              </a:r>
              <a:endParaRPr sz="2650">
                <a:latin typeface="Times New Roman"/>
                <a:cs typeface="Times New Roman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5557509" y="5209949"/>
              <a:ext cx="934085" cy="15240"/>
            </a:xfrm>
            <a:custGeom>
              <a:avLst/>
              <a:gdLst/>
              <a:ahLst/>
              <a:cxnLst/>
              <a:rect l="l" t="t" r="r" b="b"/>
              <a:pathLst>
                <a:path w="934085" h="15239">
                  <a:moveTo>
                    <a:pt x="933876" y="0"/>
                  </a:moveTo>
                  <a:lnTo>
                    <a:pt x="0" y="15239"/>
                  </a:lnTo>
                </a:path>
              </a:pathLst>
            </a:custGeom>
            <a:ln w="253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414454" y="5166741"/>
              <a:ext cx="77470" cy="88900"/>
            </a:xfrm>
            <a:custGeom>
              <a:avLst/>
              <a:gdLst/>
              <a:ahLst/>
              <a:cxnLst/>
              <a:rect l="l" t="t" r="r" b="b"/>
              <a:pathLst>
                <a:path w="77470" h="88900">
                  <a:moveTo>
                    <a:pt x="1463" y="88891"/>
                  </a:moveTo>
                  <a:lnTo>
                    <a:pt x="76931" y="43208"/>
                  </a:lnTo>
                  <a:lnTo>
                    <a:pt x="0" y="0"/>
                  </a:lnTo>
                </a:path>
              </a:pathLst>
            </a:custGeom>
            <a:ln w="253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 txBox="1"/>
            <p:nvPr/>
          </p:nvSpPr>
          <p:spPr>
            <a:xfrm>
              <a:off x="5720877" y="4698654"/>
              <a:ext cx="598805" cy="36258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650" i="1" spc="90" dirty="0">
                  <a:latin typeface="Times New Roman"/>
                  <a:cs typeface="Times New Roman"/>
                </a:rPr>
                <a:t>y</a:t>
              </a:r>
              <a:r>
                <a:rPr sz="2650" spc="55" dirty="0">
                  <a:latin typeface="Times New Roman"/>
                  <a:cs typeface="Times New Roman"/>
                </a:rPr>
                <a:t>(</a:t>
              </a:r>
              <a:r>
                <a:rPr sz="2650" i="1" spc="-15" dirty="0">
                  <a:latin typeface="Times New Roman"/>
                  <a:cs typeface="Times New Roman"/>
                </a:rPr>
                <a:t>k</a:t>
              </a:r>
              <a:r>
                <a:rPr sz="2650" i="1" spc="-434" dirty="0">
                  <a:latin typeface="Times New Roman"/>
                  <a:cs typeface="Times New Roman"/>
                </a:rPr>
                <a:t> </a:t>
              </a:r>
              <a:r>
                <a:rPr sz="2650" spc="-10" dirty="0">
                  <a:latin typeface="Times New Roman"/>
                  <a:cs typeface="Times New Roman"/>
                </a:rPr>
                <a:t>)</a:t>
              </a:r>
              <a:endParaRPr sz="2650">
                <a:latin typeface="Times New Roman"/>
                <a:cs typeface="Times New Roman"/>
              </a:endParaRPr>
            </a:p>
          </p:txBody>
        </p:sp>
        <p:sp>
          <p:nvSpPr>
            <p:cNvPr id="25" name="object 25"/>
            <p:cNvSpPr txBox="1"/>
            <p:nvPr/>
          </p:nvSpPr>
          <p:spPr>
            <a:xfrm>
              <a:off x="4223807" y="4968014"/>
              <a:ext cx="707390" cy="43370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650" i="1" spc="-280" dirty="0">
                  <a:latin typeface="Times New Roman"/>
                  <a:cs typeface="Times New Roman"/>
                </a:rPr>
                <a:t>G</a:t>
              </a:r>
              <a:r>
                <a:rPr sz="3000" spc="-209" baseline="-19444" dirty="0">
                  <a:latin typeface="Times New Roman"/>
                  <a:cs typeface="Times New Roman"/>
                </a:rPr>
                <a:t>1</a:t>
              </a:r>
              <a:r>
                <a:rPr sz="2650" i="1" spc="-60" dirty="0">
                  <a:latin typeface="Times New Roman"/>
                  <a:cs typeface="Times New Roman"/>
                </a:rPr>
                <a:t>G</a:t>
              </a:r>
              <a:r>
                <a:rPr sz="3000" spc="-15" baseline="-19444" dirty="0">
                  <a:latin typeface="Times New Roman"/>
                  <a:cs typeface="Times New Roman"/>
                </a:rPr>
                <a:t>2</a:t>
              </a:r>
              <a:endParaRPr sz="3000" baseline="-19444">
                <a:latin typeface="Times New Roman"/>
                <a:cs typeface="Times New Roman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7567" y="728606"/>
            <a:ext cx="4361180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B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ck</a:t>
            </a:r>
            <a:r>
              <a:rPr sz="3400" spc="-1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g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-10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na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60" dirty="0">
                <a:solidFill>
                  <a:srgbClr val="B5121B"/>
                </a:solidFill>
                <a:latin typeface="Calibri"/>
                <a:cs typeface="Calibri"/>
              </a:rPr>
              <a:t>y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6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–</a:t>
            </a:r>
            <a:r>
              <a:rPr sz="34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U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it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y</a:t>
            </a:r>
            <a:r>
              <a:rPr sz="3400" spc="-8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Ne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g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ti</a:t>
            </a:r>
            <a:r>
              <a:rPr sz="3400" spc="-40" dirty="0">
                <a:solidFill>
                  <a:srgbClr val="B5121B"/>
                </a:solidFill>
                <a:latin typeface="Calibri"/>
                <a:cs typeface="Calibri"/>
              </a:rPr>
              <a:t>v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8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65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ee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dba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ck</a:t>
            </a:r>
            <a:endParaRPr sz="3400">
              <a:latin typeface="Calibri"/>
              <a:cs typeface="Calibri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A29ACF3-B53F-DF77-7142-80ED9F978F29}"/>
              </a:ext>
            </a:extLst>
          </p:cNvPr>
          <p:cNvGrpSpPr/>
          <p:nvPr/>
        </p:nvGrpSpPr>
        <p:grpSpPr>
          <a:xfrm>
            <a:off x="774541" y="2438065"/>
            <a:ext cx="3998280" cy="2287604"/>
            <a:chOff x="774541" y="2438065"/>
            <a:chExt cx="3998280" cy="2287604"/>
          </a:xfrm>
        </p:grpSpPr>
        <p:sp>
          <p:nvSpPr>
            <p:cNvPr id="5" name="object 5"/>
            <p:cNvSpPr/>
            <p:nvPr/>
          </p:nvSpPr>
          <p:spPr>
            <a:xfrm>
              <a:off x="2846069" y="2640330"/>
              <a:ext cx="863600" cy="825500"/>
            </a:xfrm>
            <a:custGeom>
              <a:avLst/>
              <a:gdLst/>
              <a:ahLst/>
              <a:cxnLst/>
              <a:rect l="l" t="t" r="r" b="b"/>
              <a:pathLst>
                <a:path w="863600" h="825500">
                  <a:moveTo>
                    <a:pt x="726003" y="0"/>
                  </a:moveTo>
                  <a:lnTo>
                    <a:pt x="132829" y="80"/>
                  </a:lnTo>
                  <a:lnTo>
                    <a:pt x="90678" y="8202"/>
                  </a:lnTo>
                  <a:lnTo>
                    <a:pt x="54194" y="28141"/>
                  </a:lnTo>
                  <a:lnTo>
                    <a:pt x="25503" y="57768"/>
                  </a:lnTo>
                  <a:lnTo>
                    <a:pt x="6730" y="94959"/>
                  </a:lnTo>
                  <a:lnTo>
                    <a:pt x="0" y="137586"/>
                  </a:lnTo>
                  <a:lnTo>
                    <a:pt x="79" y="692666"/>
                  </a:lnTo>
                  <a:lnTo>
                    <a:pt x="8195" y="734806"/>
                  </a:lnTo>
                  <a:lnTo>
                    <a:pt x="28130" y="771287"/>
                  </a:lnTo>
                  <a:lnTo>
                    <a:pt x="57758" y="799980"/>
                  </a:lnTo>
                  <a:lnTo>
                    <a:pt x="94953" y="818757"/>
                  </a:lnTo>
                  <a:lnTo>
                    <a:pt x="137589" y="825489"/>
                  </a:lnTo>
                  <a:lnTo>
                    <a:pt x="730737" y="825409"/>
                  </a:lnTo>
                  <a:lnTo>
                    <a:pt x="772902" y="817294"/>
                  </a:lnTo>
                  <a:lnTo>
                    <a:pt x="809392" y="797360"/>
                  </a:lnTo>
                  <a:lnTo>
                    <a:pt x="838086" y="767735"/>
                  </a:lnTo>
                  <a:lnTo>
                    <a:pt x="856860" y="730550"/>
                  </a:lnTo>
                  <a:lnTo>
                    <a:pt x="863589" y="687933"/>
                  </a:lnTo>
                  <a:lnTo>
                    <a:pt x="863509" y="132829"/>
                  </a:lnTo>
                  <a:lnTo>
                    <a:pt x="855391" y="90682"/>
                  </a:lnTo>
                  <a:lnTo>
                    <a:pt x="835458" y="54198"/>
                  </a:lnTo>
                  <a:lnTo>
                    <a:pt x="805834" y="25506"/>
                  </a:lnTo>
                  <a:lnTo>
                    <a:pt x="768642" y="6731"/>
                  </a:lnTo>
                  <a:lnTo>
                    <a:pt x="72600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846069" y="2640330"/>
              <a:ext cx="863600" cy="825500"/>
            </a:xfrm>
            <a:custGeom>
              <a:avLst/>
              <a:gdLst/>
              <a:ahLst/>
              <a:cxnLst/>
              <a:rect l="l" t="t" r="r" b="b"/>
              <a:pathLst>
                <a:path w="863600" h="825500">
                  <a:moveTo>
                    <a:pt x="0" y="137586"/>
                  </a:moveTo>
                  <a:lnTo>
                    <a:pt x="6730" y="94959"/>
                  </a:lnTo>
                  <a:lnTo>
                    <a:pt x="25503" y="57768"/>
                  </a:lnTo>
                  <a:lnTo>
                    <a:pt x="54194" y="28141"/>
                  </a:lnTo>
                  <a:lnTo>
                    <a:pt x="90678" y="8202"/>
                  </a:lnTo>
                  <a:lnTo>
                    <a:pt x="132829" y="80"/>
                  </a:lnTo>
                  <a:lnTo>
                    <a:pt x="726003" y="0"/>
                  </a:lnTo>
                  <a:lnTo>
                    <a:pt x="740690" y="774"/>
                  </a:lnTo>
                  <a:lnTo>
                    <a:pt x="781749" y="11756"/>
                  </a:lnTo>
                  <a:lnTo>
                    <a:pt x="816655" y="34073"/>
                  </a:lnTo>
                  <a:lnTo>
                    <a:pt x="843284" y="65599"/>
                  </a:lnTo>
                  <a:lnTo>
                    <a:pt x="859514" y="104207"/>
                  </a:lnTo>
                  <a:lnTo>
                    <a:pt x="863589" y="687933"/>
                  </a:lnTo>
                  <a:lnTo>
                    <a:pt x="862815" y="702611"/>
                  </a:lnTo>
                  <a:lnTo>
                    <a:pt x="851835" y="743654"/>
                  </a:lnTo>
                  <a:lnTo>
                    <a:pt x="829519" y="778555"/>
                  </a:lnTo>
                  <a:lnTo>
                    <a:pt x="797990" y="805186"/>
                  </a:lnTo>
                  <a:lnTo>
                    <a:pt x="759372" y="821417"/>
                  </a:lnTo>
                  <a:lnTo>
                    <a:pt x="137589" y="825489"/>
                  </a:lnTo>
                  <a:lnTo>
                    <a:pt x="122904" y="824715"/>
                  </a:lnTo>
                  <a:lnTo>
                    <a:pt x="81845" y="813731"/>
                  </a:lnTo>
                  <a:lnTo>
                    <a:pt x="46936" y="791412"/>
                  </a:lnTo>
                  <a:lnTo>
                    <a:pt x="20303" y="759887"/>
                  </a:lnTo>
                  <a:lnTo>
                    <a:pt x="4072" y="721283"/>
                  </a:lnTo>
                  <a:lnTo>
                    <a:pt x="0" y="137586"/>
                  </a:lnTo>
                  <a:close/>
                </a:path>
              </a:pathLst>
            </a:custGeom>
            <a:ln w="12700">
              <a:solidFill>
                <a:srgbClr val="2E52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822454" y="2825739"/>
              <a:ext cx="403860" cy="396240"/>
            </a:xfrm>
            <a:custGeom>
              <a:avLst/>
              <a:gdLst/>
              <a:ahLst/>
              <a:cxnLst/>
              <a:rect l="l" t="t" r="r" b="b"/>
              <a:pathLst>
                <a:path w="403860" h="396239">
                  <a:moveTo>
                    <a:pt x="201929" y="0"/>
                  </a:moveTo>
                  <a:lnTo>
                    <a:pt x="153402" y="5757"/>
                  </a:lnTo>
                  <a:lnTo>
                    <a:pt x="109130" y="22112"/>
                  </a:lnTo>
                  <a:lnTo>
                    <a:pt x="70514" y="47689"/>
                  </a:lnTo>
                  <a:lnTo>
                    <a:pt x="38959" y="81110"/>
                  </a:lnTo>
                  <a:lnTo>
                    <a:pt x="15868" y="121000"/>
                  </a:lnTo>
                  <a:lnTo>
                    <a:pt x="2642" y="165982"/>
                  </a:lnTo>
                  <a:lnTo>
                    <a:pt x="0" y="198119"/>
                  </a:lnTo>
                  <a:lnTo>
                    <a:pt x="669" y="214369"/>
                  </a:lnTo>
                  <a:lnTo>
                    <a:pt x="10294" y="260742"/>
                  </a:lnTo>
                  <a:lnTo>
                    <a:pt x="30252" y="302483"/>
                  </a:lnTo>
                  <a:lnTo>
                    <a:pt x="59142" y="338213"/>
                  </a:lnTo>
                  <a:lnTo>
                    <a:pt x="95560" y="366558"/>
                  </a:lnTo>
                  <a:lnTo>
                    <a:pt x="138103" y="386140"/>
                  </a:lnTo>
                  <a:lnTo>
                    <a:pt x="185368" y="395583"/>
                  </a:lnTo>
                  <a:lnTo>
                    <a:pt x="201929" y="396239"/>
                  </a:lnTo>
                  <a:lnTo>
                    <a:pt x="218490" y="395583"/>
                  </a:lnTo>
                  <a:lnTo>
                    <a:pt x="265752" y="386140"/>
                  </a:lnTo>
                  <a:lnTo>
                    <a:pt x="308294" y="366558"/>
                  </a:lnTo>
                  <a:lnTo>
                    <a:pt x="344712" y="338213"/>
                  </a:lnTo>
                  <a:lnTo>
                    <a:pt x="373604" y="302483"/>
                  </a:lnTo>
                  <a:lnTo>
                    <a:pt x="393564" y="260742"/>
                  </a:lnTo>
                  <a:lnTo>
                    <a:pt x="403190" y="214369"/>
                  </a:lnTo>
                  <a:lnTo>
                    <a:pt x="403859" y="198119"/>
                  </a:lnTo>
                  <a:lnTo>
                    <a:pt x="403190" y="181870"/>
                  </a:lnTo>
                  <a:lnTo>
                    <a:pt x="393564" y="135497"/>
                  </a:lnTo>
                  <a:lnTo>
                    <a:pt x="373604" y="93756"/>
                  </a:lnTo>
                  <a:lnTo>
                    <a:pt x="344712" y="58026"/>
                  </a:lnTo>
                  <a:lnTo>
                    <a:pt x="308294" y="29681"/>
                  </a:lnTo>
                  <a:lnTo>
                    <a:pt x="265752" y="10099"/>
                  </a:lnTo>
                  <a:lnTo>
                    <a:pt x="218490" y="656"/>
                  </a:lnTo>
                  <a:lnTo>
                    <a:pt x="201929" y="0"/>
                  </a:lnTo>
                  <a:close/>
                </a:path>
              </a:pathLst>
            </a:custGeom>
            <a:solidFill>
              <a:srgbClr val="FF0D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822454" y="2825739"/>
              <a:ext cx="403860" cy="396240"/>
            </a:xfrm>
            <a:custGeom>
              <a:avLst/>
              <a:gdLst/>
              <a:ahLst/>
              <a:cxnLst/>
              <a:rect l="l" t="t" r="r" b="b"/>
              <a:pathLst>
                <a:path w="403860" h="396239">
                  <a:moveTo>
                    <a:pt x="0" y="198119"/>
                  </a:moveTo>
                  <a:lnTo>
                    <a:pt x="5868" y="150507"/>
                  </a:lnTo>
                  <a:lnTo>
                    <a:pt x="22538" y="107070"/>
                  </a:lnTo>
                  <a:lnTo>
                    <a:pt x="48606" y="69183"/>
                  </a:lnTo>
                  <a:lnTo>
                    <a:pt x="82671" y="38224"/>
                  </a:lnTo>
                  <a:lnTo>
                    <a:pt x="123328" y="15568"/>
                  </a:lnTo>
                  <a:lnTo>
                    <a:pt x="169175" y="2592"/>
                  </a:lnTo>
                  <a:lnTo>
                    <a:pt x="201929" y="0"/>
                  </a:lnTo>
                  <a:lnTo>
                    <a:pt x="218490" y="656"/>
                  </a:lnTo>
                  <a:lnTo>
                    <a:pt x="265752" y="10099"/>
                  </a:lnTo>
                  <a:lnTo>
                    <a:pt x="308294" y="29681"/>
                  </a:lnTo>
                  <a:lnTo>
                    <a:pt x="344712" y="58026"/>
                  </a:lnTo>
                  <a:lnTo>
                    <a:pt x="373604" y="93756"/>
                  </a:lnTo>
                  <a:lnTo>
                    <a:pt x="393564" y="135497"/>
                  </a:lnTo>
                  <a:lnTo>
                    <a:pt x="403190" y="181870"/>
                  </a:lnTo>
                  <a:lnTo>
                    <a:pt x="403859" y="198119"/>
                  </a:lnTo>
                  <a:lnTo>
                    <a:pt x="403190" y="214369"/>
                  </a:lnTo>
                  <a:lnTo>
                    <a:pt x="393564" y="260742"/>
                  </a:lnTo>
                  <a:lnTo>
                    <a:pt x="373604" y="302483"/>
                  </a:lnTo>
                  <a:lnTo>
                    <a:pt x="344712" y="338213"/>
                  </a:lnTo>
                  <a:lnTo>
                    <a:pt x="308294" y="366558"/>
                  </a:lnTo>
                  <a:lnTo>
                    <a:pt x="265752" y="386140"/>
                  </a:lnTo>
                  <a:lnTo>
                    <a:pt x="218490" y="395583"/>
                  </a:lnTo>
                  <a:lnTo>
                    <a:pt x="201929" y="396239"/>
                  </a:lnTo>
                  <a:lnTo>
                    <a:pt x="185368" y="395583"/>
                  </a:lnTo>
                  <a:lnTo>
                    <a:pt x="138103" y="386140"/>
                  </a:lnTo>
                  <a:lnTo>
                    <a:pt x="95560" y="366558"/>
                  </a:lnTo>
                  <a:lnTo>
                    <a:pt x="59142" y="338213"/>
                  </a:lnTo>
                  <a:lnTo>
                    <a:pt x="30252" y="302483"/>
                  </a:lnTo>
                  <a:lnTo>
                    <a:pt x="10294" y="260742"/>
                  </a:lnTo>
                  <a:lnTo>
                    <a:pt x="669" y="214369"/>
                  </a:lnTo>
                  <a:lnTo>
                    <a:pt x="0" y="198119"/>
                  </a:lnTo>
                  <a:close/>
                </a:path>
              </a:pathLst>
            </a:custGeom>
            <a:ln w="12700">
              <a:solidFill>
                <a:srgbClr val="2E52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43605" y="3006090"/>
              <a:ext cx="842010" cy="0"/>
            </a:xfrm>
            <a:custGeom>
              <a:avLst/>
              <a:gdLst/>
              <a:ahLst/>
              <a:cxnLst/>
              <a:rect l="l" t="t" r="r" b="b"/>
              <a:pathLst>
                <a:path w="842010">
                  <a:moveTo>
                    <a:pt x="0" y="0"/>
                  </a:moveTo>
                  <a:lnTo>
                    <a:pt x="841903" y="0"/>
                  </a:lnTo>
                </a:path>
              </a:pathLst>
            </a:custGeom>
            <a:ln w="380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671197" y="2939399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2" y="0"/>
                  </a:moveTo>
                  <a:lnTo>
                    <a:pt x="114312" y="66690"/>
                  </a:lnTo>
                  <a:lnTo>
                    <a:pt x="0" y="133349"/>
                  </a:lnTo>
                </a:path>
              </a:pathLst>
            </a:custGeom>
            <a:ln w="380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018025" y="3241913"/>
              <a:ext cx="0" cy="1088390"/>
            </a:xfrm>
            <a:custGeom>
              <a:avLst/>
              <a:gdLst/>
              <a:ahLst/>
              <a:cxnLst/>
              <a:rect l="l" t="t" r="r" b="b"/>
              <a:pathLst>
                <a:path h="1088389">
                  <a:moveTo>
                    <a:pt x="0" y="1088032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951363" y="3241913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133349" y="114299"/>
                  </a:moveTo>
                  <a:lnTo>
                    <a:pt x="66674" y="0"/>
                  </a:lnTo>
                  <a:lnTo>
                    <a:pt x="0" y="114299"/>
                  </a:lnTo>
                </a:path>
              </a:pathLst>
            </a:custGeom>
            <a:ln w="380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1674178" y="2877592"/>
              <a:ext cx="1706245" cy="72072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R="5080" algn="r">
                <a:lnSpc>
                  <a:spcPts val="3170"/>
                </a:lnSpc>
              </a:pPr>
              <a:r>
                <a:rPr sz="2650" i="1" spc="-300" dirty="0">
                  <a:latin typeface="Times New Roman"/>
                  <a:cs typeface="Times New Roman"/>
                </a:rPr>
                <a:t>G</a:t>
              </a:r>
              <a:r>
                <a:rPr sz="3000" spc="-15" baseline="-19444" dirty="0">
                  <a:latin typeface="Times New Roman"/>
                  <a:cs typeface="Times New Roman"/>
                </a:rPr>
                <a:t>1</a:t>
              </a:r>
              <a:endParaRPr sz="3000" baseline="-19444">
                <a:latin typeface="Times New Roman"/>
                <a:cs typeface="Times New Roman"/>
              </a:endParaRPr>
            </a:p>
            <a:p>
              <a:pPr marL="12700">
                <a:lnSpc>
                  <a:spcPts val="2870"/>
                </a:lnSpc>
              </a:pPr>
              <a:r>
                <a:rPr sz="2400" dirty="0">
                  <a:latin typeface="Symbol"/>
                  <a:cs typeface="Symbol"/>
                </a:rPr>
                <a:t></a:t>
              </a:r>
              <a:endParaRPr sz="2400">
                <a:latin typeface="Symbol"/>
                <a:cs typeface="Symbol"/>
              </a:endParaRPr>
            </a:p>
          </p:txBody>
        </p:sp>
        <p:sp>
          <p:nvSpPr>
            <p:cNvPr id="14" name="object 14"/>
            <p:cNvSpPr txBox="1"/>
            <p:nvPr/>
          </p:nvSpPr>
          <p:spPr>
            <a:xfrm>
              <a:off x="774541" y="2463465"/>
              <a:ext cx="876935" cy="4768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650" i="1" spc="150" dirty="0">
                  <a:latin typeface="Times New Roman"/>
                  <a:cs typeface="Times New Roman"/>
                </a:rPr>
                <a:t>r</a:t>
              </a:r>
              <a:r>
                <a:rPr sz="2650" spc="50" dirty="0">
                  <a:latin typeface="Times New Roman"/>
                  <a:cs typeface="Times New Roman"/>
                </a:rPr>
                <a:t>(</a:t>
              </a:r>
              <a:r>
                <a:rPr sz="2650" i="1" spc="-15" dirty="0">
                  <a:latin typeface="Times New Roman"/>
                  <a:cs typeface="Times New Roman"/>
                </a:rPr>
                <a:t>k</a:t>
              </a:r>
              <a:r>
                <a:rPr sz="2650" i="1" spc="-430" dirty="0">
                  <a:latin typeface="Times New Roman"/>
                  <a:cs typeface="Times New Roman"/>
                </a:rPr>
                <a:t> </a:t>
              </a:r>
              <a:r>
                <a:rPr sz="2650" spc="-10" dirty="0">
                  <a:latin typeface="Times New Roman"/>
                  <a:cs typeface="Times New Roman"/>
                </a:rPr>
                <a:t>)</a:t>
              </a:r>
              <a:r>
                <a:rPr sz="2650" spc="290" dirty="0">
                  <a:latin typeface="Times New Roman"/>
                  <a:cs typeface="Times New Roman"/>
                </a:rPr>
                <a:t> </a:t>
              </a:r>
              <a:r>
                <a:rPr sz="3600" baseline="-23148" dirty="0">
                  <a:latin typeface="Symbol"/>
                  <a:cs typeface="Symbol"/>
                </a:rPr>
                <a:t></a:t>
              </a:r>
              <a:endParaRPr sz="3600" baseline="-23148">
                <a:latin typeface="Symbol"/>
                <a:cs typeface="Symbol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4133850" y="3023860"/>
              <a:ext cx="6985" cy="1310640"/>
            </a:xfrm>
            <a:custGeom>
              <a:avLst/>
              <a:gdLst/>
              <a:ahLst/>
              <a:cxnLst/>
              <a:rect l="l" t="t" r="r" b="b"/>
              <a:pathLst>
                <a:path w="6985" h="1310639">
                  <a:moveTo>
                    <a:pt x="6979" y="1310466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025645" y="4311646"/>
              <a:ext cx="748030" cy="0"/>
            </a:xfrm>
            <a:custGeom>
              <a:avLst/>
              <a:gdLst/>
              <a:ahLst/>
              <a:cxnLst/>
              <a:rect l="l" t="t" r="r" b="b"/>
              <a:pathLst>
                <a:path w="748030">
                  <a:moveTo>
                    <a:pt x="748034" y="0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671194" y="4334505"/>
              <a:ext cx="469900" cy="0"/>
            </a:xfrm>
            <a:custGeom>
              <a:avLst/>
              <a:gdLst/>
              <a:ahLst/>
              <a:cxnLst/>
              <a:rect l="l" t="t" r="r" b="b"/>
              <a:pathLst>
                <a:path w="469900">
                  <a:moveTo>
                    <a:pt x="469391" y="0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671194" y="426783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299" y="0"/>
                  </a:moveTo>
                  <a:lnTo>
                    <a:pt x="0" y="66674"/>
                  </a:lnTo>
                  <a:lnTo>
                    <a:pt x="114299" y="133349"/>
                  </a:lnTo>
                </a:path>
              </a:pathLst>
            </a:custGeom>
            <a:ln w="380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233933" y="3034040"/>
              <a:ext cx="580390" cy="0"/>
            </a:xfrm>
            <a:custGeom>
              <a:avLst/>
              <a:gdLst/>
              <a:ahLst/>
              <a:cxnLst/>
              <a:rect l="l" t="t" r="r" b="b"/>
              <a:pathLst>
                <a:path w="580389">
                  <a:moveTo>
                    <a:pt x="0" y="0"/>
                  </a:moveTo>
                  <a:lnTo>
                    <a:pt x="580131" y="0"/>
                  </a:lnTo>
                </a:path>
              </a:pathLst>
            </a:custGeom>
            <a:ln w="380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699753" y="296735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2" y="0"/>
                  </a:moveTo>
                  <a:lnTo>
                    <a:pt x="114312" y="66659"/>
                  </a:lnTo>
                  <a:lnTo>
                    <a:pt x="0" y="133349"/>
                  </a:lnTo>
                </a:path>
              </a:pathLst>
            </a:custGeom>
            <a:ln w="380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727460" y="3008619"/>
              <a:ext cx="879475" cy="0"/>
            </a:xfrm>
            <a:custGeom>
              <a:avLst/>
              <a:gdLst/>
              <a:ahLst/>
              <a:cxnLst/>
              <a:rect l="l" t="t" r="r" b="b"/>
              <a:pathLst>
                <a:path w="879475">
                  <a:moveTo>
                    <a:pt x="0" y="0"/>
                  </a:moveTo>
                  <a:lnTo>
                    <a:pt x="879378" y="0"/>
                  </a:lnTo>
                </a:path>
              </a:pathLst>
            </a:custGeom>
            <a:ln w="380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492538" y="294196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0"/>
                  </a:moveTo>
                  <a:lnTo>
                    <a:pt x="114299" y="66659"/>
                  </a:lnTo>
                  <a:lnTo>
                    <a:pt x="0" y="133349"/>
                  </a:lnTo>
                </a:path>
              </a:pathLst>
            </a:custGeom>
            <a:ln w="380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772405" y="3897629"/>
              <a:ext cx="864235" cy="828040"/>
            </a:xfrm>
            <a:custGeom>
              <a:avLst/>
              <a:gdLst/>
              <a:ahLst/>
              <a:cxnLst/>
              <a:rect l="l" t="t" r="r" b="b"/>
              <a:pathLst>
                <a:path w="864235" h="828039">
                  <a:moveTo>
                    <a:pt x="725600" y="0"/>
                  </a:moveTo>
                  <a:lnTo>
                    <a:pt x="132563" y="105"/>
                  </a:lnTo>
                  <a:lnTo>
                    <a:pt x="90477" y="8404"/>
                  </a:lnTo>
                  <a:lnTo>
                    <a:pt x="54064" y="28457"/>
                  </a:lnTo>
                  <a:lnTo>
                    <a:pt x="25437" y="58149"/>
                  </a:lnTo>
                  <a:lnTo>
                    <a:pt x="6711" y="95369"/>
                  </a:lnTo>
                  <a:lnTo>
                    <a:pt x="0" y="138004"/>
                  </a:lnTo>
                  <a:lnTo>
                    <a:pt x="106" y="695490"/>
                  </a:lnTo>
                  <a:lnTo>
                    <a:pt x="8408" y="737573"/>
                  </a:lnTo>
                  <a:lnTo>
                    <a:pt x="28464" y="773984"/>
                  </a:lnTo>
                  <a:lnTo>
                    <a:pt x="58159" y="802608"/>
                  </a:lnTo>
                  <a:lnTo>
                    <a:pt x="95381" y="821332"/>
                  </a:lnTo>
                  <a:lnTo>
                    <a:pt x="138016" y="828044"/>
                  </a:lnTo>
                  <a:lnTo>
                    <a:pt x="731059" y="827938"/>
                  </a:lnTo>
                  <a:lnTo>
                    <a:pt x="773135" y="819636"/>
                  </a:lnTo>
                  <a:lnTo>
                    <a:pt x="809544" y="799580"/>
                  </a:lnTo>
                  <a:lnTo>
                    <a:pt x="838172" y="769885"/>
                  </a:lnTo>
                  <a:lnTo>
                    <a:pt x="856900" y="732662"/>
                  </a:lnTo>
                  <a:lnTo>
                    <a:pt x="863614" y="690027"/>
                  </a:lnTo>
                  <a:lnTo>
                    <a:pt x="863508" y="132553"/>
                  </a:lnTo>
                  <a:lnTo>
                    <a:pt x="855206" y="90469"/>
                  </a:lnTo>
                  <a:lnTo>
                    <a:pt x="835148" y="54058"/>
                  </a:lnTo>
                  <a:lnTo>
                    <a:pt x="805449" y="25434"/>
                  </a:lnTo>
                  <a:lnTo>
                    <a:pt x="768228" y="6710"/>
                  </a:lnTo>
                  <a:lnTo>
                    <a:pt x="7256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772405" y="3897629"/>
              <a:ext cx="864235" cy="828040"/>
            </a:xfrm>
            <a:custGeom>
              <a:avLst/>
              <a:gdLst/>
              <a:ahLst/>
              <a:cxnLst/>
              <a:rect l="l" t="t" r="r" b="b"/>
              <a:pathLst>
                <a:path w="864235" h="828039">
                  <a:moveTo>
                    <a:pt x="0" y="138004"/>
                  </a:moveTo>
                  <a:lnTo>
                    <a:pt x="6711" y="95369"/>
                  </a:lnTo>
                  <a:lnTo>
                    <a:pt x="25437" y="58149"/>
                  </a:lnTo>
                  <a:lnTo>
                    <a:pt x="54064" y="28457"/>
                  </a:lnTo>
                  <a:lnTo>
                    <a:pt x="90477" y="8404"/>
                  </a:lnTo>
                  <a:lnTo>
                    <a:pt x="132563" y="105"/>
                  </a:lnTo>
                  <a:lnTo>
                    <a:pt x="725600" y="0"/>
                  </a:lnTo>
                  <a:lnTo>
                    <a:pt x="740279" y="771"/>
                  </a:lnTo>
                  <a:lnTo>
                    <a:pt x="781340" y="11721"/>
                  </a:lnTo>
                  <a:lnTo>
                    <a:pt x="816289" y="33980"/>
                  </a:lnTo>
                  <a:lnTo>
                    <a:pt x="843009" y="65434"/>
                  </a:lnTo>
                  <a:lnTo>
                    <a:pt x="859384" y="103971"/>
                  </a:lnTo>
                  <a:lnTo>
                    <a:pt x="863614" y="690027"/>
                  </a:lnTo>
                  <a:lnTo>
                    <a:pt x="862842" y="704710"/>
                  </a:lnTo>
                  <a:lnTo>
                    <a:pt x="851888" y="745776"/>
                  </a:lnTo>
                  <a:lnTo>
                    <a:pt x="829625" y="780724"/>
                  </a:lnTo>
                  <a:lnTo>
                    <a:pt x="798168" y="807441"/>
                  </a:lnTo>
                  <a:lnTo>
                    <a:pt x="759634" y="823813"/>
                  </a:lnTo>
                  <a:lnTo>
                    <a:pt x="138016" y="828044"/>
                  </a:lnTo>
                  <a:lnTo>
                    <a:pt x="123333" y="827272"/>
                  </a:lnTo>
                  <a:lnTo>
                    <a:pt x="82268" y="816321"/>
                  </a:lnTo>
                  <a:lnTo>
                    <a:pt x="47320" y="794062"/>
                  </a:lnTo>
                  <a:lnTo>
                    <a:pt x="20603" y="762608"/>
                  </a:lnTo>
                  <a:lnTo>
                    <a:pt x="4230" y="724072"/>
                  </a:lnTo>
                  <a:lnTo>
                    <a:pt x="0" y="138004"/>
                  </a:lnTo>
                  <a:close/>
                </a:path>
              </a:pathLst>
            </a:custGeom>
            <a:ln w="12700">
              <a:solidFill>
                <a:srgbClr val="2E52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 txBox="1"/>
            <p:nvPr/>
          </p:nvSpPr>
          <p:spPr>
            <a:xfrm>
              <a:off x="3117852" y="4137106"/>
              <a:ext cx="193040" cy="36068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650" spc="-15" dirty="0">
                  <a:latin typeface="Times New Roman"/>
                  <a:cs typeface="Times New Roman"/>
                </a:rPr>
                <a:t>1</a:t>
              </a:r>
              <a:endParaRPr sz="2650">
                <a:latin typeface="Times New Roman"/>
                <a:cs typeface="Times New Roman"/>
              </a:endParaRPr>
            </a:p>
          </p:txBody>
        </p:sp>
        <p:sp>
          <p:nvSpPr>
            <p:cNvPr id="26" name="object 26"/>
            <p:cNvSpPr txBox="1"/>
            <p:nvPr/>
          </p:nvSpPr>
          <p:spPr>
            <a:xfrm>
              <a:off x="4174016" y="2438065"/>
              <a:ext cx="598805" cy="36258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650" i="1" spc="90" dirty="0">
                  <a:latin typeface="Times New Roman"/>
                  <a:cs typeface="Times New Roman"/>
                </a:rPr>
                <a:t>y</a:t>
              </a:r>
              <a:r>
                <a:rPr sz="2650" spc="55" dirty="0">
                  <a:latin typeface="Times New Roman"/>
                  <a:cs typeface="Times New Roman"/>
                </a:rPr>
                <a:t>(</a:t>
              </a:r>
              <a:r>
                <a:rPr sz="2650" i="1" spc="-15" dirty="0">
                  <a:latin typeface="Times New Roman"/>
                  <a:cs typeface="Times New Roman"/>
                </a:rPr>
                <a:t>k</a:t>
              </a:r>
              <a:r>
                <a:rPr sz="2650" i="1" spc="-434" dirty="0">
                  <a:latin typeface="Times New Roman"/>
                  <a:cs typeface="Times New Roman"/>
                </a:rPr>
                <a:t> </a:t>
              </a:r>
              <a:r>
                <a:rPr sz="2650" spc="-10" dirty="0">
                  <a:latin typeface="Times New Roman"/>
                  <a:cs typeface="Times New Roman"/>
                </a:rPr>
                <a:t>)</a:t>
              </a:r>
              <a:endParaRPr sz="2650">
                <a:latin typeface="Times New Roman"/>
                <a:cs typeface="Times New Roman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495C0E2-927C-E127-8A31-89836D8A5887}"/>
              </a:ext>
            </a:extLst>
          </p:cNvPr>
          <p:cNvGrpSpPr/>
          <p:nvPr/>
        </p:nvGrpSpPr>
        <p:grpSpPr>
          <a:xfrm>
            <a:off x="5469330" y="3713765"/>
            <a:ext cx="2336262" cy="916608"/>
            <a:chOff x="5469330" y="3713765"/>
            <a:chExt cx="2336262" cy="916608"/>
          </a:xfrm>
        </p:grpSpPr>
        <p:sp>
          <p:nvSpPr>
            <p:cNvPr id="27" name="object 27"/>
            <p:cNvSpPr/>
            <p:nvPr/>
          </p:nvSpPr>
          <p:spPr>
            <a:xfrm>
              <a:off x="6397868" y="4129732"/>
              <a:ext cx="775970" cy="0"/>
            </a:xfrm>
            <a:custGeom>
              <a:avLst/>
              <a:gdLst/>
              <a:ahLst/>
              <a:cxnLst/>
              <a:rect l="l" t="t" r="r" b="b"/>
              <a:pathLst>
                <a:path w="775970">
                  <a:moveTo>
                    <a:pt x="0" y="0"/>
                  </a:moveTo>
                  <a:lnTo>
                    <a:pt x="775400" y="0"/>
                  </a:lnTo>
                </a:path>
              </a:pathLst>
            </a:custGeom>
            <a:ln w="141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 txBox="1"/>
            <p:nvPr/>
          </p:nvSpPr>
          <p:spPr>
            <a:xfrm>
              <a:off x="6598865" y="3713765"/>
              <a:ext cx="358140" cy="43624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650" i="1" spc="-300" dirty="0">
                  <a:latin typeface="Times New Roman"/>
                  <a:cs typeface="Times New Roman"/>
                </a:rPr>
                <a:t>G</a:t>
              </a:r>
              <a:r>
                <a:rPr sz="3000" spc="-30" baseline="-19444" dirty="0">
                  <a:latin typeface="Times New Roman"/>
                  <a:cs typeface="Times New Roman"/>
                </a:rPr>
                <a:t>1</a:t>
              </a:r>
              <a:endParaRPr sz="3000" baseline="-19444">
                <a:latin typeface="Times New Roman"/>
                <a:cs typeface="Times New Roman"/>
              </a:endParaRPr>
            </a:p>
          </p:txBody>
        </p:sp>
        <p:sp>
          <p:nvSpPr>
            <p:cNvPr id="29" name="object 29"/>
            <p:cNvSpPr txBox="1"/>
            <p:nvPr/>
          </p:nvSpPr>
          <p:spPr>
            <a:xfrm>
              <a:off x="6371206" y="4188414"/>
              <a:ext cx="787400" cy="44195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650" spc="190" dirty="0">
                  <a:latin typeface="Times New Roman"/>
                  <a:cs typeface="Times New Roman"/>
                </a:rPr>
                <a:t>1</a:t>
              </a:r>
              <a:r>
                <a:rPr sz="2650" spc="-15" dirty="0">
                  <a:latin typeface="Symbol"/>
                  <a:cs typeface="Symbol"/>
                </a:rPr>
                <a:t></a:t>
              </a:r>
              <a:r>
                <a:rPr sz="2650" spc="-260" dirty="0">
                  <a:latin typeface="Times New Roman"/>
                  <a:cs typeface="Times New Roman"/>
                </a:rPr>
                <a:t> </a:t>
              </a:r>
              <a:r>
                <a:rPr sz="2650" i="1" spc="-300" dirty="0">
                  <a:latin typeface="Times New Roman"/>
                  <a:cs typeface="Times New Roman"/>
                </a:rPr>
                <a:t>G</a:t>
              </a:r>
              <a:r>
                <a:rPr sz="3000" spc="-30" baseline="-19444" dirty="0">
                  <a:latin typeface="Times New Roman"/>
                  <a:cs typeface="Times New Roman"/>
                </a:rPr>
                <a:t>1</a:t>
              </a:r>
              <a:endParaRPr sz="3000" baseline="-19444">
                <a:latin typeface="Times New Roman"/>
                <a:cs typeface="Times New Roman"/>
              </a:endParaRPr>
            </a:p>
          </p:txBody>
        </p:sp>
        <p:sp>
          <p:nvSpPr>
            <p:cNvPr id="30" name="object 30"/>
            <p:cNvSpPr txBox="1"/>
            <p:nvPr/>
          </p:nvSpPr>
          <p:spPr>
            <a:xfrm>
              <a:off x="5469330" y="3923666"/>
              <a:ext cx="858519" cy="37020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650" i="1" spc="90" dirty="0">
                  <a:latin typeface="Times New Roman"/>
                  <a:cs typeface="Times New Roman"/>
                </a:rPr>
                <a:t>y</a:t>
              </a:r>
              <a:r>
                <a:rPr sz="2650" spc="55" dirty="0">
                  <a:latin typeface="Times New Roman"/>
                  <a:cs typeface="Times New Roman"/>
                </a:rPr>
                <a:t>(</a:t>
              </a:r>
              <a:r>
                <a:rPr sz="2650" i="1" spc="-15" dirty="0">
                  <a:latin typeface="Times New Roman"/>
                  <a:cs typeface="Times New Roman"/>
                </a:rPr>
                <a:t>k</a:t>
              </a:r>
              <a:r>
                <a:rPr sz="2650" i="1" spc="-434" dirty="0">
                  <a:latin typeface="Times New Roman"/>
                  <a:cs typeface="Times New Roman"/>
                </a:rPr>
                <a:t> </a:t>
              </a:r>
              <a:r>
                <a:rPr sz="2650" spc="-10" dirty="0">
                  <a:latin typeface="Times New Roman"/>
                  <a:cs typeface="Times New Roman"/>
                </a:rPr>
                <a:t>)</a:t>
              </a:r>
              <a:r>
                <a:rPr sz="2650" spc="-60" dirty="0">
                  <a:latin typeface="Times New Roman"/>
                  <a:cs typeface="Times New Roman"/>
                </a:rPr>
                <a:t> </a:t>
              </a:r>
              <a:r>
                <a:rPr sz="2650" spc="-15" dirty="0">
                  <a:latin typeface="Symbol"/>
                  <a:cs typeface="Symbol"/>
                </a:rPr>
                <a:t></a:t>
              </a:r>
              <a:endParaRPr sz="2650">
                <a:latin typeface="Symbol"/>
                <a:cs typeface="Symbol"/>
              </a:endParaRPr>
            </a:p>
          </p:txBody>
        </p:sp>
        <p:sp>
          <p:nvSpPr>
            <p:cNvPr id="31" name="object 31"/>
            <p:cNvSpPr txBox="1"/>
            <p:nvPr/>
          </p:nvSpPr>
          <p:spPr>
            <a:xfrm>
              <a:off x="7218217" y="3929077"/>
              <a:ext cx="587375" cy="3644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650" i="1" spc="150" dirty="0">
                  <a:latin typeface="Times New Roman"/>
                  <a:cs typeface="Times New Roman"/>
                </a:rPr>
                <a:t>r</a:t>
              </a:r>
              <a:r>
                <a:rPr sz="2650" spc="50" dirty="0">
                  <a:latin typeface="Times New Roman"/>
                  <a:cs typeface="Times New Roman"/>
                </a:rPr>
                <a:t>(</a:t>
              </a:r>
              <a:r>
                <a:rPr sz="2650" i="1" spc="-15" dirty="0">
                  <a:latin typeface="Times New Roman"/>
                  <a:cs typeface="Times New Roman"/>
                </a:rPr>
                <a:t>k</a:t>
              </a:r>
              <a:r>
                <a:rPr sz="2650" i="1" spc="-434" dirty="0">
                  <a:latin typeface="Times New Roman"/>
                  <a:cs typeface="Times New Roman"/>
                </a:rPr>
                <a:t> </a:t>
              </a:r>
              <a:r>
                <a:rPr sz="2650" spc="-10" dirty="0">
                  <a:latin typeface="Times New Roman"/>
                  <a:cs typeface="Times New Roman"/>
                </a:rPr>
                <a:t>)</a:t>
              </a:r>
              <a:endParaRPr sz="2650">
                <a:latin typeface="Times New Roman"/>
                <a:cs typeface="Times New Roman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7567" y="728606"/>
            <a:ext cx="3654425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12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-12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22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an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80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er</a:t>
            </a:r>
            <a:r>
              <a:rPr sz="3400" spc="-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un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ct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015526" y="1945651"/>
            <a:ext cx="942340" cy="487680"/>
          </a:xfrm>
          <a:custGeom>
            <a:avLst/>
            <a:gdLst/>
            <a:ahLst/>
            <a:cxnLst/>
            <a:rect l="l" t="t" r="r" b="b"/>
            <a:pathLst>
              <a:path w="942339" h="487680">
                <a:moveTo>
                  <a:pt x="0" y="487262"/>
                </a:moveTo>
                <a:lnTo>
                  <a:pt x="941761" y="487262"/>
                </a:lnTo>
                <a:lnTo>
                  <a:pt x="941761" y="0"/>
                </a:lnTo>
                <a:lnTo>
                  <a:pt x="0" y="0"/>
                </a:lnTo>
                <a:lnTo>
                  <a:pt x="0" y="4872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209621" y="1988360"/>
            <a:ext cx="534035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i="1" spc="125" dirty="0">
                <a:latin typeface="Times New Roman"/>
                <a:cs typeface="Times New Roman"/>
              </a:rPr>
              <a:t>u</a:t>
            </a:r>
            <a:r>
              <a:rPr sz="2200" spc="70" dirty="0">
                <a:latin typeface="Times New Roman"/>
                <a:cs typeface="Times New Roman"/>
              </a:rPr>
              <a:t>(</a:t>
            </a:r>
            <a:r>
              <a:rPr sz="2200" i="1" spc="5" dirty="0">
                <a:latin typeface="Times New Roman"/>
                <a:cs typeface="Times New Roman"/>
              </a:rPr>
              <a:t>k</a:t>
            </a:r>
            <a:r>
              <a:rPr sz="2200" i="1" spc="-350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)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611111" y="1945648"/>
            <a:ext cx="942340" cy="573405"/>
          </a:xfrm>
          <a:custGeom>
            <a:avLst/>
            <a:gdLst/>
            <a:ahLst/>
            <a:cxnLst/>
            <a:rect l="l" t="t" r="r" b="b"/>
            <a:pathLst>
              <a:path w="942340" h="573405">
                <a:moveTo>
                  <a:pt x="0" y="573249"/>
                </a:moveTo>
                <a:lnTo>
                  <a:pt x="941761" y="573249"/>
                </a:lnTo>
                <a:lnTo>
                  <a:pt x="941761" y="0"/>
                </a:lnTo>
                <a:lnTo>
                  <a:pt x="0" y="0"/>
                </a:lnTo>
                <a:lnTo>
                  <a:pt x="0" y="5732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839587" y="2043381"/>
            <a:ext cx="514984" cy="312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50" i="1" spc="100" dirty="0">
                <a:latin typeface="Times New Roman"/>
                <a:cs typeface="Times New Roman"/>
              </a:rPr>
              <a:t>y</a:t>
            </a:r>
            <a:r>
              <a:rPr sz="2250" spc="35" dirty="0">
                <a:latin typeface="Times New Roman"/>
                <a:cs typeface="Times New Roman"/>
              </a:rPr>
              <a:t>(</a:t>
            </a:r>
            <a:r>
              <a:rPr sz="2250" i="1" spc="190" dirty="0">
                <a:latin typeface="Times New Roman"/>
                <a:cs typeface="Times New Roman"/>
              </a:rPr>
              <a:t>k</a:t>
            </a:r>
            <a:r>
              <a:rPr sz="2250" dirty="0">
                <a:latin typeface="Times New Roman"/>
                <a:cs typeface="Times New Roman"/>
              </a:rPr>
              <a:t>)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376071" y="2071746"/>
            <a:ext cx="431165" cy="410209"/>
          </a:xfrm>
          <a:custGeom>
            <a:avLst/>
            <a:gdLst/>
            <a:ahLst/>
            <a:cxnLst/>
            <a:rect l="l" t="t" r="r" b="b"/>
            <a:pathLst>
              <a:path w="431164" h="410210">
                <a:moveTo>
                  <a:pt x="0" y="409873"/>
                </a:moveTo>
                <a:lnTo>
                  <a:pt x="430673" y="409873"/>
                </a:lnTo>
                <a:lnTo>
                  <a:pt x="430673" y="0"/>
                </a:lnTo>
                <a:lnTo>
                  <a:pt x="0" y="0"/>
                </a:lnTo>
                <a:lnTo>
                  <a:pt x="0" y="40987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397812" y="2125579"/>
            <a:ext cx="160020" cy="263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10" dirty="0">
                <a:latin typeface="Times New Roman"/>
                <a:cs typeface="Times New Roman"/>
              </a:rPr>
              <a:t>+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358841" y="2679393"/>
            <a:ext cx="431165" cy="412750"/>
          </a:xfrm>
          <a:custGeom>
            <a:avLst/>
            <a:gdLst/>
            <a:ahLst/>
            <a:cxnLst/>
            <a:rect l="l" t="t" r="r" b="b"/>
            <a:pathLst>
              <a:path w="431164" h="412750">
                <a:moveTo>
                  <a:pt x="0" y="412741"/>
                </a:moveTo>
                <a:lnTo>
                  <a:pt x="430673" y="412741"/>
                </a:lnTo>
                <a:lnTo>
                  <a:pt x="430673" y="0"/>
                </a:lnTo>
                <a:lnTo>
                  <a:pt x="0" y="0"/>
                </a:lnTo>
                <a:lnTo>
                  <a:pt x="0" y="41274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380604" y="2733224"/>
            <a:ext cx="104775" cy="263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5" dirty="0">
                <a:latin typeface="Times New Roman"/>
                <a:cs typeface="Times New Roman"/>
              </a:rPr>
              <a:t>-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960162" y="1988640"/>
            <a:ext cx="1390015" cy="1072515"/>
          </a:xfrm>
          <a:custGeom>
            <a:avLst/>
            <a:gdLst/>
            <a:ahLst/>
            <a:cxnLst/>
            <a:rect l="l" t="t" r="r" b="b"/>
            <a:pathLst>
              <a:path w="1390014" h="1072514">
                <a:moveTo>
                  <a:pt x="0" y="1071978"/>
                </a:moveTo>
                <a:lnTo>
                  <a:pt x="1389674" y="1071978"/>
                </a:lnTo>
                <a:lnTo>
                  <a:pt x="1389674" y="0"/>
                </a:lnTo>
                <a:lnTo>
                  <a:pt x="0" y="0"/>
                </a:lnTo>
                <a:lnTo>
                  <a:pt x="0" y="107197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195626" y="2559021"/>
            <a:ext cx="910590" cy="0"/>
          </a:xfrm>
          <a:custGeom>
            <a:avLst/>
            <a:gdLst/>
            <a:ahLst/>
            <a:cxnLst/>
            <a:rect l="l" t="t" r="r" b="b"/>
            <a:pathLst>
              <a:path w="910589">
                <a:moveTo>
                  <a:pt x="0" y="0"/>
                </a:moveTo>
                <a:lnTo>
                  <a:pt x="910161" y="0"/>
                </a:lnTo>
              </a:path>
            </a:pathLst>
          </a:custGeom>
          <a:ln w="1146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960176" y="1988625"/>
            <a:ext cx="1390015" cy="1072515"/>
          </a:xfrm>
          <a:prstGeom prst="rect">
            <a:avLst/>
          </a:prstGeom>
          <a:ln w="17208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R="10795" algn="ctr">
              <a:lnSpc>
                <a:spcPct val="100000"/>
              </a:lnSpc>
            </a:pPr>
            <a:r>
              <a:rPr sz="3375" i="1" baseline="-24691" dirty="0">
                <a:latin typeface="Times New Roman"/>
                <a:cs typeface="Times New Roman"/>
              </a:rPr>
              <a:t>b</a:t>
            </a:r>
            <a:r>
              <a:rPr sz="3375" i="1" spc="240" baseline="-24691" dirty="0">
                <a:latin typeface="Times New Roman"/>
                <a:cs typeface="Times New Roman"/>
              </a:rPr>
              <a:t>z</a:t>
            </a:r>
            <a:r>
              <a:rPr sz="1850" spc="15" dirty="0">
                <a:latin typeface="Symbol"/>
                <a:cs typeface="Symbol"/>
              </a:rPr>
              <a:t></a:t>
            </a:r>
            <a:r>
              <a:rPr sz="1850" spc="5" dirty="0">
                <a:latin typeface="Times New Roman"/>
                <a:cs typeface="Times New Roman"/>
              </a:rPr>
              <a:t>1</a:t>
            </a:r>
            <a:endParaRPr sz="1850">
              <a:latin typeface="Times New Roman"/>
              <a:cs typeface="Times New Roman"/>
            </a:endParaRPr>
          </a:p>
          <a:p>
            <a:pPr marR="33655" algn="ctr">
              <a:lnSpc>
                <a:spcPct val="100000"/>
              </a:lnSpc>
              <a:spcBef>
                <a:spcPts val="1815"/>
              </a:spcBef>
            </a:pPr>
            <a:r>
              <a:rPr sz="2250" dirty="0">
                <a:latin typeface="Times New Roman"/>
                <a:cs typeface="Times New Roman"/>
              </a:rPr>
              <a:t>1</a:t>
            </a:r>
            <a:r>
              <a:rPr sz="2250" spc="-315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Symbol"/>
                <a:cs typeface="Symbol"/>
              </a:rPr>
              <a:t></a:t>
            </a:r>
            <a:r>
              <a:rPr sz="2250" spc="-90" dirty="0">
                <a:latin typeface="Times New Roman"/>
                <a:cs typeface="Times New Roman"/>
              </a:rPr>
              <a:t> </a:t>
            </a:r>
            <a:r>
              <a:rPr sz="2250" i="1" dirty="0">
                <a:latin typeface="Times New Roman"/>
                <a:cs typeface="Times New Roman"/>
              </a:rPr>
              <a:t>a</a:t>
            </a:r>
            <a:r>
              <a:rPr sz="2250" i="1" spc="160" dirty="0">
                <a:latin typeface="Times New Roman"/>
                <a:cs typeface="Times New Roman"/>
              </a:rPr>
              <a:t>z</a:t>
            </a:r>
            <a:r>
              <a:rPr sz="2775" spc="-142" baseline="30030" dirty="0">
                <a:latin typeface="Symbol"/>
                <a:cs typeface="Symbol"/>
              </a:rPr>
              <a:t></a:t>
            </a:r>
            <a:r>
              <a:rPr sz="2775" spc="7" baseline="30030" dirty="0">
                <a:latin typeface="Times New Roman"/>
                <a:cs typeface="Times New Roman"/>
              </a:rPr>
              <a:t>1</a:t>
            </a:r>
            <a:endParaRPr sz="2775" baseline="3003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795265" y="2430018"/>
            <a:ext cx="586105" cy="143510"/>
          </a:xfrm>
          <a:custGeom>
            <a:avLst/>
            <a:gdLst/>
            <a:ahLst/>
            <a:cxnLst/>
            <a:rect l="l" t="t" r="r" b="b"/>
            <a:pathLst>
              <a:path w="586104" h="143510">
                <a:moveTo>
                  <a:pt x="442167" y="0"/>
                </a:moveTo>
                <a:lnTo>
                  <a:pt x="442167" y="60197"/>
                </a:lnTo>
                <a:lnTo>
                  <a:pt x="5739" y="60197"/>
                </a:lnTo>
                <a:lnTo>
                  <a:pt x="0" y="65928"/>
                </a:lnTo>
                <a:lnTo>
                  <a:pt x="0" y="74523"/>
                </a:lnTo>
                <a:lnTo>
                  <a:pt x="2868" y="80284"/>
                </a:lnTo>
                <a:lnTo>
                  <a:pt x="5739" y="83149"/>
                </a:lnTo>
                <a:lnTo>
                  <a:pt x="442167" y="83149"/>
                </a:lnTo>
                <a:lnTo>
                  <a:pt x="442167" y="143316"/>
                </a:lnTo>
                <a:lnTo>
                  <a:pt x="585728" y="71688"/>
                </a:lnTo>
                <a:lnTo>
                  <a:pt x="4421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795275" y="2490226"/>
            <a:ext cx="476884" cy="23495"/>
          </a:xfrm>
          <a:custGeom>
            <a:avLst/>
            <a:gdLst/>
            <a:ahLst/>
            <a:cxnLst/>
            <a:rect l="l" t="t" r="r" b="b"/>
            <a:pathLst>
              <a:path w="476885" h="23494">
                <a:moveTo>
                  <a:pt x="11476" y="0"/>
                </a:moveTo>
                <a:lnTo>
                  <a:pt x="465138" y="0"/>
                </a:lnTo>
                <a:lnTo>
                  <a:pt x="470874" y="0"/>
                </a:lnTo>
                <a:lnTo>
                  <a:pt x="473741" y="2862"/>
                </a:lnTo>
                <a:lnTo>
                  <a:pt x="476609" y="5725"/>
                </a:lnTo>
                <a:lnTo>
                  <a:pt x="476609" y="11480"/>
                </a:lnTo>
                <a:lnTo>
                  <a:pt x="476609" y="14313"/>
                </a:lnTo>
                <a:lnTo>
                  <a:pt x="473741" y="20068"/>
                </a:lnTo>
                <a:lnTo>
                  <a:pt x="470874" y="22931"/>
                </a:lnTo>
                <a:lnTo>
                  <a:pt x="465138" y="22931"/>
                </a:lnTo>
                <a:lnTo>
                  <a:pt x="11476" y="22931"/>
                </a:lnTo>
                <a:lnTo>
                  <a:pt x="5738" y="22931"/>
                </a:lnTo>
                <a:lnTo>
                  <a:pt x="2867" y="20068"/>
                </a:lnTo>
                <a:lnTo>
                  <a:pt x="0" y="14313"/>
                </a:lnTo>
                <a:lnTo>
                  <a:pt x="0" y="11480"/>
                </a:lnTo>
                <a:lnTo>
                  <a:pt x="0" y="5725"/>
                </a:lnTo>
                <a:lnTo>
                  <a:pt x="2867" y="2862"/>
                </a:lnTo>
                <a:lnTo>
                  <a:pt x="5738" y="0"/>
                </a:lnTo>
                <a:lnTo>
                  <a:pt x="11476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237443" y="2430020"/>
            <a:ext cx="144145" cy="143510"/>
          </a:xfrm>
          <a:custGeom>
            <a:avLst/>
            <a:gdLst/>
            <a:ahLst/>
            <a:cxnLst/>
            <a:rect l="l" t="t" r="r" b="b"/>
            <a:pathLst>
              <a:path w="144145" h="143510">
                <a:moveTo>
                  <a:pt x="0" y="0"/>
                </a:moveTo>
                <a:lnTo>
                  <a:pt x="143563" y="71687"/>
                </a:lnTo>
                <a:lnTo>
                  <a:pt x="0" y="143314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68680" y="2189265"/>
            <a:ext cx="1108710" cy="601980"/>
          </a:xfrm>
          <a:custGeom>
            <a:avLst/>
            <a:gdLst/>
            <a:ahLst/>
            <a:cxnLst/>
            <a:rect l="l" t="t" r="r" b="b"/>
            <a:pathLst>
              <a:path w="1108710" h="601980">
                <a:moveTo>
                  <a:pt x="0" y="601909"/>
                </a:moveTo>
                <a:lnTo>
                  <a:pt x="1108280" y="601909"/>
                </a:lnTo>
                <a:lnTo>
                  <a:pt x="1108280" y="0"/>
                </a:lnTo>
                <a:lnTo>
                  <a:pt x="0" y="0"/>
                </a:lnTo>
                <a:lnTo>
                  <a:pt x="0" y="60190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358012" y="2172081"/>
            <a:ext cx="744220" cy="668020"/>
          </a:xfrm>
          <a:custGeom>
            <a:avLst/>
            <a:gdLst/>
            <a:ahLst/>
            <a:cxnLst/>
            <a:rect l="l" t="t" r="r" b="b"/>
            <a:pathLst>
              <a:path w="744220" h="668019">
                <a:moveTo>
                  <a:pt x="0" y="667832"/>
                </a:moveTo>
                <a:lnTo>
                  <a:pt x="743651" y="667832"/>
                </a:lnTo>
                <a:lnTo>
                  <a:pt x="743651" y="0"/>
                </a:lnTo>
                <a:lnTo>
                  <a:pt x="0" y="0"/>
                </a:lnTo>
                <a:lnTo>
                  <a:pt x="0" y="6678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097164" y="2172078"/>
            <a:ext cx="3004820" cy="668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484755" algn="l"/>
              </a:tabLst>
            </a:pPr>
            <a:r>
              <a:rPr sz="2250" i="1" spc="10" dirty="0">
                <a:latin typeface="Times New Roman"/>
                <a:cs typeface="Times New Roman"/>
              </a:rPr>
              <a:t>y</a:t>
            </a:r>
            <a:r>
              <a:rPr sz="2775" i="1" spc="7" baseline="-16516" dirty="0">
                <a:latin typeface="Times New Roman"/>
                <a:cs typeface="Times New Roman"/>
              </a:rPr>
              <a:t>d</a:t>
            </a:r>
            <a:r>
              <a:rPr sz="2775" i="1" spc="-67" baseline="-16516" dirty="0">
                <a:latin typeface="Times New Roman"/>
                <a:cs typeface="Times New Roman"/>
              </a:rPr>
              <a:t> </a:t>
            </a:r>
            <a:r>
              <a:rPr sz="2250" spc="60" dirty="0">
                <a:latin typeface="Times New Roman"/>
                <a:cs typeface="Times New Roman"/>
              </a:rPr>
              <a:t>(</a:t>
            </a:r>
            <a:r>
              <a:rPr sz="2250" i="1" spc="190" dirty="0">
                <a:latin typeface="Times New Roman"/>
                <a:cs typeface="Times New Roman"/>
              </a:rPr>
              <a:t>k</a:t>
            </a:r>
            <a:r>
              <a:rPr sz="2250" dirty="0">
                <a:latin typeface="Times New Roman"/>
                <a:cs typeface="Times New Roman"/>
              </a:rPr>
              <a:t>)	</a:t>
            </a:r>
            <a:r>
              <a:rPr sz="3375" i="1" spc="427" baseline="1234" dirty="0">
                <a:latin typeface="Times New Roman"/>
                <a:cs typeface="Times New Roman"/>
              </a:rPr>
              <a:t>k</a:t>
            </a:r>
            <a:r>
              <a:rPr sz="2850" i="1" spc="-15" baseline="-14619" dirty="0">
                <a:latin typeface="Times New Roman"/>
                <a:cs typeface="Times New Roman"/>
              </a:rPr>
              <a:t>p</a:t>
            </a:r>
            <a:endParaRPr sz="2850" baseline="-14619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476560" y="2321112"/>
            <a:ext cx="304800" cy="304165"/>
          </a:xfrm>
          <a:custGeom>
            <a:avLst/>
            <a:gdLst/>
            <a:ahLst/>
            <a:cxnLst/>
            <a:rect l="l" t="t" r="r" b="b"/>
            <a:pathLst>
              <a:path w="304800" h="304164">
                <a:moveTo>
                  <a:pt x="180889" y="2865"/>
                </a:moveTo>
                <a:lnTo>
                  <a:pt x="120584" y="2865"/>
                </a:lnTo>
                <a:lnTo>
                  <a:pt x="106238" y="8595"/>
                </a:lnTo>
                <a:lnTo>
                  <a:pt x="91878" y="11460"/>
                </a:lnTo>
                <a:lnTo>
                  <a:pt x="77519" y="20086"/>
                </a:lnTo>
                <a:lnTo>
                  <a:pt x="66031" y="25786"/>
                </a:lnTo>
                <a:lnTo>
                  <a:pt x="54553" y="34381"/>
                </a:lnTo>
                <a:lnTo>
                  <a:pt x="43062" y="45872"/>
                </a:lnTo>
                <a:lnTo>
                  <a:pt x="17227" y="80253"/>
                </a:lnTo>
                <a:lnTo>
                  <a:pt x="5736" y="108905"/>
                </a:lnTo>
                <a:lnTo>
                  <a:pt x="0" y="137586"/>
                </a:lnTo>
                <a:lnTo>
                  <a:pt x="0" y="169103"/>
                </a:lnTo>
                <a:lnTo>
                  <a:pt x="17227" y="226435"/>
                </a:lnTo>
                <a:lnTo>
                  <a:pt x="43062" y="260817"/>
                </a:lnTo>
                <a:lnTo>
                  <a:pt x="77519" y="286633"/>
                </a:lnTo>
                <a:lnTo>
                  <a:pt x="134944" y="303824"/>
                </a:lnTo>
                <a:lnTo>
                  <a:pt x="166530" y="303824"/>
                </a:lnTo>
                <a:lnTo>
                  <a:pt x="223954" y="286633"/>
                </a:lnTo>
                <a:lnTo>
                  <a:pt x="258412" y="260817"/>
                </a:lnTo>
                <a:lnTo>
                  <a:pt x="284247" y="226435"/>
                </a:lnTo>
                <a:lnTo>
                  <a:pt x="292857" y="212110"/>
                </a:lnTo>
                <a:lnTo>
                  <a:pt x="295738" y="197784"/>
                </a:lnTo>
                <a:lnTo>
                  <a:pt x="301477" y="183459"/>
                </a:lnTo>
                <a:lnTo>
                  <a:pt x="301477" y="169103"/>
                </a:lnTo>
                <a:lnTo>
                  <a:pt x="304345" y="151912"/>
                </a:lnTo>
                <a:lnTo>
                  <a:pt x="301477" y="137586"/>
                </a:lnTo>
                <a:lnTo>
                  <a:pt x="301477" y="123261"/>
                </a:lnTo>
                <a:lnTo>
                  <a:pt x="295738" y="108905"/>
                </a:lnTo>
                <a:lnTo>
                  <a:pt x="292857" y="94579"/>
                </a:lnTo>
                <a:lnTo>
                  <a:pt x="284247" y="80253"/>
                </a:lnTo>
                <a:lnTo>
                  <a:pt x="246921" y="34381"/>
                </a:lnTo>
                <a:lnTo>
                  <a:pt x="223954" y="20086"/>
                </a:lnTo>
                <a:lnTo>
                  <a:pt x="209595" y="11460"/>
                </a:lnTo>
                <a:lnTo>
                  <a:pt x="195236" y="8595"/>
                </a:lnTo>
                <a:lnTo>
                  <a:pt x="180889" y="2865"/>
                </a:lnTo>
                <a:close/>
              </a:path>
              <a:path w="304800" h="304164">
                <a:moveTo>
                  <a:pt x="152171" y="0"/>
                </a:moveTo>
                <a:lnTo>
                  <a:pt x="134944" y="2865"/>
                </a:lnTo>
                <a:lnTo>
                  <a:pt x="166530" y="2865"/>
                </a:lnTo>
                <a:lnTo>
                  <a:pt x="15217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476568" y="2321118"/>
            <a:ext cx="304800" cy="304165"/>
          </a:xfrm>
          <a:custGeom>
            <a:avLst/>
            <a:gdLst/>
            <a:ahLst/>
            <a:cxnLst/>
            <a:rect l="l" t="t" r="r" b="b"/>
            <a:pathLst>
              <a:path w="304800" h="304164">
                <a:moveTo>
                  <a:pt x="152172" y="0"/>
                </a:moveTo>
                <a:lnTo>
                  <a:pt x="134945" y="2862"/>
                </a:lnTo>
                <a:lnTo>
                  <a:pt x="120586" y="2862"/>
                </a:lnTo>
                <a:lnTo>
                  <a:pt x="106238" y="8587"/>
                </a:lnTo>
                <a:lnTo>
                  <a:pt x="91879" y="11450"/>
                </a:lnTo>
                <a:lnTo>
                  <a:pt x="77520" y="20068"/>
                </a:lnTo>
                <a:lnTo>
                  <a:pt x="66031" y="25794"/>
                </a:lnTo>
                <a:lnTo>
                  <a:pt x="54554" y="34382"/>
                </a:lnTo>
                <a:lnTo>
                  <a:pt x="43066" y="45863"/>
                </a:lnTo>
                <a:lnTo>
                  <a:pt x="34457" y="57313"/>
                </a:lnTo>
                <a:lnTo>
                  <a:pt x="25835" y="68794"/>
                </a:lnTo>
                <a:lnTo>
                  <a:pt x="17227" y="80245"/>
                </a:lnTo>
                <a:lnTo>
                  <a:pt x="11488" y="94588"/>
                </a:lnTo>
                <a:lnTo>
                  <a:pt x="5738" y="108901"/>
                </a:lnTo>
                <a:lnTo>
                  <a:pt x="2867" y="123245"/>
                </a:lnTo>
                <a:lnTo>
                  <a:pt x="0" y="137589"/>
                </a:lnTo>
                <a:lnTo>
                  <a:pt x="0" y="151902"/>
                </a:lnTo>
                <a:lnTo>
                  <a:pt x="0" y="169108"/>
                </a:lnTo>
                <a:lnTo>
                  <a:pt x="2867" y="183421"/>
                </a:lnTo>
                <a:lnTo>
                  <a:pt x="5738" y="197765"/>
                </a:lnTo>
                <a:lnTo>
                  <a:pt x="11488" y="212109"/>
                </a:lnTo>
                <a:lnTo>
                  <a:pt x="17227" y="226422"/>
                </a:lnTo>
                <a:lnTo>
                  <a:pt x="25835" y="237903"/>
                </a:lnTo>
                <a:lnTo>
                  <a:pt x="34457" y="249353"/>
                </a:lnTo>
                <a:lnTo>
                  <a:pt x="43066" y="260834"/>
                </a:lnTo>
                <a:lnTo>
                  <a:pt x="54554" y="269422"/>
                </a:lnTo>
                <a:lnTo>
                  <a:pt x="66031" y="278041"/>
                </a:lnTo>
                <a:lnTo>
                  <a:pt x="77520" y="286629"/>
                </a:lnTo>
                <a:lnTo>
                  <a:pt x="91879" y="292354"/>
                </a:lnTo>
                <a:lnTo>
                  <a:pt x="106238" y="298079"/>
                </a:lnTo>
                <a:lnTo>
                  <a:pt x="120586" y="300942"/>
                </a:lnTo>
                <a:lnTo>
                  <a:pt x="134945" y="303804"/>
                </a:lnTo>
                <a:lnTo>
                  <a:pt x="152172" y="303804"/>
                </a:lnTo>
                <a:lnTo>
                  <a:pt x="166532" y="303804"/>
                </a:lnTo>
                <a:lnTo>
                  <a:pt x="180879" y="300942"/>
                </a:lnTo>
                <a:lnTo>
                  <a:pt x="195238" y="298079"/>
                </a:lnTo>
                <a:lnTo>
                  <a:pt x="209598" y="292354"/>
                </a:lnTo>
                <a:lnTo>
                  <a:pt x="223957" y="286629"/>
                </a:lnTo>
                <a:lnTo>
                  <a:pt x="235434" y="278041"/>
                </a:lnTo>
                <a:lnTo>
                  <a:pt x="246922" y="269422"/>
                </a:lnTo>
                <a:lnTo>
                  <a:pt x="258414" y="260834"/>
                </a:lnTo>
                <a:lnTo>
                  <a:pt x="269891" y="249353"/>
                </a:lnTo>
                <a:lnTo>
                  <a:pt x="278512" y="237903"/>
                </a:lnTo>
                <a:lnTo>
                  <a:pt x="284250" y="226422"/>
                </a:lnTo>
                <a:lnTo>
                  <a:pt x="292859" y="212109"/>
                </a:lnTo>
                <a:lnTo>
                  <a:pt x="295739" y="197765"/>
                </a:lnTo>
                <a:lnTo>
                  <a:pt x="301477" y="183421"/>
                </a:lnTo>
                <a:lnTo>
                  <a:pt x="301477" y="169108"/>
                </a:lnTo>
                <a:lnTo>
                  <a:pt x="304348" y="151902"/>
                </a:lnTo>
                <a:lnTo>
                  <a:pt x="301477" y="137589"/>
                </a:lnTo>
                <a:lnTo>
                  <a:pt x="301477" y="123245"/>
                </a:lnTo>
                <a:lnTo>
                  <a:pt x="295739" y="108901"/>
                </a:lnTo>
                <a:lnTo>
                  <a:pt x="292859" y="94588"/>
                </a:lnTo>
                <a:lnTo>
                  <a:pt x="284250" y="80245"/>
                </a:lnTo>
                <a:lnTo>
                  <a:pt x="278512" y="68794"/>
                </a:lnTo>
                <a:lnTo>
                  <a:pt x="269891" y="57313"/>
                </a:lnTo>
                <a:lnTo>
                  <a:pt x="258414" y="45863"/>
                </a:lnTo>
                <a:lnTo>
                  <a:pt x="246922" y="34382"/>
                </a:lnTo>
                <a:lnTo>
                  <a:pt x="235434" y="25794"/>
                </a:lnTo>
                <a:lnTo>
                  <a:pt x="223957" y="20068"/>
                </a:lnTo>
                <a:lnTo>
                  <a:pt x="209598" y="11450"/>
                </a:lnTo>
                <a:lnTo>
                  <a:pt x="195238" y="8587"/>
                </a:lnTo>
                <a:lnTo>
                  <a:pt x="180879" y="2862"/>
                </a:lnTo>
                <a:lnTo>
                  <a:pt x="166532" y="2862"/>
                </a:lnTo>
                <a:lnTo>
                  <a:pt x="152172" y="0"/>
                </a:lnTo>
              </a:path>
            </a:pathLst>
          </a:custGeom>
          <a:ln w="172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511025" y="2366981"/>
            <a:ext cx="233045" cy="215265"/>
          </a:xfrm>
          <a:custGeom>
            <a:avLst/>
            <a:gdLst/>
            <a:ahLst/>
            <a:cxnLst/>
            <a:rect l="l" t="t" r="r" b="b"/>
            <a:pathLst>
              <a:path w="233044" h="215264">
                <a:moveTo>
                  <a:pt x="232563" y="0"/>
                </a:moveTo>
                <a:lnTo>
                  <a:pt x="0" y="214971"/>
                </a:lnTo>
              </a:path>
            </a:pathLst>
          </a:custGeom>
          <a:ln w="172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519633" y="2392775"/>
            <a:ext cx="227329" cy="180975"/>
          </a:xfrm>
          <a:custGeom>
            <a:avLst/>
            <a:gdLst/>
            <a:ahLst/>
            <a:cxnLst/>
            <a:rect l="l" t="t" r="r" b="b"/>
            <a:pathLst>
              <a:path w="227330" h="180975">
                <a:moveTo>
                  <a:pt x="0" y="0"/>
                </a:moveTo>
                <a:lnTo>
                  <a:pt x="226825" y="180559"/>
                </a:lnTo>
              </a:path>
            </a:pathLst>
          </a:custGeom>
          <a:ln w="172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620134" y="3456152"/>
            <a:ext cx="4057650" cy="0"/>
          </a:xfrm>
          <a:custGeom>
            <a:avLst/>
            <a:gdLst/>
            <a:ahLst/>
            <a:cxnLst/>
            <a:rect l="l" t="t" r="r" b="b"/>
            <a:pathLst>
              <a:path w="4057650">
                <a:moveTo>
                  <a:pt x="0" y="0"/>
                </a:moveTo>
                <a:lnTo>
                  <a:pt x="4057040" y="0"/>
                </a:lnTo>
              </a:path>
            </a:pathLst>
          </a:custGeom>
          <a:ln w="171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951125" y="2430018"/>
            <a:ext cx="514350" cy="143510"/>
          </a:xfrm>
          <a:custGeom>
            <a:avLst/>
            <a:gdLst/>
            <a:ahLst/>
            <a:cxnLst/>
            <a:rect l="l" t="t" r="r" b="b"/>
            <a:pathLst>
              <a:path w="514350" h="143510">
                <a:moveTo>
                  <a:pt x="370389" y="0"/>
                </a:moveTo>
                <a:lnTo>
                  <a:pt x="370389" y="60197"/>
                </a:lnTo>
                <a:lnTo>
                  <a:pt x="8619" y="60197"/>
                </a:lnTo>
                <a:lnTo>
                  <a:pt x="2868" y="63063"/>
                </a:lnTo>
                <a:lnTo>
                  <a:pt x="0" y="65928"/>
                </a:lnTo>
                <a:lnTo>
                  <a:pt x="0" y="74523"/>
                </a:lnTo>
                <a:lnTo>
                  <a:pt x="2868" y="80284"/>
                </a:lnTo>
                <a:lnTo>
                  <a:pt x="8619" y="83149"/>
                </a:lnTo>
                <a:lnTo>
                  <a:pt x="370389" y="83149"/>
                </a:lnTo>
                <a:lnTo>
                  <a:pt x="370389" y="143316"/>
                </a:lnTo>
                <a:lnTo>
                  <a:pt x="513944" y="71688"/>
                </a:lnTo>
                <a:lnTo>
                  <a:pt x="37038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951129" y="2490226"/>
            <a:ext cx="408305" cy="23495"/>
          </a:xfrm>
          <a:custGeom>
            <a:avLst/>
            <a:gdLst/>
            <a:ahLst/>
            <a:cxnLst/>
            <a:rect l="l" t="t" r="r" b="b"/>
            <a:pathLst>
              <a:path w="408305" h="23494">
                <a:moveTo>
                  <a:pt x="11491" y="0"/>
                </a:moveTo>
                <a:lnTo>
                  <a:pt x="396230" y="0"/>
                </a:lnTo>
                <a:lnTo>
                  <a:pt x="399101" y="0"/>
                </a:lnTo>
                <a:lnTo>
                  <a:pt x="404852" y="2862"/>
                </a:lnTo>
                <a:lnTo>
                  <a:pt x="404852" y="5725"/>
                </a:lnTo>
                <a:lnTo>
                  <a:pt x="407719" y="11480"/>
                </a:lnTo>
                <a:lnTo>
                  <a:pt x="404852" y="14313"/>
                </a:lnTo>
                <a:lnTo>
                  <a:pt x="404852" y="20068"/>
                </a:lnTo>
                <a:lnTo>
                  <a:pt x="399101" y="22931"/>
                </a:lnTo>
                <a:lnTo>
                  <a:pt x="396230" y="22931"/>
                </a:lnTo>
                <a:lnTo>
                  <a:pt x="11491" y="22931"/>
                </a:lnTo>
                <a:lnTo>
                  <a:pt x="8621" y="22931"/>
                </a:lnTo>
                <a:lnTo>
                  <a:pt x="2870" y="20068"/>
                </a:lnTo>
                <a:lnTo>
                  <a:pt x="0" y="14313"/>
                </a:lnTo>
                <a:lnTo>
                  <a:pt x="0" y="11480"/>
                </a:lnTo>
                <a:lnTo>
                  <a:pt x="0" y="5725"/>
                </a:lnTo>
                <a:lnTo>
                  <a:pt x="2870" y="2862"/>
                </a:lnTo>
                <a:lnTo>
                  <a:pt x="8621" y="0"/>
                </a:lnTo>
                <a:lnTo>
                  <a:pt x="11491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321524" y="2430020"/>
            <a:ext cx="144145" cy="143510"/>
          </a:xfrm>
          <a:custGeom>
            <a:avLst/>
            <a:gdLst/>
            <a:ahLst/>
            <a:cxnLst/>
            <a:rect l="l" t="t" r="r" b="b"/>
            <a:pathLst>
              <a:path w="144144" h="143510">
                <a:moveTo>
                  <a:pt x="0" y="0"/>
                </a:moveTo>
                <a:lnTo>
                  <a:pt x="143554" y="71687"/>
                </a:lnTo>
                <a:lnTo>
                  <a:pt x="0" y="143314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367058" y="2430018"/>
            <a:ext cx="1398270" cy="143510"/>
          </a:xfrm>
          <a:custGeom>
            <a:avLst/>
            <a:gdLst/>
            <a:ahLst/>
            <a:cxnLst/>
            <a:rect l="l" t="t" r="r" b="b"/>
            <a:pathLst>
              <a:path w="1398270" h="143510">
                <a:moveTo>
                  <a:pt x="1254709" y="0"/>
                </a:moveTo>
                <a:lnTo>
                  <a:pt x="1254709" y="60197"/>
                </a:lnTo>
                <a:lnTo>
                  <a:pt x="5730" y="60197"/>
                </a:lnTo>
                <a:lnTo>
                  <a:pt x="0" y="65928"/>
                </a:lnTo>
                <a:lnTo>
                  <a:pt x="0" y="74523"/>
                </a:lnTo>
                <a:lnTo>
                  <a:pt x="2865" y="80284"/>
                </a:lnTo>
                <a:lnTo>
                  <a:pt x="5730" y="83149"/>
                </a:lnTo>
                <a:lnTo>
                  <a:pt x="1254709" y="83149"/>
                </a:lnTo>
                <a:lnTo>
                  <a:pt x="1254709" y="143316"/>
                </a:lnTo>
                <a:lnTo>
                  <a:pt x="1398269" y="71688"/>
                </a:lnTo>
                <a:lnTo>
                  <a:pt x="12547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367076" y="2490226"/>
            <a:ext cx="1292225" cy="23495"/>
          </a:xfrm>
          <a:custGeom>
            <a:avLst/>
            <a:gdLst/>
            <a:ahLst/>
            <a:cxnLst/>
            <a:rect l="l" t="t" r="r" b="b"/>
            <a:pathLst>
              <a:path w="1292225" h="23494">
                <a:moveTo>
                  <a:pt x="11470" y="0"/>
                </a:moveTo>
                <a:lnTo>
                  <a:pt x="1277704" y="0"/>
                </a:lnTo>
                <a:lnTo>
                  <a:pt x="1283439" y="0"/>
                </a:lnTo>
                <a:lnTo>
                  <a:pt x="1286307" y="2862"/>
                </a:lnTo>
                <a:lnTo>
                  <a:pt x="1289174" y="5725"/>
                </a:lnTo>
                <a:lnTo>
                  <a:pt x="1292042" y="11480"/>
                </a:lnTo>
                <a:lnTo>
                  <a:pt x="1289174" y="14313"/>
                </a:lnTo>
                <a:lnTo>
                  <a:pt x="1286307" y="20068"/>
                </a:lnTo>
                <a:lnTo>
                  <a:pt x="1283439" y="22931"/>
                </a:lnTo>
                <a:lnTo>
                  <a:pt x="1277704" y="22931"/>
                </a:lnTo>
                <a:lnTo>
                  <a:pt x="11470" y="22931"/>
                </a:lnTo>
                <a:lnTo>
                  <a:pt x="5735" y="22931"/>
                </a:lnTo>
                <a:lnTo>
                  <a:pt x="2867" y="20068"/>
                </a:lnTo>
                <a:lnTo>
                  <a:pt x="0" y="14313"/>
                </a:lnTo>
                <a:lnTo>
                  <a:pt x="0" y="11480"/>
                </a:lnTo>
                <a:lnTo>
                  <a:pt x="0" y="5725"/>
                </a:lnTo>
                <a:lnTo>
                  <a:pt x="2867" y="2862"/>
                </a:lnTo>
                <a:lnTo>
                  <a:pt x="5735" y="0"/>
                </a:lnTo>
                <a:lnTo>
                  <a:pt x="1147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621809" y="2430020"/>
            <a:ext cx="144145" cy="143510"/>
          </a:xfrm>
          <a:custGeom>
            <a:avLst/>
            <a:gdLst/>
            <a:ahLst/>
            <a:cxnLst/>
            <a:rect l="l" t="t" r="r" b="b"/>
            <a:pathLst>
              <a:path w="144145" h="143510">
                <a:moveTo>
                  <a:pt x="0" y="0"/>
                </a:moveTo>
                <a:lnTo>
                  <a:pt x="143533" y="71687"/>
                </a:lnTo>
                <a:lnTo>
                  <a:pt x="0" y="143314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665674" y="2513158"/>
            <a:ext cx="0" cy="955040"/>
          </a:xfrm>
          <a:custGeom>
            <a:avLst/>
            <a:gdLst/>
            <a:ahLst/>
            <a:cxnLst/>
            <a:rect l="l" t="t" r="r" b="b"/>
            <a:pathLst>
              <a:path h="955039">
                <a:moveTo>
                  <a:pt x="0" y="0"/>
                </a:moveTo>
                <a:lnTo>
                  <a:pt x="0" y="954445"/>
                </a:lnTo>
              </a:path>
            </a:pathLst>
          </a:custGeom>
          <a:ln w="172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548341" y="2656453"/>
            <a:ext cx="144145" cy="800100"/>
          </a:xfrm>
          <a:custGeom>
            <a:avLst/>
            <a:gdLst/>
            <a:ahLst/>
            <a:cxnLst/>
            <a:rect l="l" t="t" r="r" b="b"/>
            <a:pathLst>
              <a:path w="144144" h="800100">
                <a:moveTo>
                  <a:pt x="86130" y="143316"/>
                </a:moveTo>
                <a:lnTo>
                  <a:pt x="60295" y="143316"/>
                </a:lnTo>
                <a:lnTo>
                  <a:pt x="60295" y="788212"/>
                </a:lnTo>
                <a:lnTo>
                  <a:pt x="63163" y="793973"/>
                </a:lnTo>
                <a:lnTo>
                  <a:pt x="63163" y="796808"/>
                </a:lnTo>
                <a:lnTo>
                  <a:pt x="68903" y="799703"/>
                </a:lnTo>
                <a:lnTo>
                  <a:pt x="77522" y="799703"/>
                </a:lnTo>
                <a:lnTo>
                  <a:pt x="80390" y="796808"/>
                </a:lnTo>
                <a:lnTo>
                  <a:pt x="83262" y="793973"/>
                </a:lnTo>
                <a:lnTo>
                  <a:pt x="86130" y="788212"/>
                </a:lnTo>
                <a:lnTo>
                  <a:pt x="86130" y="143316"/>
                </a:lnTo>
                <a:close/>
              </a:path>
              <a:path w="144144" h="800100">
                <a:moveTo>
                  <a:pt x="71771" y="0"/>
                </a:moveTo>
                <a:lnTo>
                  <a:pt x="0" y="143316"/>
                </a:lnTo>
                <a:lnTo>
                  <a:pt x="143554" y="143316"/>
                </a:lnTo>
                <a:lnTo>
                  <a:pt x="7177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608642" y="2762512"/>
            <a:ext cx="26034" cy="694055"/>
          </a:xfrm>
          <a:custGeom>
            <a:avLst/>
            <a:gdLst/>
            <a:ahLst/>
            <a:cxnLst/>
            <a:rect l="l" t="t" r="r" b="b"/>
            <a:pathLst>
              <a:path w="26035" h="694054">
                <a:moveTo>
                  <a:pt x="0" y="682160"/>
                </a:moveTo>
                <a:lnTo>
                  <a:pt x="0" y="14343"/>
                </a:lnTo>
                <a:lnTo>
                  <a:pt x="2870" y="8618"/>
                </a:lnTo>
                <a:lnTo>
                  <a:pt x="2870" y="5725"/>
                </a:lnTo>
                <a:lnTo>
                  <a:pt x="8608" y="2862"/>
                </a:lnTo>
                <a:lnTo>
                  <a:pt x="11491" y="0"/>
                </a:lnTo>
                <a:lnTo>
                  <a:pt x="17230" y="2862"/>
                </a:lnTo>
                <a:lnTo>
                  <a:pt x="20097" y="5725"/>
                </a:lnTo>
                <a:lnTo>
                  <a:pt x="22968" y="8618"/>
                </a:lnTo>
                <a:lnTo>
                  <a:pt x="25839" y="14343"/>
                </a:lnTo>
                <a:lnTo>
                  <a:pt x="25839" y="682160"/>
                </a:lnTo>
                <a:lnTo>
                  <a:pt x="22968" y="687915"/>
                </a:lnTo>
                <a:lnTo>
                  <a:pt x="20097" y="690778"/>
                </a:lnTo>
                <a:lnTo>
                  <a:pt x="17230" y="693641"/>
                </a:lnTo>
                <a:lnTo>
                  <a:pt x="11491" y="693641"/>
                </a:lnTo>
                <a:lnTo>
                  <a:pt x="8608" y="693641"/>
                </a:lnTo>
                <a:lnTo>
                  <a:pt x="2870" y="690778"/>
                </a:lnTo>
                <a:lnTo>
                  <a:pt x="2870" y="687915"/>
                </a:lnTo>
                <a:lnTo>
                  <a:pt x="0" y="68216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548349" y="2656472"/>
            <a:ext cx="144145" cy="143510"/>
          </a:xfrm>
          <a:custGeom>
            <a:avLst/>
            <a:gdLst/>
            <a:ahLst/>
            <a:cxnLst/>
            <a:rect l="l" t="t" r="r" b="b"/>
            <a:pathLst>
              <a:path w="144144" h="143510">
                <a:moveTo>
                  <a:pt x="0" y="143314"/>
                </a:moveTo>
                <a:lnTo>
                  <a:pt x="71784" y="0"/>
                </a:lnTo>
                <a:lnTo>
                  <a:pt x="143554" y="143314"/>
                </a:lnTo>
                <a:lnTo>
                  <a:pt x="0" y="143314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104528" y="2441509"/>
            <a:ext cx="884555" cy="143510"/>
          </a:xfrm>
          <a:custGeom>
            <a:avLst/>
            <a:gdLst/>
            <a:ahLst/>
            <a:cxnLst/>
            <a:rect l="l" t="t" r="r" b="b"/>
            <a:pathLst>
              <a:path w="884554" h="143510">
                <a:moveTo>
                  <a:pt x="740785" y="0"/>
                </a:moveTo>
                <a:lnTo>
                  <a:pt x="740785" y="60197"/>
                </a:lnTo>
                <a:lnTo>
                  <a:pt x="8625" y="60197"/>
                </a:lnTo>
                <a:lnTo>
                  <a:pt x="2865" y="63032"/>
                </a:lnTo>
                <a:lnTo>
                  <a:pt x="0" y="65897"/>
                </a:lnTo>
                <a:lnTo>
                  <a:pt x="0" y="77388"/>
                </a:lnTo>
                <a:lnTo>
                  <a:pt x="2865" y="80253"/>
                </a:lnTo>
                <a:lnTo>
                  <a:pt x="8625" y="83118"/>
                </a:lnTo>
                <a:lnTo>
                  <a:pt x="740785" y="83118"/>
                </a:lnTo>
                <a:lnTo>
                  <a:pt x="740785" y="143316"/>
                </a:lnTo>
                <a:lnTo>
                  <a:pt x="884346" y="71658"/>
                </a:lnTo>
                <a:lnTo>
                  <a:pt x="7407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104560" y="2501707"/>
            <a:ext cx="778510" cy="23495"/>
          </a:xfrm>
          <a:custGeom>
            <a:avLst/>
            <a:gdLst/>
            <a:ahLst/>
            <a:cxnLst/>
            <a:rect l="l" t="t" r="r" b="b"/>
            <a:pathLst>
              <a:path w="778510" h="23494">
                <a:moveTo>
                  <a:pt x="11470" y="0"/>
                </a:moveTo>
                <a:lnTo>
                  <a:pt x="766598" y="0"/>
                </a:lnTo>
                <a:lnTo>
                  <a:pt x="769465" y="0"/>
                </a:lnTo>
                <a:lnTo>
                  <a:pt x="775231" y="2832"/>
                </a:lnTo>
                <a:lnTo>
                  <a:pt x="778099" y="5725"/>
                </a:lnTo>
                <a:lnTo>
                  <a:pt x="778099" y="11450"/>
                </a:lnTo>
                <a:lnTo>
                  <a:pt x="778099" y="17175"/>
                </a:lnTo>
                <a:lnTo>
                  <a:pt x="775231" y="20038"/>
                </a:lnTo>
                <a:lnTo>
                  <a:pt x="769465" y="22931"/>
                </a:lnTo>
                <a:lnTo>
                  <a:pt x="766598" y="22931"/>
                </a:lnTo>
                <a:lnTo>
                  <a:pt x="11470" y="22931"/>
                </a:lnTo>
                <a:lnTo>
                  <a:pt x="8602" y="22931"/>
                </a:lnTo>
                <a:lnTo>
                  <a:pt x="2867" y="20038"/>
                </a:lnTo>
                <a:lnTo>
                  <a:pt x="0" y="17175"/>
                </a:lnTo>
                <a:lnTo>
                  <a:pt x="0" y="11450"/>
                </a:lnTo>
                <a:lnTo>
                  <a:pt x="0" y="5725"/>
                </a:lnTo>
                <a:lnTo>
                  <a:pt x="2867" y="2832"/>
                </a:lnTo>
                <a:lnTo>
                  <a:pt x="8602" y="0"/>
                </a:lnTo>
                <a:lnTo>
                  <a:pt x="1147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845319" y="2441500"/>
            <a:ext cx="144145" cy="143510"/>
          </a:xfrm>
          <a:custGeom>
            <a:avLst/>
            <a:gdLst/>
            <a:ahLst/>
            <a:cxnLst/>
            <a:rect l="l" t="t" r="r" b="b"/>
            <a:pathLst>
              <a:path w="144145" h="143510">
                <a:moveTo>
                  <a:pt x="0" y="0"/>
                </a:moveTo>
                <a:lnTo>
                  <a:pt x="143563" y="71657"/>
                </a:lnTo>
                <a:lnTo>
                  <a:pt x="0" y="143314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28D9161F-9A54-DAB2-2F76-67F88E43BF14}"/>
              </a:ext>
            </a:extLst>
          </p:cNvPr>
          <p:cNvGrpSpPr/>
          <p:nvPr/>
        </p:nvGrpSpPr>
        <p:grpSpPr>
          <a:xfrm>
            <a:off x="4767726" y="4258417"/>
            <a:ext cx="2752969" cy="939402"/>
            <a:chOff x="4767726" y="4258417"/>
            <a:chExt cx="2752969" cy="939402"/>
          </a:xfrm>
        </p:grpSpPr>
        <p:sp>
          <p:nvSpPr>
            <p:cNvPr id="41" name="object 41"/>
            <p:cNvSpPr txBox="1"/>
            <p:nvPr/>
          </p:nvSpPr>
          <p:spPr>
            <a:xfrm>
              <a:off x="5173310" y="4680294"/>
              <a:ext cx="1162050" cy="51752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1045210" algn="l"/>
                </a:tabLst>
              </a:pPr>
              <a:r>
                <a:rPr sz="3850" spc="-475" dirty="0">
                  <a:latin typeface="Symbol"/>
                  <a:cs typeface="Symbol"/>
                </a:rPr>
                <a:t></a:t>
              </a:r>
              <a:r>
                <a:rPr sz="3850" spc="-475" dirty="0">
                  <a:latin typeface="Times New Roman"/>
                  <a:cs typeface="Times New Roman"/>
                </a:rPr>
                <a:t>	</a:t>
              </a:r>
              <a:r>
                <a:rPr sz="3850" spc="-475" dirty="0">
                  <a:latin typeface="Symbol"/>
                  <a:cs typeface="Symbol"/>
                </a:rPr>
                <a:t></a:t>
              </a:r>
              <a:endParaRPr sz="3850">
                <a:latin typeface="Symbol"/>
                <a:cs typeface="Symbol"/>
              </a:endParaRPr>
            </a:p>
          </p:txBody>
        </p:sp>
        <p:sp>
          <p:nvSpPr>
            <p:cNvPr id="42" name="object 42"/>
            <p:cNvSpPr/>
            <p:nvPr/>
          </p:nvSpPr>
          <p:spPr>
            <a:xfrm>
              <a:off x="4793694" y="4716781"/>
              <a:ext cx="1953895" cy="0"/>
            </a:xfrm>
            <a:custGeom>
              <a:avLst/>
              <a:gdLst/>
              <a:ahLst/>
              <a:cxnLst/>
              <a:rect l="l" t="t" r="r" b="b"/>
              <a:pathLst>
                <a:path w="1953895">
                  <a:moveTo>
                    <a:pt x="0" y="0"/>
                  </a:moveTo>
                  <a:lnTo>
                    <a:pt x="1953388" y="0"/>
                  </a:lnTo>
                </a:path>
              </a:pathLst>
            </a:custGeom>
            <a:ln w="129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 txBox="1"/>
            <p:nvPr/>
          </p:nvSpPr>
          <p:spPr>
            <a:xfrm>
              <a:off x="5367571" y="4258417"/>
              <a:ext cx="794385" cy="37401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285115" algn="l"/>
                </a:tabLst>
              </a:pPr>
              <a:r>
                <a:rPr sz="2450" i="1" spc="10" dirty="0">
                  <a:latin typeface="Times New Roman"/>
                  <a:cs typeface="Times New Roman"/>
                </a:rPr>
                <a:t>k	b</a:t>
              </a:r>
              <a:r>
                <a:rPr sz="2450" i="1" spc="185" dirty="0">
                  <a:latin typeface="Times New Roman"/>
                  <a:cs typeface="Times New Roman"/>
                </a:rPr>
                <a:t>z</a:t>
              </a:r>
              <a:r>
                <a:rPr sz="2100" spc="7" baseline="43650" dirty="0">
                  <a:latin typeface="Symbol"/>
                  <a:cs typeface="Symbol"/>
                </a:rPr>
                <a:t></a:t>
              </a:r>
              <a:r>
                <a:rPr sz="2100" spc="15" baseline="43650" dirty="0">
                  <a:latin typeface="Times New Roman"/>
                  <a:cs typeface="Times New Roman"/>
                </a:rPr>
                <a:t>1</a:t>
              </a:r>
              <a:endParaRPr sz="2100" baseline="43650">
                <a:latin typeface="Times New Roman"/>
                <a:cs typeface="Times New Roman"/>
              </a:endParaRPr>
            </a:p>
          </p:txBody>
        </p:sp>
        <p:sp>
          <p:nvSpPr>
            <p:cNvPr id="46" name="object 46"/>
            <p:cNvSpPr txBox="1"/>
            <p:nvPr/>
          </p:nvSpPr>
          <p:spPr>
            <a:xfrm>
              <a:off x="6510129" y="4757372"/>
              <a:ext cx="217170" cy="20891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spc="5" dirty="0">
                  <a:latin typeface="Symbol"/>
                  <a:cs typeface="Symbol"/>
                </a:rPr>
                <a:t></a:t>
              </a:r>
              <a:r>
                <a:rPr sz="1400" spc="10" dirty="0">
                  <a:latin typeface="Times New Roman"/>
                  <a:cs typeface="Times New Roman"/>
                </a:rPr>
                <a:t>1</a:t>
              </a:r>
              <a:endParaRPr sz="1400">
                <a:latin typeface="Times New Roman"/>
                <a:cs typeface="Times New Roman"/>
              </a:endParaRPr>
            </a:p>
          </p:txBody>
        </p:sp>
        <p:sp>
          <p:nvSpPr>
            <p:cNvPr id="52" name="object 52"/>
            <p:cNvSpPr txBox="1"/>
            <p:nvPr/>
          </p:nvSpPr>
          <p:spPr>
            <a:xfrm>
              <a:off x="6818385" y="4531103"/>
              <a:ext cx="702310" cy="33718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301625" algn="l"/>
                </a:tabLst>
              </a:pPr>
              <a:r>
                <a:rPr sz="2450" i="1" spc="10" dirty="0">
                  <a:latin typeface="Times New Roman"/>
                  <a:cs typeface="Times New Roman"/>
                </a:rPr>
                <a:t>y	</a:t>
              </a:r>
              <a:r>
                <a:rPr sz="2450" spc="70" dirty="0">
                  <a:latin typeface="Times New Roman"/>
                  <a:cs typeface="Times New Roman"/>
                </a:rPr>
                <a:t>(</a:t>
              </a:r>
              <a:r>
                <a:rPr sz="2450" i="1" spc="10" dirty="0">
                  <a:latin typeface="Times New Roman"/>
                  <a:cs typeface="Times New Roman"/>
                </a:rPr>
                <a:t>k</a:t>
              </a:r>
              <a:r>
                <a:rPr sz="2450" i="1" spc="-395" dirty="0">
                  <a:latin typeface="Times New Roman"/>
                  <a:cs typeface="Times New Roman"/>
                </a:rPr>
                <a:t> </a:t>
              </a:r>
              <a:r>
                <a:rPr sz="2450" spc="5" dirty="0">
                  <a:latin typeface="Times New Roman"/>
                  <a:cs typeface="Times New Roman"/>
                </a:rPr>
                <a:t>)</a:t>
              </a:r>
              <a:endParaRPr sz="2450">
                <a:latin typeface="Times New Roman"/>
                <a:cs typeface="Times New Roman"/>
              </a:endParaRPr>
            </a:p>
          </p:txBody>
        </p:sp>
        <p:sp>
          <p:nvSpPr>
            <p:cNvPr id="53" name="object 53"/>
            <p:cNvSpPr txBox="1"/>
            <p:nvPr/>
          </p:nvSpPr>
          <p:spPr>
            <a:xfrm>
              <a:off x="4767726" y="4789254"/>
              <a:ext cx="1745614" cy="34226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548005" algn="l"/>
                  <a:tab pos="1271270" algn="l"/>
                  <a:tab pos="1609090" algn="l"/>
                </a:tabLst>
              </a:pPr>
              <a:r>
                <a:rPr sz="2450" spc="200" dirty="0">
                  <a:latin typeface="Times New Roman"/>
                  <a:cs typeface="Times New Roman"/>
                </a:rPr>
                <a:t>1</a:t>
              </a:r>
              <a:r>
                <a:rPr sz="2450" spc="10" dirty="0">
                  <a:latin typeface="Symbol"/>
                  <a:cs typeface="Symbol"/>
                </a:rPr>
                <a:t></a:t>
              </a:r>
              <a:r>
                <a:rPr sz="2450" dirty="0">
                  <a:latin typeface="Times New Roman"/>
                  <a:cs typeface="Times New Roman"/>
                </a:rPr>
                <a:t>	</a:t>
              </a:r>
              <a:r>
                <a:rPr sz="2450" i="1" spc="10" dirty="0">
                  <a:latin typeface="Times New Roman"/>
                  <a:cs typeface="Times New Roman"/>
                </a:rPr>
                <a:t>a</a:t>
              </a:r>
              <a:r>
                <a:rPr sz="2450" i="1" spc="-150" dirty="0">
                  <a:latin typeface="Times New Roman"/>
                  <a:cs typeface="Times New Roman"/>
                </a:rPr>
                <a:t> </a:t>
              </a:r>
              <a:r>
                <a:rPr sz="2450" spc="10" dirty="0">
                  <a:latin typeface="Symbol"/>
                  <a:cs typeface="Symbol"/>
                </a:rPr>
                <a:t></a:t>
              </a:r>
              <a:r>
                <a:rPr sz="2450" spc="-150" dirty="0">
                  <a:latin typeface="Times New Roman"/>
                  <a:cs typeface="Times New Roman"/>
                </a:rPr>
                <a:t> </a:t>
              </a:r>
              <a:r>
                <a:rPr sz="2450" i="1" spc="10" dirty="0">
                  <a:latin typeface="Times New Roman"/>
                  <a:cs typeface="Times New Roman"/>
                </a:rPr>
                <a:t>k</a:t>
              </a:r>
              <a:r>
                <a:rPr sz="2450" i="1" dirty="0">
                  <a:latin typeface="Times New Roman"/>
                  <a:cs typeface="Times New Roman"/>
                </a:rPr>
                <a:t>	</a:t>
              </a:r>
              <a:r>
                <a:rPr sz="2450" i="1" spc="10" dirty="0">
                  <a:latin typeface="Times New Roman"/>
                  <a:cs typeface="Times New Roman"/>
                </a:rPr>
                <a:t>b</a:t>
              </a:r>
              <a:r>
                <a:rPr sz="2450" i="1" dirty="0">
                  <a:latin typeface="Times New Roman"/>
                  <a:cs typeface="Times New Roman"/>
                </a:rPr>
                <a:t>	</a:t>
              </a:r>
              <a:r>
                <a:rPr sz="2450" i="1" spc="5" dirty="0">
                  <a:latin typeface="Times New Roman"/>
                  <a:cs typeface="Times New Roman"/>
                </a:rPr>
                <a:t>z</a:t>
              </a:r>
              <a:endParaRPr sz="2450">
                <a:latin typeface="Times New Roman"/>
                <a:cs typeface="Times New Roman"/>
              </a:endParaRPr>
            </a:p>
          </p:txBody>
        </p:sp>
        <p:sp>
          <p:nvSpPr>
            <p:cNvPr id="57" name="object 57"/>
            <p:cNvSpPr txBox="1"/>
            <p:nvPr/>
          </p:nvSpPr>
          <p:spPr>
            <a:xfrm>
              <a:off x="5537608" y="4481197"/>
              <a:ext cx="117475" cy="20574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i="1" spc="10" dirty="0">
                  <a:latin typeface="Times New Roman"/>
                  <a:cs typeface="Times New Roman"/>
                </a:rPr>
                <a:t>p</a:t>
              </a:r>
              <a:endParaRPr sz="1400">
                <a:latin typeface="Times New Roman"/>
                <a:cs typeface="Times New Roman"/>
              </a:endParaRPr>
            </a:p>
          </p:txBody>
        </p:sp>
        <p:sp>
          <p:nvSpPr>
            <p:cNvPr id="59" name="object 59"/>
            <p:cNvSpPr txBox="1"/>
            <p:nvPr/>
          </p:nvSpPr>
          <p:spPr>
            <a:xfrm>
              <a:off x="6960973" y="4717346"/>
              <a:ext cx="117475" cy="20574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i="1" spc="10" dirty="0">
                  <a:latin typeface="Times New Roman"/>
                  <a:cs typeface="Times New Roman"/>
                </a:rPr>
                <a:t>d</a:t>
              </a:r>
              <a:endParaRPr sz="1400">
                <a:latin typeface="Times New Roman"/>
                <a:cs typeface="Times New Roman"/>
              </a:endParaRPr>
            </a:p>
          </p:txBody>
        </p:sp>
        <p:sp>
          <p:nvSpPr>
            <p:cNvPr id="60" name="object 60"/>
            <p:cNvSpPr txBox="1"/>
            <p:nvPr/>
          </p:nvSpPr>
          <p:spPr>
            <a:xfrm>
              <a:off x="5923325" y="4980153"/>
              <a:ext cx="117475" cy="20574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i="1" spc="10" dirty="0">
                  <a:latin typeface="Times New Roman"/>
                  <a:cs typeface="Times New Roman"/>
                </a:rPr>
                <a:t>p</a:t>
              </a:r>
              <a:endParaRPr sz="1400">
                <a:latin typeface="Times New Roman"/>
                <a:cs typeface="Times New Roman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DC750D58-8343-CA4F-C9E7-3DD59934E57F}"/>
              </a:ext>
            </a:extLst>
          </p:cNvPr>
          <p:cNvGrpSpPr/>
          <p:nvPr/>
        </p:nvGrpSpPr>
        <p:grpSpPr>
          <a:xfrm>
            <a:off x="813828" y="3847913"/>
            <a:ext cx="3914255" cy="1785181"/>
            <a:chOff x="813828" y="3847913"/>
            <a:chExt cx="3914255" cy="1785181"/>
          </a:xfrm>
        </p:grpSpPr>
        <p:sp>
          <p:nvSpPr>
            <p:cNvPr id="38" name="object 38"/>
            <p:cNvSpPr/>
            <p:nvPr/>
          </p:nvSpPr>
          <p:spPr>
            <a:xfrm>
              <a:off x="2405961" y="4261592"/>
              <a:ext cx="930910" cy="0"/>
            </a:xfrm>
            <a:custGeom>
              <a:avLst/>
              <a:gdLst/>
              <a:ahLst/>
              <a:cxnLst/>
              <a:rect l="l" t="t" r="r" b="b"/>
              <a:pathLst>
                <a:path w="930910">
                  <a:moveTo>
                    <a:pt x="0" y="0"/>
                  </a:moveTo>
                  <a:lnTo>
                    <a:pt x="930548" y="0"/>
                  </a:lnTo>
                </a:path>
              </a:pathLst>
            </a:custGeom>
            <a:ln w="64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596354" y="5171968"/>
              <a:ext cx="930910" cy="0"/>
            </a:xfrm>
            <a:custGeom>
              <a:avLst/>
              <a:gdLst/>
              <a:ahLst/>
              <a:cxnLst/>
              <a:rect l="l" t="t" r="r" b="b"/>
              <a:pathLst>
                <a:path w="930910">
                  <a:moveTo>
                    <a:pt x="0" y="0"/>
                  </a:moveTo>
                  <a:lnTo>
                    <a:pt x="930520" y="0"/>
                  </a:lnTo>
                </a:path>
              </a:pathLst>
            </a:custGeom>
            <a:ln w="64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692203" y="4716781"/>
              <a:ext cx="2016125" cy="0"/>
            </a:xfrm>
            <a:custGeom>
              <a:avLst/>
              <a:gdLst/>
              <a:ahLst/>
              <a:cxnLst/>
              <a:rect l="l" t="t" r="r" b="b"/>
              <a:pathLst>
                <a:path w="2016125">
                  <a:moveTo>
                    <a:pt x="0" y="0"/>
                  </a:moveTo>
                  <a:lnTo>
                    <a:pt x="2016005" y="0"/>
                  </a:lnTo>
                </a:path>
              </a:pathLst>
            </a:custGeom>
            <a:ln w="129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 txBox="1"/>
            <p:nvPr/>
          </p:nvSpPr>
          <p:spPr>
            <a:xfrm>
              <a:off x="2600123" y="3847913"/>
              <a:ext cx="521334" cy="37401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3675" i="1" spc="15" baseline="-24943" dirty="0">
                  <a:latin typeface="Times New Roman"/>
                  <a:cs typeface="Times New Roman"/>
                </a:rPr>
                <a:t>b</a:t>
              </a:r>
              <a:r>
                <a:rPr sz="3675" i="1" spc="270" baseline="-24943" dirty="0">
                  <a:latin typeface="Times New Roman"/>
                  <a:cs typeface="Times New Roman"/>
                </a:rPr>
                <a:t>z</a:t>
              </a:r>
              <a:r>
                <a:rPr sz="1400" spc="5" dirty="0">
                  <a:latin typeface="Symbol"/>
                  <a:cs typeface="Symbol"/>
                </a:rPr>
                <a:t></a:t>
              </a:r>
              <a:r>
                <a:rPr sz="1400" spc="10" dirty="0">
                  <a:latin typeface="Times New Roman"/>
                  <a:cs typeface="Times New Roman"/>
                </a:rPr>
                <a:t>1</a:t>
              </a:r>
              <a:endParaRPr sz="1400">
                <a:latin typeface="Times New Roman"/>
                <a:cs typeface="Times New Roman"/>
              </a:endParaRPr>
            </a:p>
          </p:txBody>
        </p:sp>
        <p:sp>
          <p:nvSpPr>
            <p:cNvPr id="45" name="object 45"/>
            <p:cNvSpPr txBox="1"/>
            <p:nvPr/>
          </p:nvSpPr>
          <p:spPr>
            <a:xfrm>
              <a:off x="3099502" y="4277872"/>
              <a:ext cx="217170" cy="20891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spc="5" dirty="0">
                  <a:latin typeface="Symbol"/>
                  <a:cs typeface="Symbol"/>
                </a:rPr>
                <a:t></a:t>
              </a:r>
              <a:r>
                <a:rPr sz="1400" spc="10" dirty="0">
                  <a:latin typeface="Times New Roman"/>
                  <a:cs typeface="Times New Roman"/>
                </a:rPr>
                <a:t>1</a:t>
              </a:r>
              <a:endParaRPr sz="1400">
                <a:latin typeface="Times New Roman"/>
                <a:cs typeface="Times New Roman"/>
              </a:endParaRPr>
            </a:p>
          </p:txBody>
        </p:sp>
        <p:sp>
          <p:nvSpPr>
            <p:cNvPr id="47" name="object 47"/>
            <p:cNvSpPr txBox="1"/>
            <p:nvPr/>
          </p:nvSpPr>
          <p:spPr>
            <a:xfrm>
              <a:off x="2790662" y="4758099"/>
              <a:ext cx="520700" cy="37401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3675" i="1" spc="15" baseline="-24943" dirty="0">
                  <a:latin typeface="Times New Roman"/>
                  <a:cs typeface="Times New Roman"/>
                </a:rPr>
                <a:t>b</a:t>
              </a:r>
              <a:r>
                <a:rPr sz="3675" i="1" spc="270" baseline="-24943" dirty="0">
                  <a:latin typeface="Times New Roman"/>
                  <a:cs typeface="Times New Roman"/>
                </a:rPr>
                <a:t>z</a:t>
              </a:r>
              <a:r>
                <a:rPr sz="1400" spc="5" dirty="0">
                  <a:latin typeface="Symbol"/>
                  <a:cs typeface="Symbol"/>
                </a:rPr>
                <a:t></a:t>
              </a:r>
              <a:r>
                <a:rPr sz="1400" spc="10" dirty="0">
                  <a:latin typeface="Times New Roman"/>
                  <a:cs typeface="Times New Roman"/>
                </a:rPr>
                <a:t>1</a:t>
              </a:r>
              <a:endParaRPr sz="1400">
                <a:latin typeface="Times New Roman"/>
                <a:cs typeface="Times New Roman"/>
              </a:endParaRPr>
            </a:p>
          </p:txBody>
        </p:sp>
        <p:sp>
          <p:nvSpPr>
            <p:cNvPr id="48" name="object 48"/>
            <p:cNvSpPr txBox="1"/>
            <p:nvPr/>
          </p:nvSpPr>
          <p:spPr>
            <a:xfrm>
              <a:off x="3289978" y="5188057"/>
              <a:ext cx="217170" cy="20891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spc="5" dirty="0">
                  <a:latin typeface="Symbol"/>
                  <a:cs typeface="Symbol"/>
                </a:rPr>
                <a:t></a:t>
              </a:r>
              <a:r>
                <a:rPr sz="1400" spc="10" dirty="0">
                  <a:latin typeface="Times New Roman"/>
                  <a:cs typeface="Times New Roman"/>
                </a:rPr>
                <a:t>1</a:t>
              </a:r>
              <a:endParaRPr sz="1400">
                <a:latin typeface="Times New Roman"/>
                <a:cs typeface="Times New Roman"/>
              </a:endParaRPr>
            </a:p>
          </p:txBody>
        </p:sp>
        <p:sp>
          <p:nvSpPr>
            <p:cNvPr id="49" name="object 49"/>
            <p:cNvSpPr txBox="1"/>
            <p:nvPr/>
          </p:nvSpPr>
          <p:spPr>
            <a:xfrm>
              <a:off x="2380070" y="4309742"/>
              <a:ext cx="721995" cy="34226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450" spc="200" dirty="0">
                  <a:latin typeface="Times New Roman"/>
                  <a:cs typeface="Times New Roman"/>
                </a:rPr>
                <a:t>1</a:t>
              </a:r>
              <a:r>
                <a:rPr sz="2450" spc="10" dirty="0">
                  <a:latin typeface="Symbol"/>
                  <a:cs typeface="Symbol"/>
                </a:rPr>
                <a:t></a:t>
              </a:r>
              <a:r>
                <a:rPr sz="2450" spc="-155" dirty="0">
                  <a:latin typeface="Times New Roman"/>
                  <a:cs typeface="Times New Roman"/>
                </a:rPr>
                <a:t> </a:t>
              </a:r>
              <a:r>
                <a:rPr sz="2450" i="1" spc="10" dirty="0">
                  <a:latin typeface="Times New Roman"/>
                  <a:cs typeface="Times New Roman"/>
                </a:rPr>
                <a:t>az</a:t>
              </a:r>
              <a:endParaRPr sz="2450">
                <a:latin typeface="Times New Roman"/>
                <a:cs typeface="Times New Roman"/>
              </a:endParaRPr>
            </a:p>
          </p:txBody>
        </p:sp>
        <p:sp>
          <p:nvSpPr>
            <p:cNvPr id="50" name="object 50"/>
            <p:cNvSpPr txBox="1"/>
            <p:nvPr/>
          </p:nvSpPr>
          <p:spPr>
            <a:xfrm>
              <a:off x="813828" y="4526281"/>
              <a:ext cx="812800" cy="34226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450" i="1" spc="110" dirty="0">
                  <a:latin typeface="Times New Roman"/>
                  <a:cs typeface="Times New Roman"/>
                </a:rPr>
                <a:t>y</a:t>
              </a:r>
              <a:r>
                <a:rPr sz="2450" spc="70" dirty="0">
                  <a:latin typeface="Times New Roman"/>
                  <a:cs typeface="Times New Roman"/>
                </a:rPr>
                <a:t>(</a:t>
              </a:r>
              <a:r>
                <a:rPr sz="2450" i="1" spc="10" dirty="0">
                  <a:latin typeface="Times New Roman"/>
                  <a:cs typeface="Times New Roman"/>
                </a:rPr>
                <a:t>k</a:t>
              </a:r>
              <a:r>
                <a:rPr sz="2450" i="1" spc="-395" dirty="0">
                  <a:latin typeface="Times New Roman"/>
                  <a:cs typeface="Times New Roman"/>
                </a:rPr>
                <a:t> </a:t>
              </a:r>
              <a:r>
                <a:rPr sz="2450" spc="5" dirty="0">
                  <a:latin typeface="Times New Roman"/>
                  <a:cs typeface="Times New Roman"/>
                </a:rPr>
                <a:t>)</a:t>
              </a:r>
              <a:r>
                <a:rPr sz="2450" spc="-45" dirty="0">
                  <a:latin typeface="Times New Roman"/>
                  <a:cs typeface="Times New Roman"/>
                </a:rPr>
                <a:t> </a:t>
              </a:r>
              <a:r>
                <a:rPr sz="2450" spc="10" dirty="0">
                  <a:latin typeface="Symbol"/>
                  <a:cs typeface="Symbol"/>
                </a:rPr>
                <a:t></a:t>
              </a:r>
              <a:endParaRPr sz="2450">
                <a:latin typeface="Symbol"/>
                <a:cs typeface="Symbol"/>
              </a:endParaRPr>
            </a:p>
          </p:txBody>
        </p:sp>
        <p:sp>
          <p:nvSpPr>
            <p:cNvPr id="51" name="object 51"/>
            <p:cNvSpPr txBox="1"/>
            <p:nvPr/>
          </p:nvSpPr>
          <p:spPr>
            <a:xfrm>
              <a:off x="3779393" y="4526281"/>
              <a:ext cx="948690" cy="34226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301625" algn="l"/>
                </a:tabLst>
              </a:pPr>
              <a:r>
                <a:rPr sz="2450" i="1" spc="10" dirty="0">
                  <a:latin typeface="Times New Roman"/>
                  <a:cs typeface="Times New Roman"/>
                </a:rPr>
                <a:t>y	</a:t>
              </a:r>
              <a:r>
                <a:rPr sz="2450" spc="70" dirty="0">
                  <a:latin typeface="Times New Roman"/>
                  <a:cs typeface="Times New Roman"/>
                </a:rPr>
                <a:t>(</a:t>
              </a:r>
              <a:r>
                <a:rPr sz="2450" i="1" spc="10" dirty="0">
                  <a:latin typeface="Times New Roman"/>
                  <a:cs typeface="Times New Roman"/>
                </a:rPr>
                <a:t>k</a:t>
              </a:r>
              <a:r>
                <a:rPr sz="2450" i="1" spc="-395" dirty="0">
                  <a:latin typeface="Times New Roman"/>
                  <a:cs typeface="Times New Roman"/>
                </a:rPr>
                <a:t> </a:t>
              </a:r>
              <a:r>
                <a:rPr sz="2450" spc="5" dirty="0">
                  <a:latin typeface="Times New Roman"/>
                  <a:cs typeface="Times New Roman"/>
                </a:rPr>
                <a:t>)</a:t>
              </a:r>
              <a:r>
                <a:rPr sz="2450" spc="-45" dirty="0">
                  <a:latin typeface="Times New Roman"/>
                  <a:cs typeface="Times New Roman"/>
                </a:rPr>
                <a:t> </a:t>
              </a:r>
              <a:r>
                <a:rPr sz="2450" spc="10" dirty="0">
                  <a:latin typeface="Symbol"/>
                  <a:cs typeface="Symbol"/>
                </a:rPr>
                <a:t></a:t>
              </a:r>
              <a:endParaRPr sz="2450" dirty="0">
                <a:latin typeface="Symbol"/>
                <a:cs typeface="Symbol"/>
              </a:endParaRPr>
            </a:p>
          </p:txBody>
        </p:sp>
        <p:sp>
          <p:nvSpPr>
            <p:cNvPr id="54" name="object 54"/>
            <p:cNvSpPr txBox="1"/>
            <p:nvPr/>
          </p:nvSpPr>
          <p:spPr>
            <a:xfrm>
              <a:off x="1666379" y="4981493"/>
              <a:ext cx="581660" cy="34226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450" spc="200" dirty="0">
                  <a:latin typeface="Times New Roman"/>
                  <a:cs typeface="Times New Roman"/>
                </a:rPr>
                <a:t>1</a:t>
              </a:r>
              <a:r>
                <a:rPr sz="2450" spc="10" dirty="0">
                  <a:latin typeface="Symbol"/>
                  <a:cs typeface="Symbol"/>
                </a:rPr>
                <a:t></a:t>
              </a:r>
              <a:r>
                <a:rPr sz="2450" spc="-155" dirty="0">
                  <a:latin typeface="Times New Roman"/>
                  <a:cs typeface="Times New Roman"/>
                </a:rPr>
                <a:t> </a:t>
              </a:r>
              <a:r>
                <a:rPr sz="2450" i="1" spc="10" dirty="0">
                  <a:latin typeface="Times New Roman"/>
                  <a:cs typeface="Times New Roman"/>
                </a:rPr>
                <a:t>k</a:t>
              </a:r>
              <a:endParaRPr sz="2450">
                <a:latin typeface="Times New Roman"/>
                <a:cs typeface="Times New Roman"/>
              </a:endParaRPr>
            </a:p>
          </p:txBody>
        </p:sp>
        <p:sp>
          <p:nvSpPr>
            <p:cNvPr id="55" name="object 55"/>
            <p:cNvSpPr txBox="1"/>
            <p:nvPr/>
          </p:nvSpPr>
          <p:spPr>
            <a:xfrm>
              <a:off x="2570613" y="5220154"/>
              <a:ext cx="722630" cy="34226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450" spc="200" dirty="0">
                  <a:latin typeface="Times New Roman"/>
                  <a:cs typeface="Times New Roman"/>
                </a:rPr>
                <a:t>1</a:t>
              </a:r>
              <a:r>
                <a:rPr sz="2450" spc="10" dirty="0">
                  <a:latin typeface="Symbol"/>
                  <a:cs typeface="Symbol"/>
                </a:rPr>
                <a:t></a:t>
              </a:r>
              <a:r>
                <a:rPr sz="2450" spc="-155" dirty="0">
                  <a:latin typeface="Times New Roman"/>
                  <a:cs typeface="Times New Roman"/>
                </a:rPr>
                <a:t> </a:t>
              </a:r>
              <a:r>
                <a:rPr sz="2450" i="1" spc="10" dirty="0">
                  <a:latin typeface="Times New Roman"/>
                  <a:cs typeface="Times New Roman"/>
                </a:rPr>
                <a:t>az</a:t>
              </a:r>
              <a:endParaRPr sz="2450">
                <a:latin typeface="Times New Roman"/>
                <a:cs typeface="Times New Roman"/>
              </a:endParaRPr>
            </a:p>
          </p:txBody>
        </p:sp>
        <p:sp>
          <p:nvSpPr>
            <p:cNvPr id="56" name="object 56"/>
            <p:cNvSpPr txBox="1"/>
            <p:nvPr/>
          </p:nvSpPr>
          <p:spPr>
            <a:xfrm>
              <a:off x="2061097" y="4149901"/>
              <a:ext cx="309245" cy="57277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ts val="2390"/>
                </a:lnSpc>
              </a:pPr>
              <a:r>
                <a:rPr sz="1400" i="1" spc="10" dirty="0">
                  <a:latin typeface="Times New Roman"/>
                  <a:cs typeface="Times New Roman"/>
                </a:rPr>
                <a:t>p </a:t>
              </a:r>
              <a:r>
                <a:rPr sz="1400" i="1" spc="-145" dirty="0">
                  <a:latin typeface="Times New Roman"/>
                  <a:cs typeface="Times New Roman"/>
                </a:rPr>
                <a:t> </a:t>
              </a:r>
              <a:r>
                <a:rPr sz="2450" spc="5" dirty="0">
                  <a:latin typeface="Symbol"/>
                  <a:cs typeface="Symbol"/>
                </a:rPr>
                <a:t></a:t>
              </a:r>
              <a:endParaRPr sz="2450">
                <a:latin typeface="Symbol"/>
                <a:cs typeface="Symbol"/>
              </a:endParaRPr>
            </a:p>
            <a:p>
              <a:pPr marL="174625">
                <a:lnSpc>
                  <a:spcPts val="2390"/>
                </a:lnSpc>
              </a:pPr>
              <a:r>
                <a:rPr sz="2450" spc="5" dirty="0">
                  <a:latin typeface="Symbol"/>
                  <a:cs typeface="Symbol"/>
                </a:rPr>
                <a:t></a:t>
              </a:r>
              <a:endParaRPr sz="2450">
                <a:latin typeface="Symbol"/>
                <a:cs typeface="Symbol"/>
              </a:endParaRPr>
            </a:p>
          </p:txBody>
        </p:sp>
        <p:sp>
          <p:nvSpPr>
            <p:cNvPr id="58" name="object 58"/>
            <p:cNvSpPr txBox="1"/>
            <p:nvPr/>
          </p:nvSpPr>
          <p:spPr>
            <a:xfrm>
              <a:off x="3922135" y="4717346"/>
              <a:ext cx="117475" cy="20574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i="1" spc="10" dirty="0">
                  <a:latin typeface="Times New Roman"/>
                  <a:cs typeface="Times New Roman"/>
                </a:rPr>
                <a:t>d</a:t>
              </a:r>
              <a:endParaRPr sz="1400">
                <a:latin typeface="Times New Roman"/>
                <a:cs typeface="Times New Roman"/>
              </a:endParaRPr>
            </a:p>
          </p:txBody>
        </p:sp>
        <p:sp>
          <p:nvSpPr>
            <p:cNvPr id="61" name="object 61"/>
            <p:cNvSpPr txBox="1"/>
            <p:nvPr/>
          </p:nvSpPr>
          <p:spPr>
            <a:xfrm>
              <a:off x="2251395" y="5060324"/>
              <a:ext cx="309880" cy="57277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ts val="2390"/>
                </a:lnSpc>
              </a:pPr>
              <a:r>
                <a:rPr sz="1400" i="1" spc="10" dirty="0">
                  <a:latin typeface="Times New Roman"/>
                  <a:cs typeface="Times New Roman"/>
                </a:rPr>
                <a:t>p </a:t>
              </a:r>
              <a:r>
                <a:rPr sz="1400" i="1" spc="-140" dirty="0">
                  <a:latin typeface="Times New Roman"/>
                  <a:cs typeface="Times New Roman"/>
                </a:rPr>
                <a:t> </a:t>
              </a:r>
              <a:r>
                <a:rPr sz="2450" spc="5" dirty="0">
                  <a:latin typeface="Symbol"/>
                  <a:cs typeface="Symbol"/>
                </a:rPr>
                <a:t></a:t>
              </a:r>
              <a:endParaRPr sz="2450">
                <a:latin typeface="Symbol"/>
                <a:cs typeface="Symbol"/>
              </a:endParaRPr>
            </a:p>
            <a:p>
              <a:pPr marL="175260">
                <a:lnSpc>
                  <a:spcPts val="2390"/>
                </a:lnSpc>
              </a:pPr>
              <a:r>
                <a:rPr sz="2450" spc="5" dirty="0">
                  <a:latin typeface="Symbol"/>
                  <a:cs typeface="Symbol"/>
                </a:rPr>
                <a:t></a:t>
              </a:r>
              <a:endParaRPr sz="2450">
                <a:latin typeface="Symbol"/>
                <a:cs typeface="Symbol"/>
              </a:endParaRPr>
            </a:p>
          </p:txBody>
        </p:sp>
        <p:sp>
          <p:nvSpPr>
            <p:cNvPr id="62" name="object 62"/>
            <p:cNvSpPr txBox="1"/>
            <p:nvPr/>
          </p:nvSpPr>
          <p:spPr>
            <a:xfrm>
              <a:off x="1891176" y="4076200"/>
              <a:ext cx="166370" cy="33718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450" i="1" spc="10" dirty="0">
                  <a:latin typeface="Times New Roman"/>
                  <a:cs typeface="Times New Roman"/>
                </a:rPr>
                <a:t>k</a:t>
              </a:r>
              <a:endParaRPr sz="2450">
                <a:latin typeface="Times New Roman"/>
                <a:cs typeface="Times New Roman"/>
              </a:endParaRPr>
            </a:p>
          </p:txBody>
        </p:sp>
        <p:sp>
          <p:nvSpPr>
            <p:cNvPr id="63" name="object 63"/>
            <p:cNvSpPr txBox="1"/>
            <p:nvPr/>
          </p:nvSpPr>
          <p:spPr>
            <a:xfrm>
              <a:off x="2223479" y="3864186"/>
              <a:ext cx="147320" cy="33718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450" spc="5" dirty="0">
                  <a:latin typeface="Symbol"/>
                  <a:cs typeface="Symbol"/>
                </a:rPr>
                <a:t></a:t>
              </a:r>
              <a:endParaRPr sz="2450">
                <a:latin typeface="Symbol"/>
                <a:cs typeface="Symbol"/>
              </a:endParaRPr>
            </a:p>
          </p:txBody>
        </p:sp>
        <p:sp>
          <p:nvSpPr>
            <p:cNvPr id="64" name="object 64"/>
            <p:cNvSpPr txBox="1"/>
            <p:nvPr/>
          </p:nvSpPr>
          <p:spPr>
            <a:xfrm>
              <a:off x="3369891" y="3864186"/>
              <a:ext cx="147320" cy="33718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450" spc="5" dirty="0">
                  <a:latin typeface="Symbol"/>
                  <a:cs typeface="Symbol"/>
                </a:rPr>
                <a:t></a:t>
              </a:r>
              <a:endParaRPr sz="2450">
                <a:latin typeface="Symbol"/>
                <a:cs typeface="Symbol"/>
              </a:endParaRPr>
            </a:p>
          </p:txBody>
        </p:sp>
        <p:sp>
          <p:nvSpPr>
            <p:cNvPr id="65" name="object 65"/>
            <p:cNvSpPr txBox="1"/>
            <p:nvPr/>
          </p:nvSpPr>
          <p:spPr>
            <a:xfrm>
              <a:off x="3369891" y="4149901"/>
              <a:ext cx="147320" cy="57277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ts val="2395"/>
                </a:lnSpc>
              </a:pPr>
              <a:r>
                <a:rPr sz="2450" spc="5" dirty="0">
                  <a:latin typeface="Symbol"/>
                  <a:cs typeface="Symbol"/>
                </a:rPr>
                <a:t></a:t>
              </a:r>
              <a:endParaRPr sz="2450">
                <a:latin typeface="Symbol"/>
                <a:cs typeface="Symbol"/>
              </a:endParaRPr>
            </a:p>
            <a:p>
              <a:pPr marL="12700">
                <a:lnSpc>
                  <a:spcPts val="2395"/>
                </a:lnSpc>
              </a:pPr>
              <a:r>
                <a:rPr sz="2450" spc="5" dirty="0">
                  <a:latin typeface="Symbol"/>
                  <a:cs typeface="Symbol"/>
                </a:rPr>
                <a:t></a:t>
              </a:r>
              <a:endParaRPr sz="2450">
                <a:latin typeface="Symbol"/>
                <a:cs typeface="Symbol"/>
              </a:endParaRPr>
            </a:p>
          </p:txBody>
        </p:sp>
        <p:sp>
          <p:nvSpPr>
            <p:cNvPr id="66" name="object 66"/>
            <p:cNvSpPr txBox="1"/>
            <p:nvPr/>
          </p:nvSpPr>
          <p:spPr>
            <a:xfrm>
              <a:off x="2413694" y="4774609"/>
              <a:ext cx="147320" cy="33718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450" spc="5" dirty="0">
                  <a:latin typeface="Symbol"/>
                  <a:cs typeface="Symbol"/>
                </a:rPr>
                <a:t></a:t>
              </a:r>
              <a:endParaRPr sz="2450">
                <a:latin typeface="Symbol"/>
                <a:cs typeface="Symbol"/>
              </a:endParaRPr>
            </a:p>
          </p:txBody>
        </p:sp>
        <p:sp>
          <p:nvSpPr>
            <p:cNvPr id="67" name="object 67"/>
            <p:cNvSpPr txBox="1"/>
            <p:nvPr/>
          </p:nvSpPr>
          <p:spPr>
            <a:xfrm>
              <a:off x="3560107" y="4774609"/>
              <a:ext cx="147320" cy="33718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450" spc="5" dirty="0">
                  <a:latin typeface="Symbol"/>
                  <a:cs typeface="Symbol"/>
                </a:rPr>
                <a:t></a:t>
              </a:r>
              <a:endParaRPr sz="2450">
                <a:latin typeface="Symbol"/>
                <a:cs typeface="Symbol"/>
              </a:endParaRPr>
            </a:p>
          </p:txBody>
        </p:sp>
        <p:sp>
          <p:nvSpPr>
            <p:cNvPr id="68" name="object 68"/>
            <p:cNvSpPr txBox="1"/>
            <p:nvPr/>
          </p:nvSpPr>
          <p:spPr>
            <a:xfrm>
              <a:off x="3560411" y="5060324"/>
              <a:ext cx="147320" cy="57277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ts val="2395"/>
                </a:lnSpc>
              </a:pPr>
              <a:r>
                <a:rPr sz="2450" spc="5" dirty="0">
                  <a:latin typeface="Symbol"/>
                  <a:cs typeface="Symbol"/>
                </a:rPr>
                <a:t></a:t>
              </a:r>
              <a:endParaRPr sz="2450">
                <a:latin typeface="Symbol"/>
                <a:cs typeface="Symbol"/>
              </a:endParaRPr>
            </a:p>
            <a:p>
              <a:pPr marL="12700">
                <a:lnSpc>
                  <a:spcPts val="2395"/>
                </a:lnSpc>
              </a:pPr>
              <a:r>
                <a:rPr sz="2450" spc="5" dirty="0">
                  <a:latin typeface="Symbol"/>
                  <a:cs typeface="Symbol"/>
                </a:rPr>
                <a:t></a:t>
              </a:r>
              <a:endParaRPr sz="2450">
                <a:latin typeface="Symbol"/>
                <a:cs typeface="Symbol"/>
              </a:endParaRPr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4366022" y="5615860"/>
            <a:ext cx="3599179" cy="864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  <a:tabLst>
                <a:tab pos="2417445" algn="l"/>
              </a:tabLst>
            </a:pPr>
            <a:r>
              <a:rPr sz="2800" spc="-85" dirty="0">
                <a:solidFill>
                  <a:srgbClr val="C00000"/>
                </a:solidFill>
                <a:latin typeface="Calibri"/>
                <a:cs typeface="Calibri"/>
              </a:rPr>
              <a:t>P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800" spc="-5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2800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2800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sz="2800" spc="-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800" spc="5" dirty="0">
                <a:solidFill>
                  <a:srgbClr val="C00000"/>
                </a:solidFill>
                <a:latin typeface="Calibri"/>
                <a:cs typeface="Calibri"/>
              </a:rPr>
              <a:t>h</a:t>
            </a:r>
            <a:r>
              <a:rPr sz="2800" spc="-15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800" spc="-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spc="5" dirty="0">
                <a:solidFill>
                  <a:srgbClr val="C00000"/>
                </a:solidFill>
                <a:latin typeface="Calibri"/>
                <a:cs typeface="Calibri"/>
              </a:rPr>
              <a:t>p</a:t>
            </a:r>
            <a:r>
              <a:rPr sz="2800" spc="-5" dirty="0">
                <a:solidFill>
                  <a:srgbClr val="C00000"/>
                </a:solidFill>
                <a:latin typeface="Calibri"/>
                <a:cs typeface="Calibri"/>
              </a:rPr>
              <a:t>la</a:t>
            </a:r>
            <a:r>
              <a:rPr sz="2800" spc="-15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2800" spc="-10" dirty="0">
                <a:solidFill>
                  <a:srgbClr val="C00000"/>
                </a:solidFill>
                <a:latin typeface="Calibri"/>
                <a:cs typeface="Calibri"/>
              </a:rPr>
              <a:t>t:</a:t>
            </a:r>
            <a:r>
              <a:rPr sz="2800" spc="-9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spc="5" dirty="0">
                <a:solidFill>
                  <a:srgbClr val="C00000"/>
                </a:solidFill>
                <a:latin typeface="Calibri"/>
                <a:cs typeface="Calibri"/>
              </a:rPr>
              <a:t>–</a:t>
            </a:r>
            <a:r>
              <a:rPr sz="2800" i="1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800" i="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spc="5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800" spc="-15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2800" spc="-10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800" spc="-50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ol</a:t>
            </a:r>
            <a:r>
              <a:rPr sz="2800" spc="-1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spc="-60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2800" spc="-45" dirty="0">
                <a:solidFill>
                  <a:srgbClr val="C00000"/>
                </a:solidFill>
                <a:latin typeface="Calibri"/>
                <a:cs typeface="Calibri"/>
              </a:rPr>
              <a:t>y</a:t>
            </a:r>
            <a:r>
              <a:rPr sz="2800" spc="-35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2800" spc="-50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800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800" spc="-15" dirty="0">
                <a:solidFill>
                  <a:srgbClr val="C00000"/>
                </a:solidFill>
                <a:latin typeface="Calibri"/>
                <a:cs typeface="Calibri"/>
              </a:rPr>
              <a:t>m: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	</a:t>
            </a:r>
            <a:r>
              <a:rPr sz="2800" i="1" spc="5" dirty="0">
                <a:solidFill>
                  <a:srgbClr val="C00000"/>
                </a:solidFill>
                <a:latin typeface="Calibri"/>
                <a:cs typeface="Calibri"/>
              </a:rPr>
              <a:t>–</a:t>
            </a:r>
            <a:r>
              <a:rPr sz="2800" i="1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800" i="1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C00000"/>
                </a:solidFill>
                <a:latin typeface="Calibri"/>
                <a:cs typeface="Calibri"/>
              </a:rPr>
              <a:t>–</a:t>
            </a:r>
            <a:r>
              <a:rPr sz="2800" i="1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i="1" spc="-10" dirty="0">
                <a:solidFill>
                  <a:srgbClr val="C00000"/>
                </a:solidFill>
                <a:latin typeface="Calibri"/>
                <a:cs typeface="Calibri"/>
              </a:rPr>
              <a:t>k</a:t>
            </a:r>
            <a:r>
              <a:rPr sz="2775" i="1" baseline="-21021" dirty="0">
                <a:solidFill>
                  <a:srgbClr val="C00000"/>
                </a:solidFill>
                <a:latin typeface="Calibri"/>
                <a:cs typeface="Calibri"/>
              </a:rPr>
              <a:t>p</a:t>
            </a:r>
            <a:r>
              <a:rPr sz="2800" i="1" dirty="0">
                <a:solidFill>
                  <a:srgbClr val="C00000"/>
                </a:solidFill>
                <a:latin typeface="Calibri"/>
                <a:cs typeface="Calibri"/>
              </a:rPr>
              <a:t>b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8354701" y="6190289"/>
            <a:ext cx="259079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403F42"/>
                </a:solidFill>
                <a:latin typeface="Calibri"/>
                <a:cs typeface="Calibri"/>
              </a:rPr>
              <a:t>11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4299" rIns="0" bIns="0" rtlCol="0">
            <a:spAutoFit/>
          </a:bodyPr>
          <a:lstStyle/>
          <a:p>
            <a:pPr marL="135255">
              <a:lnSpc>
                <a:spcPct val="100000"/>
              </a:lnSpc>
            </a:pPr>
            <a:r>
              <a:rPr spc="-5" dirty="0">
                <a:latin typeface="Calibri"/>
                <a:cs typeface="Calibri"/>
              </a:rPr>
              <a:t>S</a:t>
            </a:r>
            <a:r>
              <a:rPr spc="-55" dirty="0">
                <a:latin typeface="Calibri"/>
                <a:cs typeface="Calibri"/>
              </a:rPr>
              <a:t>t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spc="-10" dirty="0">
                <a:latin typeface="Calibri"/>
                <a:cs typeface="Calibri"/>
              </a:rPr>
              <a:t>ad</a:t>
            </a:r>
            <a:r>
              <a:rPr spc="-20" dirty="0">
                <a:latin typeface="Calibri"/>
                <a:cs typeface="Calibri"/>
              </a:rPr>
              <a:t>y</a:t>
            </a:r>
            <a:r>
              <a:rPr spc="-90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Calibri"/>
                <a:cs typeface="Calibri"/>
              </a:rPr>
              <a:t>S</a:t>
            </a:r>
            <a:r>
              <a:rPr spc="-55" dirty="0">
                <a:latin typeface="Calibri"/>
                <a:cs typeface="Calibri"/>
              </a:rPr>
              <a:t>t</a:t>
            </a:r>
            <a:r>
              <a:rPr spc="-50" dirty="0">
                <a:latin typeface="Calibri"/>
                <a:cs typeface="Calibri"/>
              </a:rPr>
              <a:t>a</a:t>
            </a:r>
            <a:r>
              <a:rPr spc="-55" dirty="0">
                <a:latin typeface="Calibri"/>
                <a:cs typeface="Calibri"/>
              </a:rPr>
              <a:t>t</a:t>
            </a:r>
            <a:r>
              <a:rPr spc="-20" dirty="0">
                <a:latin typeface="Calibri"/>
                <a:cs typeface="Calibri"/>
              </a:rPr>
              <a:t>e</a:t>
            </a:r>
            <a:r>
              <a:rPr spc="-85" dirty="0">
                <a:latin typeface="Times New Roman"/>
                <a:cs typeface="Times New Roman"/>
              </a:rPr>
              <a:t> </a:t>
            </a:r>
            <a:r>
              <a:rPr spc="-30" dirty="0">
                <a:latin typeface="Calibri"/>
                <a:cs typeface="Calibri"/>
              </a:rPr>
              <a:t>G</a:t>
            </a:r>
            <a:r>
              <a:rPr spc="-10" dirty="0">
                <a:latin typeface="Calibri"/>
                <a:cs typeface="Calibri"/>
              </a:rPr>
              <a:t>a</a:t>
            </a:r>
            <a:r>
              <a:rPr dirty="0">
                <a:latin typeface="Calibri"/>
                <a:cs typeface="Calibri"/>
              </a:rPr>
              <a:t>in</a:t>
            </a:r>
          </a:p>
        </p:txBody>
      </p:sp>
      <p:sp>
        <p:nvSpPr>
          <p:cNvPr id="5" name="object 5"/>
          <p:cNvSpPr/>
          <p:nvPr/>
        </p:nvSpPr>
        <p:spPr>
          <a:xfrm>
            <a:off x="4190786" y="2098063"/>
            <a:ext cx="942340" cy="487680"/>
          </a:xfrm>
          <a:custGeom>
            <a:avLst/>
            <a:gdLst/>
            <a:ahLst/>
            <a:cxnLst/>
            <a:rect l="l" t="t" r="r" b="b"/>
            <a:pathLst>
              <a:path w="942339" h="487680">
                <a:moveTo>
                  <a:pt x="0" y="487250"/>
                </a:moveTo>
                <a:lnTo>
                  <a:pt x="941761" y="487250"/>
                </a:lnTo>
                <a:lnTo>
                  <a:pt x="941761" y="0"/>
                </a:lnTo>
                <a:lnTo>
                  <a:pt x="0" y="0"/>
                </a:lnTo>
                <a:lnTo>
                  <a:pt x="0" y="48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384881" y="2140760"/>
            <a:ext cx="534035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i="1" spc="125" dirty="0">
                <a:latin typeface="Times New Roman"/>
                <a:cs typeface="Times New Roman"/>
              </a:rPr>
              <a:t>u</a:t>
            </a:r>
            <a:r>
              <a:rPr sz="2200" spc="70" dirty="0">
                <a:latin typeface="Times New Roman"/>
                <a:cs typeface="Times New Roman"/>
              </a:rPr>
              <a:t>(</a:t>
            </a:r>
            <a:r>
              <a:rPr sz="2200" i="1" spc="5" dirty="0">
                <a:latin typeface="Times New Roman"/>
                <a:cs typeface="Times New Roman"/>
              </a:rPr>
              <a:t>k</a:t>
            </a:r>
            <a:r>
              <a:rPr sz="2200" i="1" spc="-350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)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786371" y="2098060"/>
            <a:ext cx="942340" cy="573405"/>
          </a:xfrm>
          <a:custGeom>
            <a:avLst/>
            <a:gdLst/>
            <a:ahLst/>
            <a:cxnLst/>
            <a:rect l="l" t="t" r="r" b="b"/>
            <a:pathLst>
              <a:path w="942340" h="573405">
                <a:moveTo>
                  <a:pt x="0" y="573237"/>
                </a:moveTo>
                <a:lnTo>
                  <a:pt x="941761" y="573237"/>
                </a:lnTo>
                <a:lnTo>
                  <a:pt x="941761" y="0"/>
                </a:lnTo>
                <a:lnTo>
                  <a:pt x="0" y="0"/>
                </a:lnTo>
                <a:lnTo>
                  <a:pt x="0" y="57323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014847" y="2195781"/>
            <a:ext cx="514984" cy="312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50" i="1" spc="100" dirty="0">
                <a:latin typeface="Times New Roman"/>
                <a:cs typeface="Times New Roman"/>
              </a:rPr>
              <a:t>y</a:t>
            </a:r>
            <a:r>
              <a:rPr sz="2250" spc="35" dirty="0">
                <a:latin typeface="Times New Roman"/>
                <a:cs typeface="Times New Roman"/>
              </a:rPr>
              <a:t>(</a:t>
            </a:r>
            <a:r>
              <a:rPr sz="2250" i="1" spc="190" dirty="0">
                <a:latin typeface="Times New Roman"/>
                <a:cs typeface="Times New Roman"/>
              </a:rPr>
              <a:t>k</a:t>
            </a:r>
            <a:r>
              <a:rPr sz="2250" dirty="0">
                <a:latin typeface="Times New Roman"/>
                <a:cs typeface="Times New Roman"/>
              </a:rPr>
              <a:t>)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551331" y="2224146"/>
            <a:ext cx="431165" cy="410209"/>
          </a:xfrm>
          <a:custGeom>
            <a:avLst/>
            <a:gdLst/>
            <a:ahLst/>
            <a:cxnLst/>
            <a:rect l="l" t="t" r="r" b="b"/>
            <a:pathLst>
              <a:path w="431164" h="410210">
                <a:moveTo>
                  <a:pt x="0" y="409873"/>
                </a:moveTo>
                <a:lnTo>
                  <a:pt x="430673" y="409873"/>
                </a:lnTo>
                <a:lnTo>
                  <a:pt x="430673" y="0"/>
                </a:lnTo>
                <a:lnTo>
                  <a:pt x="0" y="0"/>
                </a:lnTo>
                <a:lnTo>
                  <a:pt x="0" y="40987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573072" y="2277979"/>
            <a:ext cx="160020" cy="263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10" dirty="0">
                <a:latin typeface="Times New Roman"/>
                <a:cs typeface="Times New Roman"/>
              </a:rPr>
              <a:t>+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534101" y="2831793"/>
            <a:ext cx="431165" cy="412750"/>
          </a:xfrm>
          <a:custGeom>
            <a:avLst/>
            <a:gdLst/>
            <a:ahLst/>
            <a:cxnLst/>
            <a:rect l="l" t="t" r="r" b="b"/>
            <a:pathLst>
              <a:path w="431164" h="412750">
                <a:moveTo>
                  <a:pt x="0" y="412741"/>
                </a:moveTo>
                <a:lnTo>
                  <a:pt x="430685" y="412741"/>
                </a:lnTo>
                <a:lnTo>
                  <a:pt x="430685" y="0"/>
                </a:lnTo>
                <a:lnTo>
                  <a:pt x="0" y="0"/>
                </a:lnTo>
                <a:lnTo>
                  <a:pt x="0" y="41274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555864" y="2885624"/>
            <a:ext cx="104775" cy="263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5" dirty="0">
                <a:latin typeface="Times New Roman"/>
                <a:cs typeface="Times New Roman"/>
              </a:rPr>
              <a:t>-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135422" y="2141040"/>
            <a:ext cx="1390015" cy="1072515"/>
          </a:xfrm>
          <a:custGeom>
            <a:avLst/>
            <a:gdLst/>
            <a:ahLst/>
            <a:cxnLst/>
            <a:rect l="l" t="t" r="r" b="b"/>
            <a:pathLst>
              <a:path w="1390015" h="1072514">
                <a:moveTo>
                  <a:pt x="0" y="1071978"/>
                </a:moveTo>
                <a:lnTo>
                  <a:pt x="1389662" y="1071978"/>
                </a:lnTo>
                <a:lnTo>
                  <a:pt x="1389662" y="0"/>
                </a:lnTo>
                <a:lnTo>
                  <a:pt x="0" y="0"/>
                </a:lnTo>
                <a:lnTo>
                  <a:pt x="0" y="107197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370886" y="2711411"/>
            <a:ext cx="910590" cy="0"/>
          </a:xfrm>
          <a:custGeom>
            <a:avLst/>
            <a:gdLst/>
            <a:ahLst/>
            <a:cxnLst/>
            <a:rect l="l" t="t" r="r" b="b"/>
            <a:pathLst>
              <a:path w="910589">
                <a:moveTo>
                  <a:pt x="0" y="0"/>
                </a:moveTo>
                <a:lnTo>
                  <a:pt x="910161" y="0"/>
                </a:lnTo>
              </a:path>
            </a:pathLst>
          </a:custGeom>
          <a:ln w="1146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135436" y="2141015"/>
            <a:ext cx="1390015" cy="1072515"/>
          </a:xfrm>
          <a:prstGeom prst="rect">
            <a:avLst/>
          </a:prstGeom>
          <a:ln w="17208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R="10795" algn="ctr">
              <a:lnSpc>
                <a:spcPct val="100000"/>
              </a:lnSpc>
            </a:pPr>
            <a:r>
              <a:rPr sz="3375" i="1" baseline="-24691" dirty="0">
                <a:latin typeface="Times New Roman"/>
                <a:cs typeface="Times New Roman"/>
              </a:rPr>
              <a:t>b</a:t>
            </a:r>
            <a:r>
              <a:rPr sz="3375" i="1" spc="240" baseline="-24691" dirty="0">
                <a:latin typeface="Times New Roman"/>
                <a:cs typeface="Times New Roman"/>
              </a:rPr>
              <a:t>z</a:t>
            </a:r>
            <a:r>
              <a:rPr sz="1850" spc="15" dirty="0">
                <a:latin typeface="Symbol"/>
                <a:cs typeface="Symbol"/>
              </a:rPr>
              <a:t></a:t>
            </a:r>
            <a:r>
              <a:rPr sz="1850" spc="5" dirty="0">
                <a:latin typeface="Times New Roman"/>
                <a:cs typeface="Times New Roman"/>
              </a:rPr>
              <a:t>1</a:t>
            </a:r>
            <a:endParaRPr sz="1850">
              <a:latin typeface="Times New Roman"/>
              <a:cs typeface="Times New Roman"/>
            </a:endParaRPr>
          </a:p>
          <a:p>
            <a:pPr marR="33655" algn="ctr">
              <a:lnSpc>
                <a:spcPct val="100000"/>
              </a:lnSpc>
              <a:spcBef>
                <a:spcPts val="1815"/>
              </a:spcBef>
            </a:pPr>
            <a:r>
              <a:rPr sz="2250" dirty="0">
                <a:latin typeface="Times New Roman"/>
                <a:cs typeface="Times New Roman"/>
              </a:rPr>
              <a:t>1</a:t>
            </a:r>
            <a:r>
              <a:rPr sz="2250" spc="-315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Symbol"/>
                <a:cs typeface="Symbol"/>
              </a:rPr>
              <a:t></a:t>
            </a:r>
            <a:r>
              <a:rPr sz="2250" spc="-90" dirty="0">
                <a:latin typeface="Times New Roman"/>
                <a:cs typeface="Times New Roman"/>
              </a:rPr>
              <a:t> </a:t>
            </a:r>
            <a:r>
              <a:rPr sz="2250" i="1" dirty="0">
                <a:latin typeface="Times New Roman"/>
                <a:cs typeface="Times New Roman"/>
              </a:rPr>
              <a:t>a</a:t>
            </a:r>
            <a:r>
              <a:rPr sz="2250" i="1" spc="160" dirty="0">
                <a:latin typeface="Times New Roman"/>
                <a:cs typeface="Times New Roman"/>
              </a:rPr>
              <a:t>z</a:t>
            </a:r>
            <a:r>
              <a:rPr sz="2775" spc="-142" baseline="30030" dirty="0">
                <a:latin typeface="Symbol"/>
                <a:cs typeface="Symbol"/>
              </a:rPr>
              <a:t></a:t>
            </a:r>
            <a:r>
              <a:rPr sz="2775" spc="7" baseline="30030" dirty="0">
                <a:latin typeface="Times New Roman"/>
                <a:cs typeface="Times New Roman"/>
              </a:rPr>
              <a:t>1</a:t>
            </a:r>
            <a:endParaRPr sz="2775" baseline="3003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970525" y="2582418"/>
            <a:ext cx="586105" cy="143510"/>
          </a:xfrm>
          <a:custGeom>
            <a:avLst/>
            <a:gdLst/>
            <a:ahLst/>
            <a:cxnLst/>
            <a:rect l="l" t="t" r="r" b="b"/>
            <a:pathLst>
              <a:path w="586104" h="143510">
                <a:moveTo>
                  <a:pt x="442167" y="0"/>
                </a:moveTo>
                <a:lnTo>
                  <a:pt x="442167" y="60197"/>
                </a:lnTo>
                <a:lnTo>
                  <a:pt x="5739" y="60197"/>
                </a:lnTo>
                <a:lnTo>
                  <a:pt x="2868" y="63093"/>
                </a:lnTo>
                <a:lnTo>
                  <a:pt x="0" y="65928"/>
                </a:lnTo>
                <a:lnTo>
                  <a:pt x="0" y="74523"/>
                </a:lnTo>
                <a:lnTo>
                  <a:pt x="2868" y="80284"/>
                </a:lnTo>
                <a:lnTo>
                  <a:pt x="5739" y="83149"/>
                </a:lnTo>
                <a:lnTo>
                  <a:pt x="442167" y="83149"/>
                </a:lnTo>
                <a:lnTo>
                  <a:pt x="442167" y="143316"/>
                </a:lnTo>
                <a:lnTo>
                  <a:pt x="585728" y="71688"/>
                </a:lnTo>
                <a:lnTo>
                  <a:pt x="4421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970535" y="2642616"/>
            <a:ext cx="476884" cy="23495"/>
          </a:xfrm>
          <a:custGeom>
            <a:avLst/>
            <a:gdLst/>
            <a:ahLst/>
            <a:cxnLst/>
            <a:rect l="l" t="t" r="r" b="b"/>
            <a:pathLst>
              <a:path w="476885" h="23494">
                <a:moveTo>
                  <a:pt x="11476" y="0"/>
                </a:moveTo>
                <a:lnTo>
                  <a:pt x="465138" y="0"/>
                </a:lnTo>
                <a:lnTo>
                  <a:pt x="470874" y="0"/>
                </a:lnTo>
                <a:lnTo>
                  <a:pt x="473741" y="2862"/>
                </a:lnTo>
                <a:lnTo>
                  <a:pt x="476609" y="5725"/>
                </a:lnTo>
                <a:lnTo>
                  <a:pt x="476609" y="11480"/>
                </a:lnTo>
                <a:lnTo>
                  <a:pt x="476609" y="14343"/>
                </a:lnTo>
                <a:lnTo>
                  <a:pt x="473741" y="20068"/>
                </a:lnTo>
                <a:lnTo>
                  <a:pt x="470874" y="22931"/>
                </a:lnTo>
                <a:lnTo>
                  <a:pt x="465138" y="22931"/>
                </a:lnTo>
                <a:lnTo>
                  <a:pt x="11476" y="22931"/>
                </a:lnTo>
                <a:lnTo>
                  <a:pt x="5738" y="22931"/>
                </a:lnTo>
                <a:lnTo>
                  <a:pt x="2870" y="20068"/>
                </a:lnTo>
                <a:lnTo>
                  <a:pt x="0" y="14343"/>
                </a:lnTo>
                <a:lnTo>
                  <a:pt x="0" y="11480"/>
                </a:lnTo>
                <a:lnTo>
                  <a:pt x="0" y="5725"/>
                </a:lnTo>
                <a:lnTo>
                  <a:pt x="2870" y="2862"/>
                </a:lnTo>
                <a:lnTo>
                  <a:pt x="5738" y="0"/>
                </a:lnTo>
                <a:lnTo>
                  <a:pt x="11476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412703" y="2582440"/>
            <a:ext cx="144145" cy="143510"/>
          </a:xfrm>
          <a:custGeom>
            <a:avLst/>
            <a:gdLst/>
            <a:ahLst/>
            <a:cxnLst/>
            <a:rect l="l" t="t" r="r" b="b"/>
            <a:pathLst>
              <a:path w="144145" h="143510">
                <a:moveTo>
                  <a:pt x="0" y="0"/>
                </a:moveTo>
                <a:lnTo>
                  <a:pt x="143563" y="71657"/>
                </a:lnTo>
                <a:lnTo>
                  <a:pt x="0" y="143314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043939" y="2341665"/>
            <a:ext cx="1108710" cy="601980"/>
          </a:xfrm>
          <a:custGeom>
            <a:avLst/>
            <a:gdLst/>
            <a:ahLst/>
            <a:cxnLst/>
            <a:rect l="l" t="t" r="r" b="b"/>
            <a:pathLst>
              <a:path w="1108710" h="601980">
                <a:moveTo>
                  <a:pt x="0" y="601909"/>
                </a:moveTo>
                <a:lnTo>
                  <a:pt x="1108280" y="601909"/>
                </a:lnTo>
                <a:lnTo>
                  <a:pt x="1108280" y="0"/>
                </a:lnTo>
                <a:lnTo>
                  <a:pt x="0" y="0"/>
                </a:lnTo>
                <a:lnTo>
                  <a:pt x="0" y="60190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533271" y="2324481"/>
            <a:ext cx="744220" cy="668020"/>
          </a:xfrm>
          <a:custGeom>
            <a:avLst/>
            <a:gdLst/>
            <a:ahLst/>
            <a:cxnLst/>
            <a:rect l="l" t="t" r="r" b="b"/>
            <a:pathLst>
              <a:path w="744220" h="668019">
                <a:moveTo>
                  <a:pt x="0" y="667832"/>
                </a:moveTo>
                <a:lnTo>
                  <a:pt x="743641" y="667832"/>
                </a:lnTo>
                <a:lnTo>
                  <a:pt x="743641" y="0"/>
                </a:lnTo>
                <a:lnTo>
                  <a:pt x="0" y="0"/>
                </a:lnTo>
                <a:lnTo>
                  <a:pt x="0" y="6678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272424" y="2324468"/>
            <a:ext cx="3004820" cy="668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484755" algn="l"/>
              </a:tabLst>
            </a:pPr>
            <a:r>
              <a:rPr sz="2250" i="1" spc="10" dirty="0">
                <a:latin typeface="Times New Roman"/>
                <a:cs typeface="Times New Roman"/>
              </a:rPr>
              <a:t>y</a:t>
            </a:r>
            <a:r>
              <a:rPr sz="2775" i="1" spc="7" baseline="-16516" dirty="0">
                <a:latin typeface="Times New Roman"/>
                <a:cs typeface="Times New Roman"/>
              </a:rPr>
              <a:t>d</a:t>
            </a:r>
            <a:r>
              <a:rPr sz="2775" i="1" spc="-67" baseline="-16516" dirty="0">
                <a:latin typeface="Times New Roman"/>
                <a:cs typeface="Times New Roman"/>
              </a:rPr>
              <a:t> </a:t>
            </a:r>
            <a:r>
              <a:rPr sz="2250" spc="60" dirty="0">
                <a:latin typeface="Times New Roman"/>
                <a:cs typeface="Times New Roman"/>
              </a:rPr>
              <a:t>(</a:t>
            </a:r>
            <a:r>
              <a:rPr sz="2250" i="1" spc="190" dirty="0">
                <a:latin typeface="Times New Roman"/>
                <a:cs typeface="Times New Roman"/>
              </a:rPr>
              <a:t>k</a:t>
            </a:r>
            <a:r>
              <a:rPr sz="2250" dirty="0">
                <a:latin typeface="Times New Roman"/>
                <a:cs typeface="Times New Roman"/>
              </a:rPr>
              <a:t>)	</a:t>
            </a:r>
            <a:r>
              <a:rPr sz="3375" i="1" spc="427" baseline="1234" dirty="0">
                <a:latin typeface="Times New Roman"/>
                <a:cs typeface="Times New Roman"/>
              </a:rPr>
              <a:t>k</a:t>
            </a:r>
            <a:r>
              <a:rPr sz="2850" i="1" spc="-15" baseline="-14619" dirty="0">
                <a:latin typeface="Times New Roman"/>
                <a:cs typeface="Times New Roman"/>
              </a:rPr>
              <a:t>p</a:t>
            </a:r>
            <a:endParaRPr sz="2850" baseline="-14619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651820" y="2473512"/>
            <a:ext cx="304800" cy="304165"/>
          </a:xfrm>
          <a:custGeom>
            <a:avLst/>
            <a:gdLst/>
            <a:ahLst/>
            <a:cxnLst/>
            <a:rect l="l" t="t" r="r" b="b"/>
            <a:pathLst>
              <a:path w="304800" h="304164">
                <a:moveTo>
                  <a:pt x="180877" y="2865"/>
                </a:moveTo>
                <a:lnTo>
                  <a:pt x="120584" y="2865"/>
                </a:lnTo>
                <a:lnTo>
                  <a:pt x="106238" y="8595"/>
                </a:lnTo>
                <a:lnTo>
                  <a:pt x="91878" y="11460"/>
                </a:lnTo>
                <a:lnTo>
                  <a:pt x="77519" y="20086"/>
                </a:lnTo>
                <a:lnTo>
                  <a:pt x="66031" y="25786"/>
                </a:lnTo>
                <a:lnTo>
                  <a:pt x="54553" y="34381"/>
                </a:lnTo>
                <a:lnTo>
                  <a:pt x="43062" y="45872"/>
                </a:lnTo>
                <a:lnTo>
                  <a:pt x="17227" y="80253"/>
                </a:lnTo>
                <a:lnTo>
                  <a:pt x="5736" y="108905"/>
                </a:lnTo>
                <a:lnTo>
                  <a:pt x="0" y="137586"/>
                </a:lnTo>
                <a:lnTo>
                  <a:pt x="0" y="169103"/>
                </a:lnTo>
                <a:lnTo>
                  <a:pt x="17227" y="226435"/>
                </a:lnTo>
                <a:lnTo>
                  <a:pt x="43062" y="260817"/>
                </a:lnTo>
                <a:lnTo>
                  <a:pt x="77519" y="286633"/>
                </a:lnTo>
                <a:lnTo>
                  <a:pt x="134944" y="303824"/>
                </a:lnTo>
                <a:lnTo>
                  <a:pt x="166530" y="303824"/>
                </a:lnTo>
                <a:lnTo>
                  <a:pt x="223954" y="286633"/>
                </a:lnTo>
                <a:lnTo>
                  <a:pt x="258400" y="260817"/>
                </a:lnTo>
                <a:lnTo>
                  <a:pt x="284247" y="226435"/>
                </a:lnTo>
                <a:lnTo>
                  <a:pt x="292867" y="212110"/>
                </a:lnTo>
                <a:lnTo>
                  <a:pt x="295726" y="197784"/>
                </a:lnTo>
                <a:lnTo>
                  <a:pt x="301477" y="183428"/>
                </a:lnTo>
                <a:lnTo>
                  <a:pt x="301477" y="169103"/>
                </a:lnTo>
                <a:lnTo>
                  <a:pt x="304345" y="151912"/>
                </a:lnTo>
                <a:lnTo>
                  <a:pt x="301477" y="137586"/>
                </a:lnTo>
                <a:lnTo>
                  <a:pt x="301477" y="123261"/>
                </a:lnTo>
                <a:lnTo>
                  <a:pt x="295726" y="108905"/>
                </a:lnTo>
                <a:lnTo>
                  <a:pt x="292867" y="94579"/>
                </a:lnTo>
                <a:lnTo>
                  <a:pt x="284247" y="80253"/>
                </a:lnTo>
                <a:lnTo>
                  <a:pt x="246921" y="34381"/>
                </a:lnTo>
                <a:lnTo>
                  <a:pt x="223954" y="20086"/>
                </a:lnTo>
                <a:lnTo>
                  <a:pt x="209595" y="11460"/>
                </a:lnTo>
                <a:lnTo>
                  <a:pt x="195236" y="8595"/>
                </a:lnTo>
                <a:lnTo>
                  <a:pt x="180877" y="2865"/>
                </a:lnTo>
                <a:close/>
              </a:path>
              <a:path w="304800" h="304164">
                <a:moveTo>
                  <a:pt x="152171" y="0"/>
                </a:moveTo>
                <a:lnTo>
                  <a:pt x="134944" y="2865"/>
                </a:lnTo>
                <a:lnTo>
                  <a:pt x="166530" y="2865"/>
                </a:lnTo>
                <a:lnTo>
                  <a:pt x="15217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651827" y="2473507"/>
            <a:ext cx="304800" cy="304165"/>
          </a:xfrm>
          <a:custGeom>
            <a:avLst/>
            <a:gdLst/>
            <a:ahLst/>
            <a:cxnLst/>
            <a:rect l="l" t="t" r="r" b="b"/>
            <a:pathLst>
              <a:path w="304800" h="304164">
                <a:moveTo>
                  <a:pt x="152175" y="0"/>
                </a:moveTo>
                <a:lnTo>
                  <a:pt x="134945" y="2862"/>
                </a:lnTo>
                <a:lnTo>
                  <a:pt x="120586" y="2862"/>
                </a:lnTo>
                <a:lnTo>
                  <a:pt x="106238" y="8618"/>
                </a:lnTo>
                <a:lnTo>
                  <a:pt x="91882" y="11480"/>
                </a:lnTo>
                <a:lnTo>
                  <a:pt x="77523" y="20068"/>
                </a:lnTo>
                <a:lnTo>
                  <a:pt x="66031" y="25794"/>
                </a:lnTo>
                <a:lnTo>
                  <a:pt x="54554" y="34412"/>
                </a:lnTo>
                <a:lnTo>
                  <a:pt x="43066" y="45863"/>
                </a:lnTo>
                <a:lnTo>
                  <a:pt x="34457" y="57344"/>
                </a:lnTo>
                <a:lnTo>
                  <a:pt x="25835" y="68794"/>
                </a:lnTo>
                <a:lnTo>
                  <a:pt x="5738" y="108932"/>
                </a:lnTo>
                <a:lnTo>
                  <a:pt x="0" y="137589"/>
                </a:lnTo>
                <a:lnTo>
                  <a:pt x="0" y="151902"/>
                </a:lnTo>
                <a:lnTo>
                  <a:pt x="0" y="169108"/>
                </a:lnTo>
                <a:lnTo>
                  <a:pt x="2870" y="183452"/>
                </a:lnTo>
                <a:lnTo>
                  <a:pt x="5738" y="197765"/>
                </a:lnTo>
                <a:lnTo>
                  <a:pt x="11488" y="212109"/>
                </a:lnTo>
                <a:lnTo>
                  <a:pt x="17230" y="226452"/>
                </a:lnTo>
                <a:lnTo>
                  <a:pt x="25835" y="237903"/>
                </a:lnTo>
                <a:lnTo>
                  <a:pt x="34457" y="249384"/>
                </a:lnTo>
                <a:lnTo>
                  <a:pt x="43066" y="260834"/>
                </a:lnTo>
                <a:lnTo>
                  <a:pt x="54554" y="269422"/>
                </a:lnTo>
                <a:lnTo>
                  <a:pt x="66031" y="278041"/>
                </a:lnTo>
                <a:lnTo>
                  <a:pt x="77523" y="286629"/>
                </a:lnTo>
                <a:lnTo>
                  <a:pt x="91882" y="292354"/>
                </a:lnTo>
                <a:lnTo>
                  <a:pt x="106238" y="298110"/>
                </a:lnTo>
                <a:lnTo>
                  <a:pt x="120586" y="300972"/>
                </a:lnTo>
                <a:lnTo>
                  <a:pt x="134945" y="303835"/>
                </a:lnTo>
                <a:lnTo>
                  <a:pt x="152175" y="303835"/>
                </a:lnTo>
                <a:lnTo>
                  <a:pt x="166532" y="303835"/>
                </a:lnTo>
                <a:lnTo>
                  <a:pt x="180879" y="300972"/>
                </a:lnTo>
                <a:lnTo>
                  <a:pt x="195238" y="298110"/>
                </a:lnTo>
                <a:lnTo>
                  <a:pt x="209598" y="292354"/>
                </a:lnTo>
                <a:lnTo>
                  <a:pt x="223957" y="286629"/>
                </a:lnTo>
                <a:lnTo>
                  <a:pt x="235434" y="278041"/>
                </a:lnTo>
                <a:lnTo>
                  <a:pt x="246925" y="269422"/>
                </a:lnTo>
                <a:lnTo>
                  <a:pt x="258414" y="260834"/>
                </a:lnTo>
                <a:lnTo>
                  <a:pt x="269891" y="249384"/>
                </a:lnTo>
                <a:lnTo>
                  <a:pt x="278512" y="237903"/>
                </a:lnTo>
                <a:lnTo>
                  <a:pt x="284250" y="226452"/>
                </a:lnTo>
                <a:lnTo>
                  <a:pt x="292859" y="212109"/>
                </a:lnTo>
                <a:lnTo>
                  <a:pt x="295739" y="197765"/>
                </a:lnTo>
                <a:lnTo>
                  <a:pt x="301480" y="183452"/>
                </a:lnTo>
                <a:lnTo>
                  <a:pt x="301480" y="169108"/>
                </a:lnTo>
                <a:lnTo>
                  <a:pt x="304348" y="151902"/>
                </a:lnTo>
                <a:lnTo>
                  <a:pt x="301480" y="137589"/>
                </a:lnTo>
                <a:lnTo>
                  <a:pt x="301480" y="123245"/>
                </a:lnTo>
                <a:lnTo>
                  <a:pt x="295739" y="108932"/>
                </a:lnTo>
                <a:lnTo>
                  <a:pt x="292859" y="94588"/>
                </a:lnTo>
                <a:lnTo>
                  <a:pt x="284250" y="80275"/>
                </a:lnTo>
                <a:lnTo>
                  <a:pt x="258414" y="45863"/>
                </a:lnTo>
                <a:lnTo>
                  <a:pt x="223957" y="20068"/>
                </a:lnTo>
                <a:lnTo>
                  <a:pt x="209598" y="11480"/>
                </a:lnTo>
                <a:lnTo>
                  <a:pt x="195238" y="8618"/>
                </a:lnTo>
                <a:lnTo>
                  <a:pt x="180879" y="2862"/>
                </a:lnTo>
                <a:lnTo>
                  <a:pt x="166532" y="2862"/>
                </a:lnTo>
                <a:lnTo>
                  <a:pt x="152175" y="0"/>
                </a:lnTo>
              </a:path>
            </a:pathLst>
          </a:custGeom>
          <a:ln w="172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686285" y="2519370"/>
            <a:ext cx="233045" cy="215265"/>
          </a:xfrm>
          <a:custGeom>
            <a:avLst/>
            <a:gdLst/>
            <a:ahLst/>
            <a:cxnLst/>
            <a:rect l="l" t="t" r="r" b="b"/>
            <a:pathLst>
              <a:path w="233044" h="215264">
                <a:moveTo>
                  <a:pt x="232566" y="0"/>
                </a:moveTo>
                <a:lnTo>
                  <a:pt x="0" y="214971"/>
                </a:lnTo>
              </a:path>
            </a:pathLst>
          </a:custGeom>
          <a:ln w="172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694894" y="2545164"/>
            <a:ext cx="227329" cy="180975"/>
          </a:xfrm>
          <a:custGeom>
            <a:avLst/>
            <a:gdLst/>
            <a:ahLst/>
            <a:cxnLst/>
            <a:rect l="l" t="t" r="r" b="b"/>
            <a:pathLst>
              <a:path w="227330" h="180975">
                <a:moveTo>
                  <a:pt x="0" y="0"/>
                </a:moveTo>
                <a:lnTo>
                  <a:pt x="226825" y="180589"/>
                </a:lnTo>
              </a:path>
            </a:pathLst>
          </a:custGeom>
          <a:ln w="172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795394" y="3608542"/>
            <a:ext cx="4057650" cy="0"/>
          </a:xfrm>
          <a:custGeom>
            <a:avLst/>
            <a:gdLst/>
            <a:ahLst/>
            <a:cxnLst/>
            <a:rect l="l" t="t" r="r" b="b"/>
            <a:pathLst>
              <a:path w="4057650">
                <a:moveTo>
                  <a:pt x="0" y="0"/>
                </a:moveTo>
                <a:lnTo>
                  <a:pt x="4057040" y="0"/>
                </a:lnTo>
              </a:path>
            </a:pathLst>
          </a:custGeom>
          <a:ln w="171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126385" y="2582418"/>
            <a:ext cx="514350" cy="143510"/>
          </a:xfrm>
          <a:custGeom>
            <a:avLst/>
            <a:gdLst/>
            <a:ahLst/>
            <a:cxnLst/>
            <a:rect l="l" t="t" r="r" b="b"/>
            <a:pathLst>
              <a:path w="514350" h="143510">
                <a:moveTo>
                  <a:pt x="370389" y="0"/>
                </a:moveTo>
                <a:lnTo>
                  <a:pt x="370389" y="60197"/>
                </a:lnTo>
                <a:lnTo>
                  <a:pt x="8619" y="60197"/>
                </a:lnTo>
                <a:lnTo>
                  <a:pt x="2868" y="63093"/>
                </a:lnTo>
                <a:lnTo>
                  <a:pt x="0" y="65928"/>
                </a:lnTo>
                <a:lnTo>
                  <a:pt x="0" y="74523"/>
                </a:lnTo>
                <a:lnTo>
                  <a:pt x="2868" y="80284"/>
                </a:lnTo>
                <a:lnTo>
                  <a:pt x="8619" y="83149"/>
                </a:lnTo>
                <a:lnTo>
                  <a:pt x="370389" y="83149"/>
                </a:lnTo>
                <a:lnTo>
                  <a:pt x="370389" y="143316"/>
                </a:lnTo>
                <a:lnTo>
                  <a:pt x="513944" y="71688"/>
                </a:lnTo>
                <a:lnTo>
                  <a:pt x="37038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126392" y="2642616"/>
            <a:ext cx="408305" cy="23495"/>
          </a:xfrm>
          <a:custGeom>
            <a:avLst/>
            <a:gdLst/>
            <a:ahLst/>
            <a:cxnLst/>
            <a:rect l="l" t="t" r="r" b="b"/>
            <a:pathLst>
              <a:path w="408305" h="23494">
                <a:moveTo>
                  <a:pt x="11488" y="0"/>
                </a:moveTo>
                <a:lnTo>
                  <a:pt x="396227" y="0"/>
                </a:lnTo>
                <a:lnTo>
                  <a:pt x="399098" y="0"/>
                </a:lnTo>
                <a:lnTo>
                  <a:pt x="404848" y="2862"/>
                </a:lnTo>
                <a:lnTo>
                  <a:pt x="404848" y="5725"/>
                </a:lnTo>
                <a:lnTo>
                  <a:pt x="407716" y="11480"/>
                </a:lnTo>
                <a:lnTo>
                  <a:pt x="404848" y="14343"/>
                </a:lnTo>
                <a:lnTo>
                  <a:pt x="404848" y="20068"/>
                </a:lnTo>
                <a:lnTo>
                  <a:pt x="399098" y="22931"/>
                </a:lnTo>
                <a:lnTo>
                  <a:pt x="396227" y="22931"/>
                </a:lnTo>
                <a:lnTo>
                  <a:pt x="11488" y="22931"/>
                </a:lnTo>
                <a:lnTo>
                  <a:pt x="8618" y="22931"/>
                </a:lnTo>
                <a:lnTo>
                  <a:pt x="2867" y="20068"/>
                </a:lnTo>
                <a:lnTo>
                  <a:pt x="0" y="14343"/>
                </a:lnTo>
                <a:lnTo>
                  <a:pt x="0" y="11480"/>
                </a:lnTo>
                <a:lnTo>
                  <a:pt x="0" y="5725"/>
                </a:lnTo>
                <a:lnTo>
                  <a:pt x="2867" y="2862"/>
                </a:lnTo>
                <a:lnTo>
                  <a:pt x="8618" y="0"/>
                </a:lnTo>
                <a:lnTo>
                  <a:pt x="11488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496784" y="2582440"/>
            <a:ext cx="144145" cy="143510"/>
          </a:xfrm>
          <a:custGeom>
            <a:avLst/>
            <a:gdLst/>
            <a:ahLst/>
            <a:cxnLst/>
            <a:rect l="l" t="t" r="r" b="b"/>
            <a:pathLst>
              <a:path w="144144" h="143510">
                <a:moveTo>
                  <a:pt x="0" y="0"/>
                </a:moveTo>
                <a:lnTo>
                  <a:pt x="143554" y="71657"/>
                </a:lnTo>
                <a:lnTo>
                  <a:pt x="0" y="143314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542318" y="2582418"/>
            <a:ext cx="1398270" cy="143510"/>
          </a:xfrm>
          <a:custGeom>
            <a:avLst/>
            <a:gdLst/>
            <a:ahLst/>
            <a:cxnLst/>
            <a:rect l="l" t="t" r="r" b="b"/>
            <a:pathLst>
              <a:path w="1398270" h="143510">
                <a:moveTo>
                  <a:pt x="1254709" y="0"/>
                </a:moveTo>
                <a:lnTo>
                  <a:pt x="1254709" y="60197"/>
                </a:lnTo>
                <a:lnTo>
                  <a:pt x="5730" y="60197"/>
                </a:lnTo>
                <a:lnTo>
                  <a:pt x="2865" y="63093"/>
                </a:lnTo>
                <a:lnTo>
                  <a:pt x="0" y="65928"/>
                </a:lnTo>
                <a:lnTo>
                  <a:pt x="0" y="74523"/>
                </a:lnTo>
                <a:lnTo>
                  <a:pt x="2865" y="80284"/>
                </a:lnTo>
                <a:lnTo>
                  <a:pt x="5730" y="83149"/>
                </a:lnTo>
                <a:lnTo>
                  <a:pt x="1254709" y="83149"/>
                </a:lnTo>
                <a:lnTo>
                  <a:pt x="1254709" y="143316"/>
                </a:lnTo>
                <a:lnTo>
                  <a:pt x="1398269" y="71688"/>
                </a:lnTo>
                <a:lnTo>
                  <a:pt x="12547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542336" y="2642616"/>
            <a:ext cx="1292225" cy="23495"/>
          </a:xfrm>
          <a:custGeom>
            <a:avLst/>
            <a:gdLst/>
            <a:ahLst/>
            <a:cxnLst/>
            <a:rect l="l" t="t" r="r" b="b"/>
            <a:pathLst>
              <a:path w="1292225" h="23494">
                <a:moveTo>
                  <a:pt x="11470" y="0"/>
                </a:moveTo>
                <a:lnTo>
                  <a:pt x="1277704" y="0"/>
                </a:lnTo>
                <a:lnTo>
                  <a:pt x="1283439" y="0"/>
                </a:lnTo>
                <a:lnTo>
                  <a:pt x="1286307" y="2862"/>
                </a:lnTo>
                <a:lnTo>
                  <a:pt x="1289174" y="5725"/>
                </a:lnTo>
                <a:lnTo>
                  <a:pt x="1292042" y="11480"/>
                </a:lnTo>
                <a:lnTo>
                  <a:pt x="1289174" y="14343"/>
                </a:lnTo>
                <a:lnTo>
                  <a:pt x="1286307" y="20068"/>
                </a:lnTo>
                <a:lnTo>
                  <a:pt x="1283439" y="22931"/>
                </a:lnTo>
                <a:lnTo>
                  <a:pt x="1277704" y="22931"/>
                </a:lnTo>
                <a:lnTo>
                  <a:pt x="11470" y="22931"/>
                </a:lnTo>
                <a:lnTo>
                  <a:pt x="5735" y="22931"/>
                </a:lnTo>
                <a:lnTo>
                  <a:pt x="2867" y="20068"/>
                </a:lnTo>
                <a:lnTo>
                  <a:pt x="0" y="14343"/>
                </a:lnTo>
                <a:lnTo>
                  <a:pt x="0" y="11480"/>
                </a:lnTo>
                <a:lnTo>
                  <a:pt x="0" y="5725"/>
                </a:lnTo>
                <a:lnTo>
                  <a:pt x="2867" y="2862"/>
                </a:lnTo>
                <a:lnTo>
                  <a:pt x="5735" y="0"/>
                </a:lnTo>
                <a:lnTo>
                  <a:pt x="1147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797069" y="2582440"/>
            <a:ext cx="144145" cy="143510"/>
          </a:xfrm>
          <a:custGeom>
            <a:avLst/>
            <a:gdLst/>
            <a:ahLst/>
            <a:cxnLst/>
            <a:rect l="l" t="t" r="r" b="b"/>
            <a:pathLst>
              <a:path w="144145" h="143510">
                <a:moveTo>
                  <a:pt x="0" y="0"/>
                </a:moveTo>
                <a:lnTo>
                  <a:pt x="143533" y="71657"/>
                </a:lnTo>
                <a:lnTo>
                  <a:pt x="0" y="143314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840934" y="2665547"/>
            <a:ext cx="0" cy="955040"/>
          </a:xfrm>
          <a:custGeom>
            <a:avLst/>
            <a:gdLst/>
            <a:ahLst/>
            <a:cxnLst/>
            <a:rect l="l" t="t" r="r" b="b"/>
            <a:pathLst>
              <a:path h="955039">
                <a:moveTo>
                  <a:pt x="0" y="0"/>
                </a:moveTo>
                <a:lnTo>
                  <a:pt x="0" y="954475"/>
                </a:lnTo>
              </a:path>
            </a:pathLst>
          </a:custGeom>
          <a:ln w="172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723601" y="2808853"/>
            <a:ext cx="144145" cy="800100"/>
          </a:xfrm>
          <a:custGeom>
            <a:avLst/>
            <a:gdLst/>
            <a:ahLst/>
            <a:cxnLst/>
            <a:rect l="l" t="t" r="r" b="b"/>
            <a:pathLst>
              <a:path w="144144" h="800100">
                <a:moveTo>
                  <a:pt x="86130" y="143316"/>
                </a:moveTo>
                <a:lnTo>
                  <a:pt x="60295" y="143316"/>
                </a:lnTo>
                <a:lnTo>
                  <a:pt x="60295" y="788212"/>
                </a:lnTo>
                <a:lnTo>
                  <a:pt x="63163" y="793973"/>
                </a:lnTo>
                <a:lnTo>
                  <a:pt x="63163" y="796808"/>
                </a:lnTo>
                <a:lnTo>
                  <a:pt x="68903" y="799703"/>
                </a:lnTo>
                <a:lnTo>
                  <a:pt x="77522" y="799703"/>
                </a:lnTo>
                <a:lnTo>
                  <a:pt x="80390" y="796808"/>
                </a:lnTo>
                <a:lnTo>
                  <a:pt x="83262" y="793973"/>
                </a:lnTo>
                <a:lnTo>
                  <a:pt x="86130" y="788212"/>
                </a:lnTo>
                <a:lnTo>
                  <a:pt x="86130" y="143316"/>
                </a:lnTo>
                <a:close/>
              </a:path>
              <a:path w="144144" h="800100">
                <a:moveTo>
                  <a:pt x="71771" y="0"/>
                </a:moveTo>
                <a:lnTo>
                  <a:pt x="0" y="143316"/>
                </a:lnTo>
                <a:lnTo>
                  <a:pt x="143554" y="143316"/>
                </a:lnTo>
                <a:lnTo>
                  <a:pt x="7177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783905" y="2914901"/>
            <a:ext cx="26034" cy="694055"/>
          </a:xfrm>
          <a:custGeom>
            <a:avLst/>
            <a:gdLst/>
            <a:ahLst/>
            <a:cxnLst/>
            <a:rect l="l" t="t" r="r" b="b"/>
            <a:pathLst>
              <a:path w="26035" h="694054">
                <a:moveTo>
                  <a:pt x="0" y="682190"/>
                </a:moveTo>
                <a:lnTo>
                  <a:pt x="0" y="14343"/>
                </a:lnTo>
                <a:lnTo>
                  <a:pt x="2867" y="8618"/>
                </a:lnTo>
                <a:lnTo>
                  <a:pt x="2867" y="5755"/>
                </a:lnTo>
                <a:lnTo>
                  <a:pt x="8605" y="2893"/>
                </a:lnTo>
                <a:lnTo>
                  <a:pt x="11488" y="0"/>
                </a:lnTo>
                <a:lnTo>
                  <a:pt x="17227" y="2893"/>
                </a:lnTo>
                <a:lnTo>
                  <a:pt x="20097" y="5755"/>
                </a:lnTo>
                <a:lnTo>
                  <a:pt x="22965" y="8618"/>
                </a:lnTo>
                <a:lnTo>
                  <a:pt x="25835" y="14343"/>
                </a:lnTo>
                <a:lnTo>
                  <a:pt x="25835" y="682190"/>
                </a:lnTo>
                <a:lnTo>
                  <a:pt x="22965" y="687915"/>
                </a:lnTo>
                <a:lnTo>
                  <a:pt x="20097" y="690778"/>
                </a:lnTo>
                <a:lnTo>
                  <a:pt x="17227" y="693641"/>
                </a:lnTo>
                <a:lnTo>
                  <a:pt x="11488" y="693641"/>
                </a:lnTo>
                <a:lnTo>
                  <a:pt x="8605" y="693641"/>
                </a:lnTo>
                <a:lnTo>
                  <a:pt x="2867" y="690778"/>
                </a:lnTo>
                <a:lnTo>
                  <a:pt x="2867" y="687915"/>
                </a:lnTo>
                <a:lnTo>
                  <a:pt x="0" y="68219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723609" y="2808862"/>
            <a:ext cx="144145" cy="143510"/>
          </a:xfrm>
          <a:custGeom>
            <a:avLst/>
            <a:gdLst/>
            <a:ahLst/>
            <a:cxnLst/>
            <a:rect l="l" t="t" r="r" b="b"/>
            <a:pathLst>
              <a:path w="144144" h="143510">
                <a:moveTo>
                  <a:pt x="0" y="143314"/>
                </a:moveTo>
                <a:lnTo>
                  <a:pt x="71784" y="0"/>
                </a:lnTo>
                <a:lnTo>
                  <a:pt x="143554" y="143314"/>
                </a:lnTo>
                <a:lnTo>
                  <a:pt x="0" y="143314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279787" y="2593909"/>
            <a:ext cx="884555" cy="143510"/>
          </a:xfrm>
          <a:custGeom>
            <a:avLst/>
            <a:gdLst/>
            <a:ahLst/>
            <a:cxnLst/>
            <a:rect l="l" t="t" r="r" b="b"/>
            <a:pathLst>
              <a:path w="884554" h="143510">
                <a:moveTo>
                  <a:pt x="740785" y="0"/>
                </a:moveTo>
                <a:lnTo>
                  <a:pt x="740785" y="60197"/>
                </a:lnTo>
                <a:lnTo>
                  <a:pt x="8625" y="60197"/>
                </a:lnTo>
                <a:lnTo>
                  <a:pt x="2865" y="63032"/>
                </a:lnTo>
                <a:lnTo>
                  <a:pt x="0" y="65897"/>
                </a:lnTo>
                <a:lnTo>
                  <a:pt x="0" y="77388"/>
                </a:lnTo>
                <a:lnTo>
                  <a:pt x="2865" y="80253"/>
                </a:lnTo>
                <a:lnTo>
                  <a:pt x="8625" y="83118"/>
                </a:lnTo>
                <a:lnTo>
                  <a:pt x="740785" y="83118"/>
                </a:lnTo>
                <a:lnTo>
                  <a:pt x="740785" y="143316"/>
                </a:lnTo>
                <a:lnTo>
                  <a:pt x="884346" y="71658"/>
                </a:lnTo>
                <a:lnTo>
                  <a:pt x="7407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279820" y="2654097"/>
            <a:ext cx="778510" cy="23495"/>
          </a:xfrm>
          <a:custGeom>
            <a:avLst/>
            <a:gdLst/>
            <a:ahLst/>
            <a:cxnLst/>
            <a:rect l="l" t="t" r="r" b="b"/>
            <a:pathLst>
              <a:path w="778510" h="23494">
                <a:moveTo>
                  <a:pt x="11470" y="0"/>
                </a:moveTo>
                <a:lnTo>
                  <a:pt x="766598" y="0"/>
                </a:lnTo>
                <a:lnTo>
                  <a:pt x="769496" y="0"/>
                </a:lnTo>
                <a:lnTo>
                  <a:pt x="775231" y="2862"/>
                </a:lnTo>
                <a:lnTo>
                  <a:pt x="778099" y="5725"/>
                </a:lnTo>
                <a:lnTo>
                  <a:pt x="778099" y="11450"/>
                </a:lnTo>
                <a:lnTo>
                  <a:pt x="778099" y="17175"/>
                </a:lnTo>
                <a:lnTo>
                  <a:pt x="775231" y="20068"/>
                </a:lnTo>
                <a:lnTo>
                  <a:pt x="769496" y="22931"/>
                </a:lnTo>
                <a:lnTo>
                  <a:pt x="766598" y="22931"/>
                </a:lnTo>
                <a:lnTo>
                  <a:pt x="11470" y="22931"/>
                </a:lnTo>
                <a:lnTo>
                  <a:pt x="8602" y="22931"/>
                </a:lnTo>
                <a:lnTo>
                  <a:pt x="2867" y="20068"/>
                </a:lnTo>
                <a:lnTo>
                  <a:pt x="0" y="17175"/>
                </a:lnTo>
                <a:lnTo>
                  <a:pt x="0" y="11450"/>
                </a:lnTo>
                <a:lnTo>
                  <a:pt x="0" y="5725"/>
                </a:lnTo>
                <a:lnTo>
                  <a:pt x="2867" y="2862"/>
                </a:lnTo>
                <a:lnTo>
                  <a:pt x="8602" y="0"/>
                </a:lnTo>
                <a:lnTo>
                  <a:pt x="1147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020579" y="2593890"/>
            <a:ext cx="144145" cy="143510"/>
          </a:xfrm>
          <a:custGeom>
            <a:avLst/>
            <a:gdLst/>
            <a:ahLst/>
            <a:cxnLst/>
            <a:rect l="l" t="t" r="r" b="b"/>
            <a:pathLst>
              <a:path w="144145" h="143510">
                <a:moveTo>
                  <a:pt x="0" y="0"/>
                </a:moveTo>
                <a:lnTo>
                  <a:pt x="143563" y="71657"/>
                </a:lnTo>
                <a:lnTo>
                  <a:pt x="0" y="143314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pc="-10" dirty="0">
                <a:latin typeface="Calibri"/>
                <a:cs typeface="Calibri"/>
              </a:rPr>
              <a:t>12</a:t>
            </a:fld>
            <a:endParaRPr spc="-10" dirty="0">
              <a:latin typeface="Calibri"/>
              <a:cs typeface="Calibri"/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B7AD9312-B988-DEAC-7FC4-2FE562715CFB}"/>
              </a:ext>
            </a:extLst>
          </p:cNvPr>
          <p:cNvGrpSpPr/>
          <p:nvPr/>
        </p:nvGrpSpPr>
        <p:grpSpPr>
          <a:xfrm>
            <a:off x="2158472" y="4284983"/>
            <a:ext cx="3729043" cy="1018244"/>
            <a:chOff x="2158472" y="4284983"/>
            <a:chExt cx="3729043" cy="1018244"/>
          </a:xfrm>
        </p:grpSpPr>
        <p:sp>
          <p:nvSpPr>
            <p:cNvPr id="40" name="object 40"/>
            <p:cNvSpPr/>
            <p:nvPr/>
          </p:nvSpPr>
          <p:spPr>
            <a:xfrm>
              <a:off x="3975785" y="4777740"/>
              <a:ext cx="1525270" cy="0"/>
            </a:xfrm>
            <a:custGeom>
              <a:avLst/>
              <a:gdLst/>
              <a:ahLst/>
              <a:cxnLst/>
              <a:rect l="l" t="t" r="r" b="b"/>
              <a:pathLst>
                <a:path w="1525270">
                  <a:moveTo>
                    <a:pt x="0" y="0"/>
                  </a:moveTo>
                  <a:lnTo>
                    <a:pt x="1525124" y="0"/>
                  </a:lnTo>
                </a:path>
              </a:pathLst>
            </a:custGeom>
            <a:ln w="152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 txBox="1"/>
            <p:nvPr/>
          </p:nvSpPr>
          <p:spPr>
            <a:xfrm>
              <a:off x="2158472" y="4556318"/>
              <a:ext cx="1737995" cy="3975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850" i="1" spc="140" dirty="0">
                  <a:latin typeface="Times New Roman"/>
                  <a:cs typeface="Times New Roman"/>
                </a:rPr>
                <a:t>y</a:t>
              </a:r>
              <a:r>
                <a:rPr sz="2850" spc="90" dirty="0">
                  <a:latin typeface="Times New Roman"/>
                  <a:cs typeface="Times New Roman"/>
                </a:rPr>
                <a:t>(</a:t>
              </a:r>
              <a:r>
                <a:rPr sz="2850" i="1" spc="25" dirty="0">
                  <a:latin typeface="Times New Roman"/>
                  <a:cs typeface="Times New Roman"/>
                </a:rPr>
                <a:t>k</a:t>
              </a:r>
              <a:r>
                <a:rPr sz="2850" i="1" spc="135" dirty="0">
                  <a:latin typeface="Times New Roman"/>
                  <a:cs typeface="Times New Roman"/>
                </a:rPr>
                <a:t> </a:t>
              </a:r>
              <a:r>
                <a:rPr sz="2850" spc="55" dirty="0">
                  <a:latin typeface="Symbol"/>
                  <a:cs typeface="Symbol"/>
                </a:rPr>
                <a:t></a:t>
              </a:r>
              <a:r>
                <a:rPr sz="2850" spc="-130" dirty="0">
                  <a:latin typeface="Times New Roman"/>
                  <a:cs typeface="Times New Roman"/>
                </a:rPr>
                <a:t> </a:t>
              </a:r>
              <a:r>
                <a:rPr sz="2850" spc="100" dirty="0">
                  <a:latin typeface="Symbol"/>
                  <a:cs typeface="Symbol"/>
                </a:rPr>
                <a:t></a:t>
              </a:r>
              <a:r>
                <a:rPr sz="2850" spc="15" dirty="0">
                  <a:latin typeface="Times New Roman"/>
                  <a:cs typeface="Times New Roman"/>
                </a:rPr>
                <a:t>)</a:t>
              </a:r>
              <a:r>
                <a:rPr sz="2850" spc="-45" dirty="0">
                  <a:latin typeface="Times New Roman"/>
                  <a:cs typeface="Times New Roman"/>
                </a:rPr>
                <a:t> </a:t>
              </a:r>
              <a:r>
                <a:rPr sz="2850" spc="30" dirty="0">
                  <a:latin typeface="Symbol"/>
                  <a:cs typeface="Symbol"/>
                </a:rPr>
                <a:t></a:t>
              </a:r>
              <a:endParaRPr sz="2850">
                <a:latin typeface="Symbol"/>
                <a:cs typeface="Symbol"/>
              </a:endParaRPr>
            </a:p>
          </p:txBody>
        </p:sp>
        <p:sp>
          <p:nvSpPr>
            <p:cNvPr id="42" name="object 42"/>
            <p:cNvSpPr txBox="1"/>
            <p:nvPr/>
          </p:nvSpPr>
          <p:spPr>
            <a:xfrm>
              <a:off x="3947622" y="4842069"/>
              <a:ext cx="1546860" cy="3975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1348105" algn="l"/>
                </a:tabLst>
              </a:pPr>
              <a:r>
                <a:rPr sz="2850" spc="250" dirty="0">
                  <a:latin typeface="Times New Roman"/>
                  <a:cs typeface="Times New Roman"/>
                </a:rPr>
                <a:t>1</a:t>
              </a:r>
              <a:r>
                <a:rPr sz="2850" spc="30" dirty="0">
                  <a:latin typeface="Symbol"/>
                  <a:cs typeface="Symbol"/>
                </a:rPr>
                <a:t></a:t>
              </a:r>
              <a:r>
                <a:rPr sz="2850" spc="-175" dirty="0">
                  <a:latin typeface="Times New Roman"/>
                  <a:cs typeface="Times New Roman"/>
                </a:rPr>
                <a:t> </a:t>
              </a:r>
              <a:r>
                <a:rPr sz="2850" i="1" spc="25" dirty="0">
                  <a:latin typeface="Times New Roman"/>
                  <a:cs typeface="Times New Roman"/>
                </a:rPr>
                <a:t>a</a:t>
              </a:r>
              <a:r>
                <a:rPr sz="2850" i="1" spc="-165" dirty="0">
                  <a:latin typeface="Times New Roman"/>
                  <a:cs typeface="Times New Roman"/>
                </a:rPr>
                <a:t> </a:t>
              </a:r>
              <a:r>
                <a:rPr sz="2850" spc="30" dirty="0">
                  <a:latin typeface="Symbol"/>
                  <a:cs typeface="Symbol"/>
                </a:rPr>
                <a:t></a:t>
              </a:r>
              <a:r>
                <a:rPr sz="2850" spc="-175" dirty="0">
                  <a:latin typeface="Times New Roman"/>
                  <a:cs typeface="Times New Roman"/>
                </a:rPr>
                <a:t> </a:t>
              </a:r>
              <a:r>
                <a:rPr sz="2850" i="1" spc="25" dirty="0">
                  <a:latin typeface="Times New Roman"/>
                  <a:cs typeface="Times New Roman"/>
                </a:rPr>
                <a:t>k</a:t>
              </a:r>
              <a:r>
                <a:rPr sz="2850" i="1" dirty="0">
                  <a:latin typeface="Times New Roman"/>
                  <a:cs typeface="Times New Roman"/>
                </a:rPr>
                <a:t>	</a:t>
              </a:r>
              <a:r>
                <a:rPr sz="2850" i="1" spc="25" dirty="0">
                  <a:latin typeface="Times New Roman"/>
                  <a:cs typeface="Times New Roman"/>
                </a:rPr>
                <a:t>b</a:t>
              </a:r>
              <a:endParaRPr sz="2850">
                <a:latin typeface="Times New Roman"/>
                <a:cs typeface="Times New Roman"/>
              </a:endParaRPr>
            </a:p>
          </p:txBody>
        </p:sp>
        <p:sp>
          <p:nvSpPr>
            <p:cNvPr id="43" name="object 43"/>
            <p:cNvSpPr txBox="1"/>
            <p:nvPr/>
          </p:nvSpPr>
          <p:spPr>
            <a:xfrm>
              <a:off x="4475650" y="4284983"/>
              <a:ext cx="531495" cy="45593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850" i="1" spc="295" dirty="0">
                  <a:latin typeface="Times New Roman"/>
                  <a:cs typeface="Times New Roman"/>
                </a:rPr>
                <a:t>k</a:t>
              </a:r>
              <a:r>
                <a:rPr sz="2475" i="1" spc="179" baseline="-25252" dirty="0">
                  <a:latin typeface="Times New Roman"/>
                  <a:cs typeface="Times New Roman"/>
                </a:rPr>
                <a:t>p</a:t>
              </a:r>
              <a:r>
                <a:rPr sz="2850" i="1" spc="25" dirty="0">
                  <a:latin typeface="Times New Roman"/>
                  <a:cs typeface="Times New Roman"/>
                </a:rPr>
                <a:t>b</a:t>
              </a:r>
              <a:endParaRPr sz="2850">
                <a:latin typeface="Times New Roman"/>
                <a:cs typeface="Times New Roman"/>
              </a:endParaRPr>
            </a:p>
          </p:txBody>
        </p:sp>
        <p:sp>
          <p:nvSpPr>
            <p:cNvPr id="44" name="object 44"/>
            <p:cNvSpPr txBox="1"/>
            <p:nvPr/>
          </p:nvSpPr>
          <p:spPr>
            <a:xfrm>
              <a:off x="5754165" y="4780623"/>
              <a:ext cx="133350" cy="23685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50" i="1" spc="15" dirty="0">
                  <a:latin typeface="Times New Roman"/>
                  <a:cs typeface="Times New Roman"/>
                </a:rPr>
                <a:t>d</a:t>
              </a:r>
              <a:endParaRPr sz="1650">
                <a:latin typeface="Times New Roman"/>
                <a:cs typeface="Times New Roman"/>
              </a:endParaRPr>
            </a:p>
          </p:txBody>
        </p:sp>
        <p:sp>
          <p:nvSpPr>
            <p:cNvPr id="45" name="object 45"/>
            <p:cNvSpPr txBox="1"/>
            <p:nvPr/>
          </p:nvSpPr>
          <p:spPr>
            <a:xfrm>
              <a:off x="5162294" y="5066373"/>
              <a:ext cx="133350" cy="23685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50" i="1" spc="15" dirty="0">
                  <a:latin typeface="Times New Roman"/>
                  <a:cs typeface="Times New Roman"/>
                </a:rPr>
                <a:t>p</a:t>
              </a:r>
              <a:endParaRPr sz="1650">
                <a:latin typeface="Times New Roman"/>
                <a:cs typeface="Times New Roman"/>
              </a:endParaRPr>
            </a:p>
          </p:txBody>
        </p:sp>
        <p:sp>
          <p:nvSpPr>
            <p:cNvPr id="46" name="object 46"/>
            <p:cNvSpPr txBox="1"/>
            <p:nvPr/>
          </p:nvSpPr>
          <p:spPr>
            <a:xfrm>
              <a:off x="5586940" y="4562160"/>
              <a:ext cx="190500" cy="39116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850" i="1" spc="25" dirty="0">
                  <a:latin typeface="Times New Roman"/>
                  <a:cs typeface="Times New Roman"/>
                </a:rPr>
                <a:t>y</a:t>
              </a:r>
              <a:endParaRPr sz="2850">
                <a:latin typeface="Times New Roman"/>
                <a:cs typeface="Times New Roman"/>
              </a:endParaRPr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5242869" y="5545136"/>
            <a:ext cx="299847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30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4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2400" spc="-3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400" spc="-10" dirty="0">
                <a:solidFill>
                  <a:srgbClr val="C00000"/>
                </a:solidFill>
                <a:latin typeface="Calibri"/>
                <a:cs typeface="Calibri"/>
              </a:rPr>
              <a:t>ea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d</a:t>
            </a:r>
            <a:r>
              <a:rPr sz="2400" spc="-15" dirty="0">
                <a:solidFill>
                  <a:srgbClr val="C00000"/>
                </a:solidFill>
                <a:latin typeface="Calibri"/>
                <a:cs typeface="Calibri"/>
              </a:rPr>
              <a:t>y</a:t>
            </a:r>
            <a:r>
              <a:rPr sz="2400" spc="-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2400" spc="-3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400" spc="-45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400" spc="-3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400" spc="-15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400" spc="-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spc="-1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400" spc="-50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400" spc="-10" dirty="0">
                <a:solidFill>
                  <a:srgbClr val="C00000"/>
                </a:solidFill>
                <a:latin typeface="Calibri"/>
                <a:cs typeface="Calibri"/>
              </a:rPr>
              <a:t>ack</a:t>
            </a:r>
            <a:r>
              <a:rPr sz="2400" spc="5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2400" spc="-15" dirty="0">
                <a:solidFill>
                  <a:srgbClr val="C00000"/>
                </a:solidFill>
                <a:latin typeface="Calibri"/>
                <a:cs typeface="Calibri"/>
              </a:rPr>
              <a:t>g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4299" rIns="0" bIns="0" rtlCol="0">
            <a:spAutoFit/>
          </a:bodyPr>
          <a:lstStyle/>
          <a:p>
            <a:pPr marL="135255">
              <a:lnSpc>
                <a:spcPct val="100000"/>
              </a:lnSpc>
            </a:pPr>
            <a:r>
              <a:rPr spc="5" dirty="0">
                <a:latin typeface="Calibri"/>
                <a:cs typeface="Calibri"/>
              </a:rPr>
              <a:t>C</a:t>
            </a:r>
            <a:r>
              <a:rPr spc="-5" dirty="0">
                <a:latin typeface="Calibri"/>
                <a:cs typeface="Calibri"/>
              </a:rPr>
              <a:t>l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spc="-10" dirty="0">
                <a:latin typeface="Calibri"/>
                <a:cs typeface="Calibri"/>
              </a:rPr>
              <a:t>s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spc="-20" dirty="0">
                <a:latin typeface="Calibri"/>
                <a:cs typeface="Calibri"/>
              </a:rPr>
              <a:t>d</a:t>
            </a:r>
            <a:r>
              <a:rPr spc="-12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5" dirty="0">
                <a:latin typeface="Calibri"/>
                <a:cs typeface="Calibri"/>
              </a:rPr>
              <a:t>oo</a:t>
            </a:r>
            <a:r>
              <a:rPr dirty="0">
                <a:latin typeface="Calibri"/>
                <a:cs typeface="Calibri"/>
              </a:rPr>
              <a:t>p</a:t>
            </a:r>
            <a:r>
              <a:rPr spc="-120" dirty="0">
                <a:latin typeface="Times New Roman"/>
                <a:cs typeface="Times New Roman"/>
              </a:rPr>
              <a:t> </a:t>
            </a:r>
            <a:r>
              <a:rPr spc="-90" dirty="0">
                <a:latin typeface="Calibri"/>
                <a:cs typeface="Calibri"/>
              </a:rPr>
              <a:t>R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spc="-25" dirty="0">
                <a:latin typeface="Calibri"/>
                <a:cs typeface="Calibri"/>
              </a:rPr>
              <a:t>s</a:t>
            </a:r>
            <a:r>
              <a:rPr spc="-10" dirty="0">
                <a:latin typeface="Calibri"/>
                <a:cs typeface="Calibri"/>
              </a:rPr>
              <a:t>p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spc="-10" dirty="0">
                <a:latin typeface="Calibri"/>
                <a:cs typeface="Calibri"/>
              </a:rPr>
              <a:t>ns</a:t>
            </a:r>
            <a:r>
              <a:rPr spc="-20" dirty="0">
                <a:latin typeface="Calibri"/>
                <a:cs typeface="Calibri"/>
              </a:rPr>
              <a:t>e</a:t>
            </a:r>
          </a:p>
        </p:txBody>
      </p:sp>
      <p:sp>
        <p:nvSpPr>
          <p:cNvPr id="5" name="object 5"/>
          <p:cNvSpPr/>
          <p:nvPr/>
        </p:nvSpPr>
        <p:spPr>
          <a:xfrm>
            <a:off x="1836419" y="2059923"/>
            <a:ext cx="0" cy="4178935"/>
          </a:xfrm>
          <a:custGeom>
            <a:avLst/>
            <a:gdLst/>
            <a:ahLst/>
            <a:cxnLst/>
            <a:rect l="l" t="t" r="r" b="b"/>
            <a:pathLst>
              <a:path h="4178935">
                <a:moveTo>
                  <a:pt x="0" y="4178320"/>
                </a:moveTo>
                <a:lnTo>
                  <a:pt x="0" y="0"/>
                </a:lnTo>
                <a:lnTo>
                  <a:pt x="0" y="41783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836419" y="2059942"/>
            <a:ext cx="5567680" cy="4178300"/>
          </a:xfrm>
          <a:custGeom>
            <a:avLst/>
            <a:gdLst/>
            <a:ahLst/>
            <a:cxnLst/>
            <a:rect l="l" t="t" r="r" b="b"/>
            <a:pathLst>
              <a:path w="5567680" h="4178300">
                <a:moveTo>
                  <a:pt x="0" y="4178289"/>
                </a:moveTo>
                <a:lnTo>
                  <a:pt x="5567690" y="4178289"/>
                </a:lnTo>
                <a:lnTo>
                  <a:pt x="5567690" y="0"/>
                </a:lnTo>
                <a:lnTo>
                  <a:pt x="0" y="0"/>
                </a:lnTo>
                <a:lnTo>
                  <a:pt x="0" y="417828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560914" y="2377534"/>
            <a:ext cx="4307840" cy="3384550"/>
          </a:xfrm>
          <a:custGeom>
            <a:avLst/>
            <a:gdLst/>
            <a:ahLst/>
            <a:cxnLst/>
            <a:rect l="l" t="t" r="r" b="b"/>
            <a:pathLst>
              <a:path w="4307840" h="3384550">
                <a:moveTo>
                  <a:pt x="0" y="3384316"/>
                </a:moveTo>
                <a:lnTo>
                  <a:pt x="4307250" y="3384316"/>
                </a:lnTo>
                <a:lnTo>
                  <a:pt x="4307250" y="0"/>
                </a:lnTo>
                <a:lnTo>
                  <a:pt x="0" y="0"/>
                </a:lnTo>
                <a:lnTo>
                  <a:pt x="0" y="33843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560914" y="2377517"/>
            <a:ext cx="4307840" cy="3384550"/>
          </a:xfrm>
          <a:custGeom>
            <a:avLst/>
            <a:gdLst/>
            <a:ahLst/>
            <a:cxnLst/>
            <a:rect l="l" t="t" r="r" b="b"/>
            <a:pathLst>
              <a:path w="4307840" h="3384550">
                <a:moveTo>
                  <a:pt x="0" y="0"/>
                </a:moveTo>
                <a:lnTo>
                  <a:pt x="4307278" y="0"/>
                </a:lnTo>
                <a:lnTo>
                  <a:pt x="4307278" y="3384331"/>
                </a:lnTo>
                <a:lnTo>
                  <a:pt x="0" y="3384331"/>
                </a:lnTo>
                <a:lnTo>
                  <a:pt x="0" y="0"/>
                </a:lnTo>
                <a:close/>
              </a:path>
            </a:pathLst>
          </a:custGeom>
          <a:ln w="99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560914" y="576184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9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560914" y="2377501"/>
            <a:ext cx="4307840" cy="0"/>
          </a:xfrm>
          <a:custGeom>
            <a:avLst/>
            <a:gdLst/>
            <a:ahLst/>
            <a:cxnLst/>
            <a:rect l="l" t="t" r="r" b="b"/>
            <a:pathLst>
              <a:path w="4307840">
                <a:moveTo>
                  <a:pt x="0" y="0"/>
                </a:moveTo>
                <a:lnTo>
                  <a:pt x="4307278" y="0"/>
                </a:lnTo>
              </a:path>
            </a:pathLst>
          </a:custGeom>
          <a:ln w="99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868193" y="237751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9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560914" y="5761836"/>
            <a:ext cx="4307840" cy="0"/>
          </a:xfrm>
          <a:custGeom>
            <a:avLst/>
            <a:gdLst/>
            <a:ahLst/>
            <a:cxnLst/>
            <a:rect l="l" t="t" r="r" b="b"/>
            <a:pathLst>
              <a:path w="4307840">
                <a:moveTo>
                  <a:pt x="0" y="0"/>
                </a:moveTo>
                <a:lnTo>
                  <a:pt x="4307278" y="0"/>
                </a:lnTo>
              </a:path>
            </a:pathLst>
          </a:custGeom>
          <a:ln w="99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868193" y="576184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9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868193" y="2377486"/>
            <a:ext cx="0" cy="3384550"/>
          </a:xfrm>
          <a:custGeom>
            <a:avLst/>
            <a:gdLst/>
            <a:ahLst/>
            <a:cxnLst/>
            <a:rect l="l" t="t" r="r" b="b"/>
            <a:pathLst>
              <a:path h="3384550">
                <a:moveTo>
                  <a:pt x="0" y="3384362"/>
                </a:moveTo>
                <a:lnTo>
                  <a:pt x="0" y="0"/>
                </a:lnTo>
              </a:path>
            </a:pathLst>
          </a:custGeom>
          <a:ln w="99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868193" y="237751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9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560920" y="2377486"/>
            <a:ext cx="0" cy="3384550"/>
          </a:xfrm>
          <a:custGeom>
            <a:avLst/>
            <a:gdLst/>
            <a:ahLst/>
            <a:cxnLst/>
            <a:rect l="l" t="t" r="r" b="b"/>
            <a:pathLst>
              <a:path h="3384550">
                <a:moveTo>
                  <a:pt x="0" y="3384362"/>
                </a:moveTo>
                <a:lnTo>
                  <a:pt x="0" y="0"/>
                </a:lnTo>
              </a:path>
            </a:pathLst>
          </a:custGeom>
          <a:ln w="99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560914" y="237751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9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868193" y="576184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9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560914" y="237751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9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560914" y="571222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9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560914" y="241720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9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508518" y="5785973"/>
            <a:ext cx="120014" cy="213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10" dirty="0">
                <a:latin typeface="Times New Roman"/>
                <a:cs typeface="Times New Roman"/>
              </a:rPr>
              <a:t>0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632763" y="5712221"/>
            <a:ext cx="0" cy="50165"/>
          </a:xfrm>
          <a:custGeom>
            <a:avLst/>
            <a:gdLst/>
            <a:ahLst/>
            <a:cxnLst/>
            <a:rect l="l" t="t" r="r" b="b"/>
            <a:pathLst>
              <a:path h="50164">
                <a:moveTo>
                  <a:pt x="0" y="49628"/>
                </a:moveTo>
                <a:lnTo>
                  <a:pt x="0" y="0"/>
                </a:lnTo>
              </a:path>
            </a:pathLst>
          </a:custGeom>
          <a:ln w="99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632763" y="571222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9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632763" y="2377517"/>
            <a:ext cx="0" cy="40005"/>
          </a:xfrm>
          <a:custGeom>
            <a:avLst/>
            <a:gdLst/>
            <a:ahLst/>
            <a:cxnLst/>
            <a:rect l="l" t="t" r="r" b="b"/>
            <a:pathLst>
              <a:path h="40005">
                <a:moveTo>
                  <a:pt x="0" y="0"/>
                </a:moveTo>
                <a:lnTo>
                  <a:pt x="0" y="39685"/>
                </a:lnTo>
              </a:path>
            </a:pathLst>
          </a:custGeom>
          <a:ln w="99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632763" y="241720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9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3580374" y="5785973"/>
            <a:ext cx="120014" cy="213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10" dirty="0">
                <a:latin typeface="Times New Roman"/>
                <a:cs typeface="Times New Roman"/>
              </a:rPr>
              <a:t>5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714552" y="5712221"/>
            <a:ext cx="0" cy="50165"/>
          </a:xfrm>
          <a:custGeom>
            <a:avLst/>
            <a:gdLst/>
            <a:ahLst/>
            <a:cxnLst/>
            <a:rect l="l" t="t" r="r" b="b"/>
            <a:pathLst>
              <a:path h="50164">
                <a:moveTo>
                  <a:pt x="0" y="49615"/>
                </a:moveTo>
                <a:lnTo>
                  <a:pt x="0" y="0"/>
                </a:lnTo>
              </a:path>
            </a:pathLst>
          </a:custGeom>
          <a:ln w="99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714552" y="571222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9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714552" y="2377517"/>
            <a:ext cx="0" cy="40005"/>
          </a:xfrm>
          <a:custGeom>
            <a:avLst/>
            <a:gdLst/>
            <a:ahLst/>
            <a:cxnLst/>
            <a:rect l="l" t="t" r="r" b="b"/>
            <a:pathLst>
              <a:path h="40005">
                <a:moveTo>
                  <a:pt x="0" y="0"/>
                </a:moveTo>
                <a:lnTo>
                  <a:pt x="0" y="39685"/>
                </a:lnTo>
              </a:path>
            </a:pathLst>
          </a:custGeom>
          <a:ln w="99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714552" y="241720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9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786404" y="5712211"/>
            <a:ext cx="0" cy="50165"/>
          </a:xfrm>
          <a:custGeom>
            <a:avLst/>
            <a:gdLst/>
            <a:ahLst/>
            <a:cxnLst/>
            <a:rect l="l" t="t" r="r" b="b"/>
            <a:pathLst>
              <a:path h="50164">
                <a:moveTo>
                  <a:pt x="0" y="49624"/>
                </a:moveTo>
                <a:lnTo>
                  <a:pt x="0" y="0"/>
                </a:lnTo>
              </a:path>
            </a:pathLst>
          </a:custGeom>
          <a:ln w="99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786404" y="571221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9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786404" y="2377517"/>
            <a:ext cx="0" cy="40005"/>
          </a:xfrm>
          <a:custGeom>
            <a:avLst/>
            <a:gdLst/>
            <a:ahLst/>
            <a:cxnLst/>
            <a:rect l="l" t="t" r="r" b="b"/>
            <a:pathLst>
              <a:path h="40005">
                <a:moveTo>
                  <a:pt x="0" y="0"/>
                </a:moveTo>
                <a:lnTo>
                  <a:pt x="0" y="39685"/>
                </a:lnTo>
              </a:path>
            </a:pathLst>
          </a:custGeom>
          <a:ln w="99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786404" y="241720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9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868193" y="571221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9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868193" y="241720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9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560927" y="5493872"/>
            <a:ext cx="40005" cy="0"/>
          </a:xfrm>
          <a:custGeom>
            <a:avLst/>
            <a:gdLst/>
            <a:ahLst/>
            <a:cxnLst/>
            <a:rect l="l" t="t" r="r" b="b"/>
            <a:pathLst>
              <a:path w="40005">
                <a:moveTo>
                  <a:pt x="0" y="0"/>
                </a:moveTo>
                <a:lnTo>
                  <a:pt x="39696" y="0"/>
                </a:lnTo>
              </a:path>
            </a:pathLst>
          </a:custGeom>
          <a:ln w="99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600623" y="549387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9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818541" y="5493872"/>
            <a:ext cx="50165" cy="0"/>
          </a:xfrm>
          <a:custGeom>
            <a:avLst/>
            <a:gdLst/>
            <a:ahLst/>
            <a:cxnLst/>
            <a:rect l="l" t="t" r="r" b="b"/>
            <a:pathLst>
              <a:path w="50165">
                <a:moveTo>
                  <a:pt x="49651" y="0"/>
                </a:moveTo>
                <a:lnTo>
                  <a:pt x="0" y="0"/>
                </a:lnTo>
              </a:path>
            </a:pathLst>
          </a:custGeom>
          <a:ln w="99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818541" y="549387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9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560927" y="4977782"/>
            <a:ext cx="40005" cy="0"/>
          </a:xfrm>
          <a:custGeom>
            <a:avLst/>
            <a:gdLst/>
            <a:ahLst/>
            <a:cxnLst/>
            <a:rect l="l" t="t" r="r" b="b"/>
            <a:pathLst>
              <a:path w="40005">
                <a:moveTo>
                  <a:pt x="0" y="0"/>
                </a:moveTo>
                <a:lnTo>
                  <a:pt x="39696" y="0"/>
                </a:lnTo>
              </a:path>
            </a:pathLst>
          </a:custGeom>
          <a:ln w="99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600623" y="497778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9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6818572" y="4977782"/>
            <a:ext cx="50165" cy="0"/>
          </a:xfrm>
          <a:custGeom>
            <a:avLst/>
            <a:gdLst/>
            <a:ahLst/>
            <a:cxnLst/>
            <a:rect l="l" t="t" r="r" b="b"/>
            <a:pathLst>
              <a:path w="50165">
                <a:moveTo>
                  <a:pt x="49621" y="0"/>
                </a:moveTo>
                <a:lnTo>
                  <a:pt x="0" y="0"/>
                </a:lnTo>
              </a:path>
            </a:pathLst>
          </a:custGeom>
          <a:ln w="99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818572" y="497778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9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2560927" y="4451762"/>
            <a:ext cx="40005" cy="0"/>
          </a:xfrm>
          <a:custGeom>
            <a:avLst/>
            <a:gdLst/>
            <a:ahLst/>
            <a:cxnLst/>
            <a:rect l="l" t="t" r="r" b="b"/>
            <a:pathLst>
              <a:path w="40005">
                <a:moveTo>
                  <a:pt x="0" y="0"/>
                </a:moveTo>
                <a:lnTo>
                  <a:pt x="39696" y="0"/>
                </a:lnTo>
              </a:path>
            </a:pathLst>
          </a:custGeom>
          <a:ln w="99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2600623" y="445176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9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6818572" y="4451762"/>
            <a:ext cx="50165" cy="0"/>
          </a:xfrm>
          <a:custGeom>
            <a:avLst/>
            <a:gdLst/>
            <a:ahLst/>
            <a:cxnLst/>
            <a:rect l="l" t="t" r="r" b="b"/>
            <a:pathLst>
              <a:path w="50165">
                <a:moveTo>
                  <a:pt x="49621" y="0"/>
                </a:moveTo>
                <a:lnTo>
                  <a:pt x="0" y="0"/>
                </a:lnTo>
              </a:path>
            </a:pathLst>
          </a:custGeom>
          <a:ln w="99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6818572" y="445176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9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2560927" y="3935685"/>
            <a:ext cx="40005" cy="0"/>
          </a:xfrm>
          <a:custGeom>
            <a:avLst/>
            <a:gdLst/>
            <a:ahLst/>
            <a:cxnLst/>
            <a:rect l="l" t="t" r="r" b="b"/>
            <a:pathLst>
              <a:path w="40005">
                <a:moveTo>
                  <a:pt x="0" y="0"/>
                </a:moveTo>
                <a:lnTo>
                  <a:pt x="39696" y="0"/>
                </a:lnTo>
              </a:path>
            </a:pathLst>
          </a:custGeom>
          <a:ln w="99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2600623" y="393568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9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6818572" y="3935685"/>
            <a:ext cx="50165" cy="0"/>
          </a:xfrm>
          <a:custGeom>
            <a:avLst/>
            <a:gdLst/>
            <a:ahLst/>
            <a:cxnLst/>
            <a:rect l="l" t="t" r="r" b="b"/>
            <a:pathLst>
              <a:path w="50165">
                <a:moveTo>
                  <a:pt x="49621" y="0"/>
                </a:moveTo>
                <a:lnTo>
                  <a:pt x="0" y="0"/>
                </a:lnTo>
              </a:path>
            </a:pathLst>
          </a:custGeom>
          <a:ln w="99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6818572" y="393567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9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2560927" y="3409671"/>
            <a:ext cx="40005" cy="0"/>
          </a:xfrm>
          <a:custGeom>
            <a:avLst/>
            <a:gdLst/>
            <a:ahLst/>
            <a:cxnLst/>
            <a:rect l="l" t="t" r="r" b="b"/>
            <a:pathLst>
              <a:path w="40005">
                <a:moveTo>
                  <a:pt x="0" y="0"/>
                </a:moveTo>
                <a:lnTo>
                  <a:pt x="39696" y="0"/>
                </a:lnTo>
              </a:path>
            </a:pathLst>
          </a:custGeom>
          <a:ln w="99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2600623" y="340967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9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6818572" y="3409671"/>
            <a:ext cx="50165" cy="0"/>
          </a:xfrm>
          <a:custGeom>
            <a:avLst/>
            <a:gdLst/>
            <a:ahLst/>
            <a:cxnLst/>
            <a:rect l="l" t="t" r="r" b="b"/>
            <a:pathLst>
              <a:path w="50165">
                <a:moveTo>
                  <a:pt x="49621" y="0"/>
                </a:moveTo>
                <a:lnTo>
                  <a:pt x="0" y="0"/>
                </a:lnTo>
              </a:path>
            </a:pathLst>
          </a:custGeom>
          <a:ln w="99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6818572" y="340967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9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2560927" y="2893579"/>
            <a:ext cx="40005" cy="0"/>
          </a:xfrm>
          <a:custGeom>
            <a:avLst/>
            <a:gdLst/>
            <a:ahLst/>
            <a:cxnLst/>
            <a:rect l="l" t="t" r="r" b="b"/>
            <a:pathLst>
              <a:path w="40005">
                <a:moveTo>
                  <a:pt x="0" y="0"/>
                </a:moveTo>
                <a:lnTo>
                  <a:pt x="39696" y="0"/>
                </a:lnTo>
              </a:path>
            </a:pathLst>
          </a:custGeom>
          <a:ln w="99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2600623" y="289357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9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6818572" y="2893579"/>
            <a:ext cx="50165" cy="0"/>
          </a:xfrm>
          <a:custGeom>
            <a:avLst/>
            <a:gdLst/>
            <a:ahLst/>
            <a:cxnLst/>
            <a:rect l="l" t="t" r="r" b="b"/>
            <a:pathLst>
              <a:path w="50165">
                <a:moveTo>
                  <a:pt x="49621" y="0"/>
                </a:moveTo>
                <a:lnTo>
                  <a:pt x="0" y="0"/>
                </a:lnTo>
              </a:path>
            </a:pathLst>
          </a:custGeom>
          <a:ln w="99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6818572" y="289357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9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6868193" y="237748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9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6868193" y="576182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9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6868193" y="237748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9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2560927" y="237748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9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2560914" y="2893609"/>
            <a:ext cx="4317365" cy="2600325"/>
          </a:xfrm>
          <a:custGeom>
            <a:avLst/>
            <a:gdLst/>
            <a:ahLst/>
            <a:cxnLst/>
            <a:rect l="l" t="t" r="r" b="b"/>
            <a:pathLst>
              <a:path w="4317365" h="2600325">
                <a:moveTo>
                  <a:pt x="0" y="2600274"/>
                </a:moveTo>
                <a:lnTo>
                  <a:pt x="208420" y="2600274"/>
                </a:lnTo>
                <a:lnTo>
                  <a:pt x="426756" y="2600274"/>
                </a:lnTo>
                <a:lnTo>
                  <a:pt x="645101" y="0"/>
                </a:lnTo>
                <a:lnTo>
                  <a:pt x="4307278" y="0"/>
                </a:lnTo>
                <a:lnTo>
                  <a:pt x="4317156" y="0"/>
                </a:lnTo>
              </a:path>
            </a:pathLst>
          </a:custGeom>
          <a:ln w="99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2560914" y="3896003"/>
            <a:ext cx="4317365" cy="1598295"/>
          </a:xfrm>
          <a:custGeom>
            <a:avLst/>
            <a:gdLst/>
            <a:ahLst/>
            <a:cxnLst/>
            <a:rect l="l" t="t" r="r" b="b"/>
            <a:pathLst>
              <a:path w="4317365" h="1598295">
                <a:moveTo>
                  <a:pt x="0" y="1597881"/>
                </a:moveTo>
                <a:lnTo>
                  <a:pt x="208420" y="1597881"/>
                </a:lnTo>
                <a:lnTo>
                  <a:pt x="426756" y="1597881"/>
                </a:lnTo>
                <a:lnTo>
                  <a:pt x="645101" y="1597881"/>
                </a:lnTo>
                <a:lnTo>
                  <a:pt x="853522" y="764202"/>
                </a:lnTo>
                <a:lnTo>
                  <a:pt x="1071849" y="367211"/>
                </a:lnTo>
                <a:lnTo>
                  <a:pt x="1290206" y="178642"/>
                </a:lnTo>
                <a:lnTo>
                  <a:pt x="1498596" y="79388"/>
                </a:lnTo>
                <a:lnTo>
                  <a:pt x="1716953" y="39694"/>
                </a:lnTo>
                <a:lnTo>
                  <a:pt x="1935280" y="19845"/>
                </a:lnTo>
                <a:lnTo>
                  <a:pt x="2153637" y="9915"/>
                </a:lnTo>
                <a:lnTo>
                  <a:pt x="2362058" y="0"/>
                </a:lnTo>
                <a:lnTo>
                  <a:pt x="4307278" y="0"/>
                </a:lnTo>
                <a:lnTo>
                  <a:pt x="4317156" y="0"/>
                </a:lnTo>
              </a:path>
            </a:pathLst>
          </a:custGeom>
          <a:ln w="198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 txBox="1"/>
          <p:nvPr/>
        </p:nvSpPr>
        <p:spPr>
          <a:xfrm>
            <a:off x="4285021" y="5785973"/>
            <a:ext cx="826769" cy="4229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384" algn="ctr">
              <a:lnSpc>
                <a:spcPts val="1689"/>
              </a:lnSpc>
            </a:pPr>
            <a:r>
              <a:rPr sz="1450" spc="-30" dirty="0">
                <a:latin typeface="Times New Roman"/>
                <a:cs typeface="Times New Roman"/>
              </a:rPr>
              <a:t>10</a:t>
            </a:r>
            <a:endParaRPr sz="1450">
              <a:latin typeface="Times New Roman"/>
              <a:cs typeface="Times New Roman"/>
            </a:endParaRPr>
          </a:p>
          <a:p>
            <a:pPr algn="ctr">
              <a:lnSpc>
                <a:spcPts val="1689"/>
              </a:lnSpc>
            </a:pPr>
            <a:r>
              <a:rPr sz="1450" spc="50" dirty="0">
                <a:latin typeface="Times New Roman"/>
                <a:cs typeface="Times New Roman"/>
              </a:rPr>
              <a:t>s</a:t>
            </a:r>
            <a:r>
              <a:rPr sz="1450" spc="-25" dirty="0">
                <a:latin typeface="Times New Roman"/>
                <a:cs typeface="Times New Roman"/>
              </a:rPr>
              <a:t>a</a:t>
            </a:r>
            <a:r>
              <a:rPr sz="1450" spc="-45" dirty="0">
                <a:latin typeface="Times New Roman"/>
                <a:cs typeface="Times New Roman"/>
              </a:rPr>
              <a:t>m</a:t>
            </a:r>
            <a:r>
              <a:rPr sz="1450" spc="45" dirty="0">
                <a:latin typeface="Times New Roman"/>
                <a:cs typeface="Times New Roman"/>
              </a:rPr>
              <a:t>p</a:t>
            </a:r>
            <a:r>
              <a:rPr sz="1450" spc="-95" dirty="0">
                <a:latin typeface="Times New Roman"/>
                <a:cs typeface="Times New Roman"/>
              </a:rPr>
              <a:t>l</a:t>
            </a:r>
            <a:r>
              <a:rPr sz="1450" spc="10" dirty="0">
                <a:latin typeface="Times New Roman"/>
                <a:cs typeface="Times New Roman"/>
              </a:rPr>
              <a:t>e</a:t>
            </a:r>
            <a:r>
              <a:rPr sz="1450" spc="-10" dirty="0">
                <a:latin typeface="Times New Roman"/>
                <a:cs typeface="Times New Roman"/>
              </a:rPr>
              <a:t> </a:t>
            </a:r>
            <a:r>
              <a:rPr sz="1450" spc="-30" dirty="0">
                <a:latin typeface="Times New Roman"/>
                <a:cs typeface="Times New Roman"/>
              </a:rPr>
              <a:t>n</a:t>
            </a:r>
            <a:r>
              <a:rPr sz="1450" spc="45" dirty="0">
                <a:latin typeface="Times New Roman"/>
                <a:cs typeface="Times New Roman"/>
              </a:rPr>
              <a:t>o</a:t>
            </a:r>
            <a:r>
              <a:rPr sz="1450" spc="5" dirty="0">
                <a:latin typeface="Times New Roman"/>
                <a:cs typeface="Times New Roman"/>
              </a:rPr>
              <a:t>.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5684384" y="5785973"/>
            <a:ext cx="204470" cy="213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-30" dirty="0">
                <a:latin typeface="Times New Roman"/>
                <a:cs typeface="Times New Roman"/>
              </a:rPr>
              <a:t>15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6766159" y="5785973"/>
            <a:ext cx="204470" cy="213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-30" dirty="0">
                <a:latin typeface="Times New Roman"/>
                <a:cs typeface="Times New Roman"/>
              </a:rPr>
              <a:t>20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2419199" y="5388979"/>
            <a:ext cx="120014" cy="213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10" dirty="0">
                <a:latin typeface="Times New Roman"/>
                <a:cs typeface="Times New Roman"/>
              </a:rPr>
              <a:t>0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2280261" y="4872889"/>
            <a:ext cx="259079" cy="213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-30" dirty="0">
                <a:latin typeface="Times New Roman"/>
                <a:cs typeface="Times New Roman"/>
              </a:rPr>
              <a:t>0</a:t>
            </a:r>
            <a:r>
              <a:rPr sz="1450" spc="20" dirty="0">
                <a:latin typeface="Times New Roman"/>
                <a:cs typeface="Times New Roman"/>
              </a:rPr>
              <a:t>.</a:t>
            </a:r>
            <a:r>
              <a:rPr sz="1450" spc="10" dirty="0">
                <a:latin typeface="Times New Roman"/>
                <a:cs typeface="Times New Roman"/>
              </a:rPr>
              <a:t>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2560914" y="4977794"/>
            <a:ext cx="4317365" cy="516255"/>
          </a:xfrm>
          <a:custGeom>
            <a:avLst/>
            <a:gdLst/>
            <a:ahLst/>
            <a:cxnLst/>
            <a:rect l="l" t="t" r="r" b="b"/>
            <a:pathLst>
              <a:path w="4317365" h="516254">
                <a:moveTo>
                  <a:pt x="0" y="516089"/>
                </a:moveTo>
                <a:lnTo>
                  <a:pt x="208420" y="516089"/>
                </a:lnTo>
                <a:lnTo>
                  <a:pt x="426756" y="516089"/>
                </a:lnTo>
                <a:lnTo>
                  <a:pt x="645101" y="0"/>
                </a:lnTo>
                <a:lnTo>
                  <a:pt x="853522" y="168723"/>
                </a:lnTo>
                <a:lnTo>
                  <a:pt x="1071849" y="248115"/>
                </a:lnTo>
                <a:lnTo>
                  <a:pt x="1290206" y="287822"/>
                </a:lnTo>
                <a:lnTo>
                  <a:pt x="1498596" y="297740"/>
                </a:lnTo>
                <a:lnTo>
                  <a:pt x="1716953" y="307671"/>
                </a:lnTo>
                <a:lnTo>
                  <a:pt x="1935280" y="317589"/>
                </a:lnTo>
                <a:lnTo>
                  <a:pt x="2153637" y="317589"/>
                </a:lnTo>
                <a:lnTo>
                  <a:pt x="2362058" y="317589"/>
                </a:lnTo>
                <a:lnTo>
                  <a:pt x="4307278" y="317589"/>
                </a:lnTo>
                <a:lnTo>
                  <a:pt x="4317156" y="317589"/>
                </a:lnTo>
              </a:path>
            </a:pathLst>
          </a:custGeom>
          <a:ln w="19849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 txBox="1"/>
          <p:nvPr/>
        </p:nvSpPr>
        <p:spPr>
          <a:xfrm>
            <a:off x="2280261" y="2610142"/>
            <a:ext cx="2068195" cy="1950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6915">
              <a:lnSpc>
                <a:spcPts val="1575"/>
              </a:lnSpc>
            </a:pPr>
            <a:r>
              <a:rPr sz="1450" spc="50" dirty="0">
                <a:latin typeface="Times New Roman"/>
                <a:cs typeface="Times New Roman"/>
              </a:rPr>
              <a:t>c</a:t>
            </a:r>
            <a:r>
              <a:rPr sz="1450" spc="45" dirty="0">
                <a:latin typeface="Times New Roman"/>
                <a:cs typeface="Times New Roman"/>
              </a:rPr>
              <a:t>o</a:t>
            </a:r>
            <a:r>
              <a:rPr sz="1450" spc="-45" dirty="0">
                <a:latin typeface="Times New Roman"/>
                <a:cs typeface="Times New Roman"/>
              </a:rPr>
              <a:t>mm</a:t>
            </a:r>
            <a:r>
              <a:rPr sz="1450" spc="-25" dirty="0">
                <a:latin typeface="Times New Roman"/>
                <a:cs typeface="Times New Roman"/>
              </a:rPr>
              <a:t>a</a:t>
            </a:r>
            <a:r>
              <a:rPr sz="1450" spc="-30" dirty="0">
                <a:latin typeface="Times New Roman"/>
                <a:cs typeface="Times New Roman"/>
              </a:rPr>
              <a:t>n</a:t>
            </a:r>
            <a:r>
              <a:rPr sz="1450" spc="10" dirty="0">
                <a:latin typeface="Times New Roman"/>
                <a:cs typeface="Times New Roman"/>
              </a:rPr>
              <a:t>d</a:t>
            </a:r>
            <a:endParaRPr sz="1450">
              <a:latin typeface="Times New Roman"/>
              <a:cs typeface="Times New Roman"/>
            </a:endParaRPr>
          </a:p>
          <a:p>
            <a:pPr marL="151130">
              <a:lnSpc>
                <a:spcPts val="1575"/>
              </a:lnSpc>
            </a:pPr>
            <a:r>
              <a:rPr sz="1450" spc="10" dirty="0">
                <a:latin typeface="Times New Roman"/>
                <a:cs typeface="Times New Roman"/>
              </a:rPr>
              <a:t>1</a:t>
            </a:r>
            <a:endParaRPr sz="1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3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50" spc="-30" dirty="0">
                <a:latin typeface="Times New Roman"/>
                <a:cs typeface="Times New Roman"/>
              </a:rPr>
              <a:t>0</a:t>
            </a:r>
            <a:r>
              <a:rPr sz="1450" spc="20" dirty="0">
                <a:latin typeface="Times New Roman"/>
                <a:cs typeface="Times New Roman"/>
              </a:rPr>
              <a:t>.</a:t>
            </a:r>
            <a:r>
              <a:rPr sz="1450" spc="10" dirty="0">
                <a:latin typeface="Times New Roman"/>
                <a:cs typeface="Times New Roman"/>
              </a:rPr>
              <a:t>8</a:t>
            </a:r>
            <a:endParaRPr sz="1450">
              <a:latin typeface="Times New Roman"/>
              <a:cs typeface="Times New Roman"/>
            </a:endParaRPr>
          </a:p>
          <a:p>
            <a:pPr marR="5080" algn="r">
              <a:lnSpc>
                <a:spcPts val="1650"/>
              </a:lnSpc>
              <a:spcBef>
                <a:spcPts val="840"/>
              </a:spcBef>
            </a:pPr>
            <a:r>
              <a:rPr sz="1450" spc="45" dirty="0">
                <a:latin typeface="Times New Roman"/>
                <a:cs typeface="Times New Roman"/>
              </a:rPr>
              <a:t>o</a:t>
            </a:r>
            <a:r>
              <a:rPr sz="1450" spc="-30" dirty="0">
                <a:latin typeface="Times New Roman"/>
                <a:cs typeface="Times New Roman"/>
              </a:rPr>
              <a:t>u</a:t>
            </a:r>
            <a:r>
              <a:rPr sz="1450" spc="-20" dirty="0">
                <a:latin typeface="Times New Roman"/>
                <a:cs typeface="Times New Roman"/>
              </a:rPr>
              <a:t>t</a:t>
            </a:r>
            <a:r>
              <a:rPr sz="1450" spc="45" dirty="0">
                <a:latin typeface="Times New Roman"/>
                <a:cs typeface="Times New Roman"/>
              </a:rPr>
              <a:t>p</a:t>
            </a:r>
            <a:r>
              <a:rPr sz="1450" spc="-30" dirty="0">
                <a:latin typeface="Times New Roman"/>
                <a:cs typeface="Times New Roman"/>
              </a:rPr>
              <a:t>ut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ts val="1650"/>
              </a:lnSpc>
            </a:pPr>
            <a:r>
              <a:rPr sz="1450" spc="-30" dirty="0">
                <a:latin typeface="Times New Roman"/>
                <a:cs typeface="Times New Roman"/>
              </a:rPr>
              <a:t>0</a:t>
            </a:r>
            <a:r>
              <a:rPr sz="1450" spc="20" dirty="0">
                <a:latin typeface="Times New Roman"/>
                <a:cs typeface="Times New Roman"/>
              </a:rPr>
              <a:t>.</a:t>
            </a:r>
            <a:r>
              <a:rPr sz="1450" spc="10" dirty="0">
                <a:latin typeface="Times New Roman"/>
                <a:cs typeface="Times New Roman"/>
              </a:rPr>
              <a:t>6</a:t>
            </a:r>
            <a:endParaRPr sz="1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3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50" spc="-30" dirty="0">
                <a:latin typeface="Times New Roman"/>
                <a:cs typeface="Times New Roman"/>
              </a:rPr>
              <a:t>0</a:t>
            </a:r>
            <a:r>
              <a:rPr sz="1450" spc="20" dirty="0">
                <a:latin typeface="Times New Roman"/>
                <a:cs typeface="Times New Roman"/>
              </a:rPr>
              <a:t>.</a:t>
            </a:r>
            <a:r>
              <a:rPr sz="1450" spc="10" dirty="0">
                <a:latin typeface="Times New Roman"/>
                <a:cs typeface="Times New Roman"/>
              </a:rPr>
              <a:t>4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76" name="object 7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pc="-10" dirty="0">
                <a:latin typeface="Calibri"/>
                <a:cs typeface="Calibri"/>
              </a:rPr>
              <a:t>13</a:t>
            </a:fld>
            <a:endParaRPr spc="-10" dirty="0">
              <a:latin typeface="Calibri"/>
              <a:cs typeface="Calibri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4275025" y="4992155"/>
            <a:ext cx="966469" cy="213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0" dirty="0">
                <a:latin typeface="Times New Roman"/>
                <a:cs typeface="Times New Roman"/>
              </a:rPr>
              <a:t>c</a:t>
            </a:r>
            <a:r>
              <a:rPr sz="1450" spc="45" dirty="0">
                <a:latin typeface="Times New Roman"/>
                <a:cs typeface="Times New Roman"/>
              </a:rPr>
              <a:t>o</a:t>
            </a:r>
            <a:r>
              <a:rPr sz="1450" spc="-30" dirty="0">
                <a:latin typeface="Times New Roman"/>
                <a:cs typeface="Times New Roman"/>
              </a:rPr>
              <a:t>n</a:t>
            </a:r>
            <a:r>
              <a:rPr sz="1450" spc="-20" dirty="0">
                <a:latin typeface="Times New Roman"/>
                <a:cs typeface="Times New Roman"/>
              </a:rPr>
              <a:t>t</a:t>
            </a:r>
            <a:r>
              <a:rPr sz="1450" spc="-25" dirty="0">
                <a:latin typeface="Times New Roman"/>
                <a:cs typeface="Times New Roman"/>
              </a:rPr>
              <a:t>r</a:t>
            </a:r>
            <a:r>
              <a:rPr sz="1450" spc="45" dirty="0">
                <a:latin typeface="Times New Roman"/>
                <a:cs typeface="Times New Roman"/>
              </a:rPr>
              <a:t>o</a:t>
            </a:r>
            <a:r>
              <a:rPr sz="1450" spc="5" dirty="0">
                <a:latin typeface="Times New Roman"/>
                <a:cs typeface="Times New Roman"/>
              </a:rPr>
              <a:t>l</a:t>
            </a:r>
            <a:r>
              <a:rPr sz="1450" spc="-75" dirty="0">
                <a:latin typeface="Times New Roman"/>
                <a:cs typeface="Times New Roman"/>
              </a:rPr>
              <a:t> </a:t>
            </a:r>
            <a:r>
              <a:rPr sz="1450" spc="-95" dirty="0">
                <a:latin typeface="Times New Roman"/>
                <a:cs typeface="Times New Roman"/>
              </a:rPr>
              <a:t>i</a:t>
            </a:r>
            <a:r>
              <a:rPr sz="1450" spc="-30" dirty="0">
                <a:latin typeface="Times New Roman"/>
                <a:cs typeface="Times New Roman"/>
              </a:rPr>
              <a:t>n</a:t>
            </a:r>
            <a:r>
              <a:rPr sz="1450" spc="45" dirty="0">
                <a:latin typeface="Times New Roman"/>
                <a:cs typeface="Times New Roman"/>
              </a:rPr>
              <a:t>p</a:t>
            </a:r>
            <a:r>
              <a:rPr sz="1450" spc="-30" dirty="0">
                <a:latin typeface="Times New Roman"/>
                <a:cs typeface="Times New Roman"/>
              </a:rPr>
              <a:t>ut</a:t>
            </a:r>
            <a:endParaRPr sz="1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4299" rIns="0" bIns="0" rtlCol="0">
            <a:spAutoFit/>
          </a:bodyPr>
          <a:lstStyle/>
          <a:p>
            <a:pPr marL="135255">
              <a:lnSpc>
                <a:spcPct val="100000"/>
              </a:lnSpc>
            </a:pPr>
            <a:r>
              <a:rPr dirty="0">
                <a:latin typeface="Calibri"/>
                <a:cs typeface="Calibri"/>
              </a:rPr>
              <a:t>H</a:t>
            </a:r>
            <a:r>
              <a:rPr spc="-60" dirty="0">
                <a:latin typeface="Calibri"/>
                <a:cs typeface="Calibri"/>
              </a:rPr>
              <a:t>y</a:t>
            </a:r>
            <a:r>
              <a:rPr spc="-10" dirty="0">
                <a:latin typeface="Calibri"/>
                <a:cs typeface="Calibri"/>
              </a:rPr>
              <a:t>d</a:t>
            </a:r>
            <a:r>
              <a:rPr spc="-65" dirty="0">
                <a:latin typeface="Calibri"/>
                <a:cs typeface="Calibri"/>
              </a:rPr>
              <a:t>r</a:t>
            </a:r>
            <a:r>
              <a:rPr spc="-10" dirty="0">
                <a:latin typeface="Calibri"/>
                <a:cs typeface="Calibri"/>
              </a:rPr>
              <a:t>au</a:t>
            </a:r>
            <a:r>
              <a:rPr dirty="0">
                <a:latin typeface="Calibri"/>
                <a:cs typeface="Calibri"/>
              </a:rPr>
              <a:t>l</a:t>
            </a:r>
            <a:r>
              <a:rPr spc="-5" dirty="0">
                <a:latin typeface="Calibri"/>
                <a:cs typeface="Calibri"/>
              </a:rPr>
              <a:t>i</a:t>
            </a:r>
            <a:r>
              <a:rPr spc="-15" dirty="0">
                <a:latin typeface="Calibri"/>
                <a:cs typeface="Calibri"/>
              </a:rPr>
              <a:t>c</a:t>
            </a:r>
            <a:r>
              <a:rPr spc="-90" dirty="0">
                <a:latin typeface="Times New Roman"/>
                <a:cs typeface="Times New Roman"/>
              </a:rPr>
              <a:t> </a:t>
            </a:r>
            <a:r>
              <a:rPr spc="-35" dirty="0">
                <a:latin typeface="Calibri"/>
                <a:cs typeface="Calibri"/>
              </a:rPr>
              <a:t>Ma</a:t>
            </a:r>
            <a:r>
              <a:rPr spc="-10" dirty="0">
                <a:latin typeface="Calibri"/>
                <a:cs typeface="Calibri"/>
              </a:rPr>
              <a:t>n</a:t>
            </a:r>
            <a:r>
              <a:rPr spc="-5" dirty="0">
                <a:latin typeface="Calibri"/>
                <a:cs typeface="Calibri"/>
              </a:rPr>
              <a:t>i</a:t>
            </a:r>
            <a:r>
              <a:rPr spc="-10" dirty="0">
                <a:latin typeface="Calibri"/>
                <a:cs typeface="Calibri"/>
              </a:rPr>
              <a:t>pu</a:t>
            </a:r>
            <a:r>
              <a:rPr spc="-5" dirty="0">
                <a:latin typeface="Calibri"/>
                <a:cs typeface="Calibri"/>
              </a:rPr>
              <a:t>l</a:t>
            </a:r>
            <a:r>
              <a:rPr spc="-50" dirty="0">
                <a:latin typeface="Calibri"/>
                <a:cs typeface="Calibri"/>
              </a:rPr>
              <a:t>a</a:t>
            </a:r>
            <a:r>
              <a:rPr spc="-55" dirty="0">
                <a:latin typeface="Calibri"/>
                <a:cs typeface="Calibri"/>
              </a:rPr>
              <a:t>t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spc="-85" dirty="0">
                <a:latin typeface="Calibri"/>
                <a:cs typeface="Calibri"/>
              </a:rPr>
              <a:t>r</a:t>
            </a:r>
            <a:r>
              <a:rPr dirty="0">
                <a:latin typeface="Calibri"/>
                <a:cs typeface="Calibri"/>
              </a:rPr>
              <a:t>s</a:t>
            </a:r>
          </a:p>
        </p:txBody>
      </p:sp>
      <p:sp>
        <p:nvSpPr>
          <p:cNvPr id="5" name="object 5"/>
          <p:cNvSpPr/>
          <p:nvPr/>
        </p:nvSpPr>
        <p:spPr>
          <a:xfrm>
            <a:off x="1216664" y="2090410"/>
            <a:ext cx="5166356" cy="38760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958017" y="4748259"/>
            <a:ext cx="1475740" cy="622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28320" algn="l"/>
              </a:tabLst>
            </a:pPr>
            <a:r>
              <a:rPr sz="3950" i="1" spc="-250" dirty="0">
                <a:latin typeface="Times New Roman"/>
                <a:cs typeface="Times New Roman"/>
              </a:rPr>
              <a:t>a</a:t>
            </a:r>
            <a:r>
              <a:rPr sz="3375" spc="44" baseline="-24691" dirty="0">
                <a:latin typeface="Times New Roman"/>
                <a:cs typeface="Times New Roman"/>
              </a:rPr>
              <a:t>1</a:t>
            </a:r>
            <a:r>
              <a:rPr sz="3375" baseline="-24691" dirty="0">
                <a:latin typeface="Times New Roman"/>
                <a:cs typeface="Times New Roman"/>
              </a:rPr>
              <a:t>	</a:t>
            </a:r>
            <a:r>
              <a:rPr sz="3950" spc="20" dirty="0">
                <a:latin typeface="Symbol"/>
                <a:cs typeface="Symbol"/>
              </a:rPr>
              <a:t></a:t>
            </a:r>
            <a:r>
              <a:rPr sz="3950" spc="-55" dirty="0">
                <a:latin typeface="Times New Roman"/>
                <a:cs typeface="Times New Roman"/>
              </a:rPr>
              <a:t> </a:t>
            </a:r>
            <a:r>
              <a:rPr sz="3950" spc="10" dirty="0">
                <a:latin typeface="Symbol"/>
                <a:cs typeface="Symbol"/>
              </a:rPr>
              <a:t></a:t>
            </a:r>
            <a:r>
              <a:rPr sz="3950" spc="15" dirty="0">
                <a:latin typeface="Times New Roman"/>
                <a:cs typeface="Times New Roman"/>
              </a:rPr>
              <a:t>1</a:t>
            </a:r>
            <a:endParaRPr sz="39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pc="-10" dirty="0">
                <a:latin typeface="Calibri"/>
                <a:cs typeface="Calibri"/>
              </a:rPr>
              <a:t>14</a:t>
            </a:fld>
            <a:endParaRPr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7567" y="728606"/>
            <a:ext cx="4699000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635">
              <a:lnSpc>
                <a:spcPts val="3600"/>
              </a:lnSpc>
            </a:pPr>
            <a:r>
              <a:rPr sz="3400" spc="-10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7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4</a:t>
            </a:r>
            <a:r>
              <a:rPr sz="3400" spc="-9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–</a:t>
            </a:r>
            <a:r>
              <a:rPr sz="3400" spc="-8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3400" spc="-6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3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–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me</a:t>
            </a:r>
            <a:r>
              <a:rPr sz="3400" spc="-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Co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9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&amp;</a:t>
            </a:r>
            <a:r>
              <a:rPr sz="3400" spc="-9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8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2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ss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ign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2240">
              <a:lnSpc>
                <a:spcPct val="100000"/>
              </a:lnSpc>
            </a:pPr>
            <a:r>
              <a:rPr spc="-10" dirty="0">
                <a:latin typeface="Calibri"/>
                <a:cs typeface="Calibri"/>
              </a:rPr>
              <a:t>3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07390" y="2290022"/>
            <a:ext cx="4681855" cy="2317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5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2800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2800" spc="-15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2800" spc="-4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2800" spc="-1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2800" spc="-15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2800" dirty="0">
                <a:solidFill>
                  <a:srgbClr val="B5121B"/>
                </a:solidFill>
                <a:latin typeface="Calibri"/>
                <a:cs typeface="Calibri"/>
              </a:rPr>
              <a:t>ts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4.</a:t>
            </a:r>
            <a:r>
              <a:rPr sz="2600" spc="-15" dirty="0">
                <a:latin typeface="Calibri"/>
                <a:cs typeface="Calibri"/>
              </a:rPr>
              <a:t>1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P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na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4.</a:t>
            </a:r>
            <a:r>
              <a:rPr sz="2600" spc="-15" dirty="0">
                <a:latin typeface="Calibri"/>
                <a:cs typeface="Calibri"/>
              </a:rPr>
              <a:t>2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u="heavy" spc="-5" dirty="0">
                <a:latin typeface="Calibri"/>
                <a:cs typeface="Calibri"/>
              </a:rPr>
              <a:t>I</a:t>
            </a:r>
            <a:r>
              <a:rPr sz="2600" u="heavy" spc="-30" dirty="0">
                <a:latin typeface="Calibri"/>
                <a:cs typeface="Calibri"/>
              </a:rPr>
              <a:t>n</a:t>
            </a:r>
            <a:r>
              <a:rPr sz="2600" u="heavy" spc="-25" dirty="0">
                <a:latin typeface="Calibri"/>
                <a:cs typeface="Calibri"/>
              </a:rPr>
              <a:t>t</a:t>
            </a:r>
            <a:r>
              <a:rPr sz="2600" u="heavy" spc="-10" dirty="0">
                <a:latin typeface="Calibri"/>
                <a:cs typeface="Calibri"/>
              </a:rPr>
              <a:t>e</a:t>
            </a:r>
            <a:r>
              <a:rPr sz="2600" u="heavy" spc="-20" dirty="0">
                <a:latin typeface="Calibri"/>
                <a:cs typeface="Calibri"/>
              </a:rPr>
              <a:t>g</a:t>
            </a:r>
            <a:r>
              <a:rPr sz="2600" u="heavy" spc="-80" dirty="0">
                <a:latin typeface="Calibri"/>
                <a:cs typeface="Calibri"/>
              </a:rPr>
              <a:t>r</a:t>
            </a:r>
            <a:r>
              <a:rPr sz="2600" u="heavy" spc="-10" dirty="0">
                <a:latin typeface="Calibri"/>
                <a:cs typeface="Calibri"/>
              </a:rPr>
              <a:t>al</a:t>
            </a:r>
            <a:r>
              <a:rPr sz="2600" u="heavy" dirty="0">
                <a:latin typeface="Calibri"/>
                <a:cs typeface="Calibri"/>
              </a:rPr>
              <a:t> </a:t>
            </a:r>
            <a:r>
              <a:rPr sz="2600" u="heavy" spc="-20" dirty="0">
                <a:latin typeface="Calibri"/>
                <a:cs typeface="Calibri"/>
              </a:rPr>
              <a:t>A</a:t>
            </a:r>
            <a:r>
              <a:rPr sz="2600" u="heavy" spc="-15" dirty="0">
                <a:latin typeface="Calibri"/>
                <a:cs typeface="Calibri"/>
              </a:rPr>
              <a:t>c</a:t>
            </a:r>
            <a:r>
              <a:rPr sz="2600" u="heavy" spc="-5" dirty="0">
                <a:latin typeface="Calibri"/>
                <a:cs typeface="Calibri"/>
              </a:rPr>
              <a:t>t</a:t>
            </a:r>
            <a:r>
              <a:rPr sz="2600" u="heavy" dirty="0">
                <a:latin typeface="Calibri"/>
                <a:cs typeface="Calibri"/>
              </a:rPr>
              <a:t>i</a:t>
            </a:r>
            <a:r>
              <a:rPr sz="2600" u="heavy" spc="5" dirty="0">
                <a:latin typeface="Calibri"/>
                <a:cs typeface="Calibri"/>
              </a:rPr>
              <a:t>o</a:t>
            </a:r>
            <a:r>
              <a:rPr sz="2600" u="heavy" dirty="0">
                <a:latin typeface="Calibri"/>
                <a:cs typeface="Calibri"/>
              </a:rPr>
              <a:t>n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8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4.</a:t>
            </a:r>
            <a:r>
              <a:rPr sz="2600" spc="-15" dirty="0">
                <a:latin typeface="Calibri"/>
                <a:cs typeface="Calibri"/>
              </a:rPr>
              <a:t>3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Calibri"/>
                <a:cs typeface="Calibri"/>
              </a:rPr>
              <a:t>M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r</a:t>
            </a:r>
            <a:r>
              <a:rPr sz="2600" spc="-40" dirty="0">
                <a:latin typeface="Calibri"/>
                <a:cs typeface="Calibri"/>
              </a:rPr>
              <a:t>w</a:t>
            </a:r>
            <a:r>
              <a:rPr sz="2600" spc="-5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170" dirty="0">
                <a:latin typeface="Calibri"/>
                <a:cs typeface="Calibri"/>
              </a:rPr>
              <a:t>T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f</a:t>
            </a:r>
            <a:r>
              <a:rPr sz="2600" spc="5" dirty="0">
                <a:latin typeface="Calibri"/>
                <a:cs typeface="Calibri"/>
              </a:rPr>
              <a:t>f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c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4.</a:t>
            </a:r>
            <a:r>
              <a:rPr sz="2600" spc="-15" dirty="0">
                <a:latin typeface="Calibri"/>
                <a:cs typeface="Calibri"/>
              </a:rPr>
              <a:t>4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Calibri"/>
                <a:cs typeface="Calibri"/>
              </a:rPr>
              <a:t>P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ssi</a:t>
            </a:r>
            <a:r>
              <a:rPr sz="2600" spc="-20" dirty="0">
                <a:latin typeface="Calibri"/>
                <a:cs typeface="Calibri"/>
              </a:rPr>
              <a:t>g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10" dirty="0">
                <a:latin typeface="Calibri"/>
                <a:cs typeface="Calibri"/>
              </a:rPr>
              <a:t>t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4299" rIns="0" bIns="0" rtlCol="0">
            <a:spAutoFit/>
          </a:bodyPr>
          <a:lstStyle/>
          <a:p>
            <a:pPr marL="135255">
              <a:lnSpc>
                <a:spcPct val="100000"/>
              </a:lnSpc>
            </a:pPr>
            <a:r>
              <a:rPr spc="-5" dirty="0">
                <a:latin typeface="Calibri"/>
                <a:cs typeface="Calibri"/>
              </a:rPr>
              <a:t>E</a:t>
            </a:r>
            <a:r>
              <a:rPr spc="-55" dirty="0">
                <a:latin typeface="Calibri"/>
                <a:cs typeface="Calibri"/>
              </a:rPr>
              <a:t>x</a:t>
            </a:r>
            <a:r>
              <a:rPr spc="-10" dirty="0">
                <a:latin typeface="Calibri"/>
                <a:cs typeface="Calibri"/>
              </a:rPr>
              <a:t>a</a:t>
            </a:r>
            <a:r>
              <a:rPr spc="-30" dirty="0">
                <a:latin typeface="Calibri"/>
                <a:cs typeface="Calibri"/>
              </a:rPr>
              <a:t>m</a:t>
            </a:r>
            <a:r>
              <a:rPr spc="-10" dirty="0">
                <a:latin typeface="Calibri"/>
                <a:cs typeface="Calibri"/>
              </a:rPr>
              <a:t>p</a:t>
            </a:r>
            <a:r>
              <a:rPr spc="-5" dirty="0">
                <a:latin typeface="Calibri"/>
                <a:cs typeface="Calibri"/>
              </a:rPr>
              <a:t>l</a:t>
            </a:r>
            <a:r>
              <a:rPr spc="-20" dirty="0">
                <a:latin typeface="Calibri"/>
                <a:cs typeface="Calibri"/>
              </a:rPr>
              <a:t>e</a:t>
            </a:r>
            <a:r>
              <a:rPr spc="-105" dirty="0">
                <a:latin typeface="Times New Roman"/>
                <a:cs typeface="Times New Roman"/>
              </a:rPr>
              <a:t> </a:t>
            </a:r>
            <a:r>
              <a:rPr dirty="0">
                <a:latin typeface="Calibri"/>
                <a:cs typeface="Calibri"/>
              </a:rPr>
              <a:t>–</a:t>
            </a:r>
            <a:r>
              <a:rPr spc="-85" dirty="0">
                <a:latin typeface="Times New Roman"/>
                <a:cs typeface="Times New Roman"/>
              </a:rPr>
              <a:t> </a:t>
            </a:r>
            <a:r>
              <a:rPr spc="-30" dirty="0">
                <a:latin typeface="Calibri"/>
                <a:cs typeface="Calibri"/>
              </a:rPr>
              <a:t>A</a:t>
            </a:r>
            <a:r>
              <a:rPr spc="5" dirty="0">
                <a:latin typeface="Calibri"/>
                <a:cs typeface="Calibri"/>
              </a:rPr>
              <a:t>x</a:t>
            </a:r>
            <a:r>
              <a:rPr spc="-5" dirty="0">
                <a:latin typeface="Calibri"/>
                <a:cs typeface="Calibri"/>
              </a:rPr>
              <a:t>i</a:t>
            </a:r>
            <a:r>
              <a:rPr spc="-10" dirty="0">
                <a:latin typeface="Calibri"/>
                <a:cs typeface="Calibri"/>
              </a:rPr>
              <a:t>a</a:t>
            </a:r>
            <a:r>
              <a:rPr dirty="0">
                <a:latin typeface="Calibri"/>
                <a:cs typeface="Calibri"/>
              </a:rPr>
              <a:t>l</a:t>
            </a:r>
            <a:r>
              <a:rPr spc="-90" dirty="0">
                <a:latin typeface="Times New Roman"/>
                <a:cs typeface="Times New Roman"/>
              </a:rPr>
              <a:t> </a:t>
            </a:r>
            <a:r>
              <a:rPr spc="-105" dirty="0">
                <a:latin typeface="Calibri"/>
                <a:cs typeface="Calibri"/>
              </a:rPr>
              <a:t>F</a:t>
            </a:r>
            <a:r>
              <a:rPr spc="-10" dirty="0">
                <a:latin typeface="Calibri"/>
                <a:cs typeface="Calibri"/>
              </a:rPr>
              <a:t>a</a:t>
            </a:r>
            <a:r>
              <a:rPr dirty="0">
                <a:latin typeface="Calibri"/>
                <a:cs typeface="Calibri"/>
              </a:rPr>
              <a:t>n</a:t>
            </a:r>
          </a:p>
        </p:txBody>
      </p:sp>
      <p:sp>
        <p:nvSpPr>
          <p:cNvPr id="5" name="object 5"/>
          <p:cNvSpPr/>
          <p:nvPr/>
        </p:nvSpPr>
        <p:spPr>
          <a:xfrm>
            <a:off x="1813560" y="3106430"/>
            <a:ext cx="1617980" cy="1905"/>
          </a:xfrm>
          <a:custGeom>
            <a:avLst/>
            <a:gdLst/>
            <a:ahLst/>
            <a:cxnLst/>
            <a:rect l="l" t="t" r="r" b="b"/>
            <a:pathLst>
              <a:path w="1617979" h="1905">
                <a:moveTo>
                  <a:pt x="1617939" y="1554"/>
                </a:moveTo>
                <a:lnTo>
                  <a:pt x="0" y="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355268" y="3063453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5" h="88900">
                <a:moveTo>
                  <a:pt x="60" y="0"/>
                </a:moveTo>
                <a:lnTo>
                  <a:pt x="76230" y="44531"/>
                </a:lnTo>
                <a:lnTo>
                  <a:pt x="0" y="8891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509259" y="3131820"/>
            <a:ext cx="1617980" cy="1905"/>
          </a:xfrm>
          <a:custGeom>
            <a:avLst/>
            <a:gdLst/>
            <a:ahLst/>
            <a:cxnLst/>
            <a:rect l="l" t="t" r="r" b="b"/>
            <a:pathLst>
              <a:path w="1617979" h="1905">
                <a:moveTo>
                  <a:pt x="1617939" y="1554"/>
                </a:moveTo>
                <a:lnTo>
                  <a:pt x="0" y="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050968" y="3088873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4" h="88900">
                <a:moveTo>
                  <a:pt x="60" y="0"/>
                </a:moveTo>
                <a:lnTo>
                  <a:pt x="76230" y="44531"/>
                </a:lnTo>
                <a:lnTo>
                  <a:pt x="0" y="88879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012977" y="2476165"/>
            <a:ext cx="598805" cy="362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19486" y="2440605"/>
            <a:ext cx="619760" cy="362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100" dirty="0">
                <a:latin typeface="Times New Roman"/>
                <a:cs typeface="Times New Roman"/>
              </a:rPr>
              <a:t>u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endParaRPr sz="265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05242" y="3288458"/>
            <a:ext cx="1231265" cy="431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-25" dirty="0">
                <a:solidFill>
                  <a:srgbClr val="4471C4"/>
                </a:solidFill>
                <a:latin typeface="Calibri"/>
                <a:cs typeface="Calibri"/>
              </a:rPr>
              <a:t>v</a:t>
            </a:r>
            <a:r>
              <a:rPr sz="3200" spc="-10" dirty="0">
                <a:solidFill>
                  <a:srgbClr val="4471C4"/>
                </a:solidFill>
                <a:latin typeface="Calibri"/>
                <a:cs typeface="Calibri"/>
              </a:rPr>
              <a:t>o</a:t>
            </a:r>
            <a:r>
              <a:rPr sz="3200" spc="5" dirty="0">
                <a:solidFill>
                  <a:srgbClr val="4471C4"/>
                </a:solidFill>
                <a:latin typeface="Calibri"/>
                <a:cs typeface="Calibri"/>
              </a:rPr>
              <a:t>l</a:t>
            </a:r>
            <a:r>
              <a:rPr sz="3200" spc="-50" dirty="0">
                <a:solidFill>
                  <a:srgbClr val="4471C4"/>
                </a:solidFill>
                <a:latin typeface="Calibri"/>
                <a:cs typeface="Calibri"/>
              </a:rPr>
              <a:t>t</a:t>
            </a:r>
            <a:r>
              <a:rPr sz="3200" spc="5" dirty="0">
                <a:solidFill>
                  <a:srgbClr val="4471C4"/>
                </a:solidFill>
                <a:latin typeface="Calibri"/>
                <a:cs typeface="Calibri"/>
              </a:rPr>
              <a:t>a</a:t>
            </a:r>
            <a:r>
              <a:rPr sz="3200" spc="-45" dirty="0">
                <a:solidFill>
                  <a:srgbClr val="4471C4"/>
                </a:solidFill>
                <a:latin typeface="Calibri"/>
                <a:cs typeface="Calibri"/>
              </a:rPr>
              <a:t>g</a:t>
            </a:r>
            <a:r>
              <a:rPr sz="3200" spc="-20" dirty="0">
                <a:solidFill>
                  <a:srgbClr val="4471C4"/>
                </a:solidFill>
                <a:latin typeface="Calibri"/>
                <a:cs typeface="Calibri"/>
              </a:rPr>
              <a:t>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793274" y="3245786"/>
            <a:ext cx="1177290" cy="431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5" dirty="0">
                <a:solidFill>
                  <a:srgbClr val="4471C4"/>
                </a:solidFill>
                <a:latin typeface="Calibri"/>
                <a:cs typeface="Calibri"/>
              </a:rPr>
              <a:t>ai</a:t>
            </a:r>
            <a:r>
              <a:rPr sz="3200" dirty="0">
                <a:solidFill>
                  <a:srgbClr val="4471C4"/>
                </a:solidFill>
                <a:latin typeface="Calibri"/>
                <a:cs typeface="Calibri"/>
              </a:rPr>
              <a:t>rfl</a:t>
            </a:r>
            <a:r>
              <a:rPr sz="3200" spc="-30" dirty="0">
                <a:solidFill>
                  <a:srgbClr val="4471C4"/>
                </a:solidFill>
                <a:latin typeface="Calibri"/>
                <a:cs typeface="Calibri"/>
              </a:rPr>
              <a:t>o</a:t>
            </a:r>
            <a:r>
              <a:rPr sz="3200" spc="-25" dirty="0">
                <a:solidFill>
                  <a:srgbClr val="4471C4"/>
                </a:solidFill>
                <a:latin typeface="Calibri"/>
                <a:cs typeface="Calibri"/>
              </a:rPr>
              <a:t>w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440429" y="2404110"/>
            <a:ext cx="2082800" cy="1460500"/>
          </a:xfrm>
          <a:custGeom>
            <a:avLst/>
            <a:gdLst/>
            <a:ahLst/>
            <a:cxnLst/>
            <a:rect l="l" t="t" r="r" b="b"/>
            <a:pathLst>
              <a:path w="2082800" h="1460500">
                <a:moveTo>
                  <a:pt x="1839376" y="0"/>
                </a:moveTo>
                <a:lnTo>
                  <a:pt x="243413" y="0"/>
                </a:lnTo>
                <a:lnTo>
                  <a:pt x="223447" y="806"/>
                </a:lnTo>
                <a:lnTo>
                  <a:pt x="184913" y="7073"/>
                </a:lnTo>
                <a:lnTo>
                  <a:pt x="148660" y="19126"/>
                </a:lnTo>
                <a:lnTo>
                  <a:pt x="99650" y="46960"/>
                </a:lnTo>
                <a:lnTo>
                  <a:pt x="58589" y="84996"/>
                </a:lnTo>
                <a:lnTo>
                  <a:pt x="27166" y="131544"/>
                </a:lnTo>
                <a:lnTo>
                  <a:pt x="7073" y="184913"/>
                </a:lnTo>
                <a:lnTo>
                  <a:pt x="806" y="223447"/>
                </a:lnTo>
                <a:lnTo>
                  <a:pt x="0" y="243413"/>
                </a:lnTo>
                <a:lnTo>
                  <a:pt x="0" y="1217066"/>
                </a:lnTo>
                <a:lnTo>
                  <a:pt x="3185" y="1256553"/>
                </a:lnTo>
                <a:lnTo>
                  <a:pt x="12408" y="1294011"/>
                </a:lnTo>
                <a:lnTo>
                  <a:pt x="36465" y="1345299"/>
                </a:lnTo>
                <a:lnTo>
                  <a:pt x="71288" y="1389202"/>
                </a:lnTo>
                <a:lnTo>
                  <a:pt x="115187" y="1424031"/>
                </a:lnTo>
                <a:lnTo>
                  <a:pt x="166470" y="1448093"/>
                </a:lnTo>
                <a:lnTo>
                  <a:pt x="203927" y="1457317"/>
                </a:lnTo>
                <a:lnTo>
                  <a:pt x="243413" y="1460504"/>
                </a:lnTo>
                <a:lnTo>
                  <a:pt x="1839376" y="1460504"/>
                </a:lnTo>
                <a:lnTo>
                  <a:pt x="1878862" y="1457317"/>
                </a:lnTo>
                <a:lnTo>
                  <a:pt x="1916319" y="1448093"/>
                </a:lnTo>
                <a:lnTo>
                  <a:pt x="1967602" y="1424031"/>
                </a:lnTo>
                <a:lnTo>
                  <a:pt x="2011500" y="1389202"/>
                </a:lnTo>
                <a:lnTo>
                  <a:pt x="2046324" y="1345299"/>
                </a:lnTo>
                <a:lnTo>
                  <a:pt x="2070381" y="1294011"/>
                </a:lnTo>
                <a:lnTo>
                  <a:pt x="2079604" y="1256553"/>
                </a:lnTo>
                <a:lnTo>
                  <a:pt x="2082789" y="1217066"/>
                </a:lnTo>
                <a:lnTo>
                  <a:pt x="2082789" y="243413"/>
                </a:lnTo>
                <a:lnTo>
                  <a:pt x="2079604" y="203927"/>
                </a:lnTo>
                <a:lnTo>
                  <a:pt x="2070381" y="166470"/>
                </a:lnTo>
                <a:lnTo>
                  <a:pt x="2046324" y="115187"/>
                </a:lnTo>
                <a:lnTo>
                  <a:pt x="2011500" y="71288"/>
                </a:lnTo>
                <a:lnTo>
                  <a:pt x="1967602" y="36465"/>
                </a:lnTo>
                <a:lnTo>
                  <a:pt x="1916319" y="12408"/>
                </a:lnTo>
                <a:lnTo>
                  <a:pt x="1878862" y="3185"/>
                </a:lnTo>
                <a:lnTo>
                  <a:pt x="183937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440429" y="2404110"/>
            <a:ext cx="2082800" cy="1460500"/>
          </a:xfrm>
          <a:custGeom>
            <a:avLst/>
            <a:gdLst/>
            <a:ahLst/>
            <a:cxnLst/>
            <a:rect l="l" t="t" r="r" b="b"/>
            <a:pathLst>
              <a:path w="2082800" h="1460500">
                <a:moveTo>
                  <a:pt x="0" y="243413"/>
                </a:moveTo>
                <a:lnTo>
                  <a:pt x="3185" y="203927"/>
                </a:lnTo>
                <a:lnTo>
                  <a:pt x="12408" y="166470"/>
                </a:lnTo>
                <a:lnTo>
                  <a:pt x="36465" y="115187"/>
                </a:lnTo>
                <a:lnTo>
                  <a:pt x="71288" y="71288"/>
                </a:lnTo>
                <a:lnTo>
                  <a:pt x="115187" y="36465"/>
                </a:lnTo>
                <a:lnTo>
                  <a:pt x="166470" y="12408"/>
                </a:lnTo>
                <a:lnTo>
                  <a:pt x="203927" y="3185"/>
                </a:lnTo>
                <a:lnTo>
                  <a:pt x="243413" y="0"/>
                </a:lnTo>
                <a:lnTo>
                  <a:pt x="1839376" y="0"/>
                </a:lnTo>
                <a:lnTo>
                  <a:pt x="1878862" y="3185"/>
                </a:lnTo>
                <a:lnTo>
                  <a:pt x="1916319" y="12408"/>
                </a:lnTo>
                <a:lnTo>
                  <a:pt x="1967602" y="36465"/>
                </a:lnTo>
                <a:lnTo>
                  <a:pt x="2011500" y="71288"/>
                </a:lnTo>
                <a:lnTo>
                  <a:pt x="2046324" y="115187"/>
                </a:lnTo>
                <a:lnTo>
                  <a:pt x="2070381" y="166470"/>
                </a:lnTo>
                <a:lnTo>
                  <a:pt x="2079604" y="203927"/>
                </a:lnTo>
                <a:lnTo>
                  <a:pt x="2082789" y="243413"/>
                </a:lnTo>
                <a:lnTo>
                  <a:pt x="2082789" y="1217066"/>
                </a:lnTo>
                <a:lnTo>
                  <a:pt x="2079604" y="1256553"/>
                </a:lnTo>
                <a:lnTo>
                  <a:pt x="2070381" y="1294011"/>
                </a:lnTo>
                <a:lnTo>
                  <a:pt x="2046324" y="1345299"/>
                </a:lnTo>
                <a:lnTo>
                  <a:pt x="2011500" y="1389202"/>
                </a:lnTo>
                <a:lnTo>
                  <a:pt x="1967602" y="1424031"/>
                </a:lnTo>
                <a:lnTo>
                  <a:pt x="1916319" y="1448093"/>
                </a:lnTo>
                <a:lnTo>
                  <a:pt x="1878862" y="1457317"/>
                </a:lnTo>
                <a:lnTo>
                  <a:pt x="1839376" y="1460504"/>
                </a:lnTo>
                <a:lnTo>
                  <a:pt x="243413" y="1460504"/>
                </a:lnTo>
                <a:lnTo>
                  <a:pt x="203927" y="1457317"/>
                </a:lnTo>
                <a:lnTo>
                  <a:pt x="166470" y="1448093"/>
                </a:lnTo>
                <a:lnTo>
                  <a:pt x="115187" y="1424031"/>
                </a:lnTo>
                <a:lnTo>
                  <a:pt x="71288" y="1389202"/>
                </a:lnTo>
                <a:lnTo>
                  <a:pt x="36465" y="1345299"/>
                </a:lnTo>
                <a:lnTo>
                  <a:pt x="12408" y="1294011"/>
                </a:lnTo>
                <a:lnTo>
                  <a:pt x="3185" y="1256553"/>
                </a:lnTo>
                <a:lnTo>
                  <a:pt x="0" y="1217066"/>
                </a:lnTo>
                <a:lnTo>
                  <a:pt x="0" y="243413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927705" y="3172757"/>
            <a:ext cx="1256030" cy="0"/>
          </a:xfrm>
          <a:custGeom>
            <a:avLst/>
            <a:gdLst/>
            <a:ahLst/>
            <a:cxnLst/>
            <a:rect l="l" t="t" r="r" b="b"/>
            <a:pathLst>
              <a:path w="1256029">
                <a:moveTo>
                  <a:pt x="0" y="0"/>
                </a:moveTo>
                <a:lnTo>
                  <a:pt x="1255589" y="0"/>
                </a:lnTo>
              </a:path>
            </a:pathLst>
          </a:custGeom>
          <a:ln w="136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107183" y="2687355"/>
            <a:ext cx="855980" cy="438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50" dirty="0">
                <a:latin typeface="Times New Roman"/>
                <a:cs typeface="Times New Roman"/>
              </a:rPr>
              <a:t>1.</a:t>
            </a:r>
            <a:r>
              <a:rPr sz="2550" spc="160" dirty="0">
                <a:latin typeface="Times New Roman"/>
                <a:cs typeface="Times New Roman"/>
              </a:rPr>
              <a:t>6</a:t>
            </a:r>
            <a:r>
              <a:rPr sz="2550" i="1" spc="175" dirty="0">
                <a:latin typeface="Times New Roman"/>
                <a:cs typeface="Times New Roman"/>
              </a:rPr>
              <a:t>z</a:t>
            </a:r>
            <a:r>
              <a:rPr sz="2850" baseline="33625" dirty="0">
                <a:latin typeface="Symbol"/>
                <a:cs typeface="Symbol"/>
              </a:rPr>
              <a:t></a:t>
            </a:r>
            <a:r>
              <a:rPr sz="2850" spc="7" baseline="33625" dirty="0">
                <a:latin typeface="Times New Roman"/>
                <a:cs typeface="Times New Roman"/>
              </a:rPr>
              <a:t>1</a:t>
            </a:r>
            <a:endParaRPr sz="2850" baseline="33625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2240">
              <a:lnSpc>
                <a:spcPct val="100000"/>
              </a:lnSpc>
            </a:pPr>
            <a:r>
              <a:rPr spc="-10" dirty="0">
                <a:latin typeface="Calibri"/>
                <a:cs typeface="Calibri"/>
              </a:rPr>
              <a:t>4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3901443" y="3187108"/>
            <a:ext cx="1267460" cy="437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50" spc="200" dirty="0">
                <a:latin typeface="Times New Roman"/>
                <a:cs typeface="Times New Roman"/>
              </a:rPr>
              <a:t>1</a:t>
            </a:r>
            <a:r>
              <a:rPr sz="2550" dirty="0">
                <a:latin typeface="Symbol"/>
                <a:cs typeface="Symbol"/>
              </a:rPr>
              <a:t></a:t>
            </a:r>
            <a:r>
              <a:rPr sz="2550" spc="-24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0.</a:t>
            </a:r>
            <a:r>
              <a:rPr sz="2550" spc="114" dirty="0">
                <a:latin typeface="Times New Roman"/>
                <a:cs typeface="Times New Roman"/>
              </a:rPr>
              <a:t>8</a:t>
            </a:r>
            <a:r>
              <a:rPr sz="2550" i="1" spc="175" dirty="0">
                <a:latin typeface="Times New Roman"/>
                <a:cs typeface="Times New Roman"/>
              </a:rPr>
              <a:t>z</a:t>
            </a:r>
            <a:r>
              <a:rPr sz="2850" baseline="33625" dirty="0">
                <a:latin typeface="Symbol"/>
                <a:cs typeface="Symbol"/>
              </a:rPr>
              <a:t></a:t>
            </a:r>
            <a:r>
              <a:rPr sz="2850" spc="7" baseline="33625" dirty="0">
                <a:latin typeface="Times New Roman"/>
                <a:cs typeface="Times New Roman"/>
              </a:rPr>
              <a:t>1</a:t>
            </a:r>
            <a:endParaRPr sz="2850" baseline="33625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554479" y="4203704"/>
            <a:ext cx="5285740" cy="627380"/>
          </a:xfrm>
          <a:custGeom>
            <a:avLst/>
            <a:gdLst/>
            <a:ahLst/>
            <a:cxnLst/>
            <a:rect l="l" t="t" r="r" b="b"/>
            <a:pathLst>
              <a:path w="5285740" h="627379">
                <a:moveTo>
                  <a:pt x="5181173" y="0"/>
                </a:moveTo>
                <a:lnTo>
                  <a:pt x="95093" y="422"/>
                </a:lnTo>
                <a:lnTo>
                  <a:pt x="54661" y="12652"/>
                </a:lnTo>
                <a:lnTo>
                  <a:pt x="23056" y="39057"/>
                </a:lnTo>
                <a:lnTo>
                  <a:pt x="3961" y="75953"/>
                </a:lnTo>
                <a:lnTo>
                  <a:pt x="0" y="104561"/>
                </a:lnTo>
                <a:lnTo>
                  <a:pt x="423" y="532292"/>
                </a:lnTo>
                <a:lnTo>
                  <a:pt x="12655" y="572722"/>
                </a:lnTo>
                <a:lnTo>
                  <a:pt x="39060" y="604328"/>
                </a:lnTo>
                <a:lnTo>
                  <a:pt x="75955" y="623425"/>
                </a:lnTo>
                <a:lnTo>
                  <a:pt x="104561" y="627388"/>
                </a:lnTo>
                <a:lnTo>
                  <a:pt x="5190664" y="626963"/>
                </a:lnTo>
                <a:lnTo>
                  <a:pt x="5231094" y="614725"/>
                </a:lnTo>
                <a:lnTo>
                  <a:pt x="5262696" y="588316"/>
                </a:lnTo>
                <a:lnTo>
                  <a:pt x="5281788" y="551419"/>
                </a:lnTo>
                <a:lnTo>
                  <a:pt x="5285750" y="522814"/>
                </a:lnTo>
                <a:lnTo>
                  <a:pt x="5285326" y="95081"/>
                </a:lnTo>
                <a:lnTo>
                  <a:pt x="5273092" y="54654"/>
                </a:lnTo>
                <a:lnTo>
                  <a:pt x="5246685" y="23053"/>
                </a:lnTo>
                <a:lnTo>
                  <a:pt x="5209784" y="3961"/>
                </a:lnTo>
                <a:lnTo>
                  <a:pt x="5181173" y="0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7567" y="957206"/>
            <a:ext cx="2753995" cy="457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g</a:t>
            </a:r>
            <a:r>
              <a:rPr sz="3400" spc="-80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9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Co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ol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402317" y="2057674"/>
            <a:ext cx="875030" cy="515620"/>
          </a:xfrm>
          <a:custGeom>
            <a:avLst/>
            <a:gdLst/>
            <a:ahLst/>
            <a:cxnLst/>
            <a:rect l="l" t="t" r="r" b="b"/>
            <a:pathLst>
              <a:path w="875029" h="515619">
                <a:moveTo>
                  <a:pt x="0" y="515172"/>
                </a:moveTo>
                <a:lnTo>
                  <a:pt x="874775" y="515172"/>
                </a:lnTo>
                <a:lnTo>
                  <a:pt x="874775" y="0"/>
                </a:lnTo>
                <a:lnTo>
                  <a:pt x="0" y="0"/>
                </a:lnTo>
                <a:lnTo>
                  <a:pt x="0" y="5151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511929" y="2057653"/>
            <a:ext cx="875030" cy="536575"/>
          </a:xfrm>
          <a:custGeom>
            <a:avLst/>
            <a:gdLst/>
            <a:ahLst/>
            <a:cxnLst/>
            <a:rect l="l" t="t" r="r" b="b"/>
            <a:pathLst>
              <a:path w="875029" h="536575">
                <a:moveTo>
                  <a:pt x="0" y="536530"/>
                </a:moveTo>
                <a:lnTo>
                  <a:pt x="874775" y="536530"/>
                </a:lnTo>
                <a:lnTo>
                  <a:pt x="874775" y="0"/>
                </a:lnTo>
                <a:lnTo>
                  <a:pt x="0" y="0"/>
                </a:lnTo>
                <a:lnTo>
                  <a:pt x="0" y="53653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724760" y="2151941"/>
            <a:ext cx="480059" cy="292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i="1" spc="75" dirty="0">
                <a:latin typeface="Times New Roman"/>
                <a:cs typeface="Times New Roman"/>
              </a:rPr>
              <a:t>y</a:t>
            </a:r>
            <a:r>
              <a:rPr sz="2100" spc="30" dirty="0">
                <a:latin typeface="Times New Roman"/>
                <a:cs typeface="Times New Roman"/>
              </a:rPr>
              <a:t>(</a:t>
            </a:r>
            <a:r>
              <a:rPr sz="2100" i="1" spc="-10" dirty="0">
                <a:latin typeface="Times New Roman"/>
                <a:cs typeface="Times New Roman"/>
              </a:rPr>
              <a:t>k</a:t>
            </a:r>
            <a:r>
              <a:rPr sz="2100" i="1" spc="-34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)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378070" y="2201786"/>
            <a:ext cx="400050" cy="384810"/>
          </a:xfrm>
          <a:custGeom>
            <a:avLst/>
            <a:gdLst/>
            <a:ahLst/>
            <a:cxnLst/>
            <a:rect l="l" t="t" r="r" b="b"/>
            <a:pathLst>
              <a:path w="400050" h="384810">
                <a:moveTo>
                  <a:pt x="0" y="384380"/>
                </a:moveTo>
                <a:lnTo>
                  <a:pt x="400049" y="384380"/>
                </a:lnTo>
                <a:lnTo>
                  <a:pt x="400049" y="0"/>
                </a:lnTo>
                <a:lnTo>
                  <a:pt x="0" y="0"/>
                </a:lnTo>
                <a:lnTo>
                  <a:pt x="0" y="3843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397380" y="2248383"/>
            <a:ext cx="150495" cy="2470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50" spc="-10" dirty="0">
                <a:latin typeface="Times New Roman"/>
                <a:cs typeface="Times New Roman"/>
              </a:rPr>
              <a:t>+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362068" y="2767678"/>
            <a:ext cx="400050" cy="384810"/>
          </a:xfrm>
          <a:custGeom>
            <a:avLst/>
            <a:gdLst/>
            <a:ahLst/>
            <a:cxnLst/>
            <a:rect l="l" t="t" r="r" b="b"/>
            <a:pathLst>
              <a:path w="400050" h="384810">
                <a:moveTo>
                  <a:pt x="0" y="384380"/>
                </a:moveTo>
                <a:lnTo>
                  <a:pt x="400049" y="384380"/>
                </a:lnTo>
                <a:lnTo>
                  <a:pt x="400049" y="0"/>
                </a:lnTo>
                <a:lnTo>
                  <a:pt x="0" y="0"/>
                </a:lnTo>
                <a:lnTo>
                  <a:pt x="0" y="3843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381378" y="2814283"/>
            <a:ext cx="99695" cy="2470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50" spc="-10" dirty="0">
                <a:latin typeface="Times New Roman"/>
                <a:cs typeface="Times New Roman"/>
              </a:rPr>
              <a:t>-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279775" y="2100376"/>
            <a:ext cx="1290955" cy="1001394"/>
          </a:xfrm>
          <a:custGeom>
            <a:avLst/>
            <a:gdLst/>
            <a:ahLst/>
            <a:cxnLst/>
            <a:rect l="l" t="t" r="r" b="b"/>
            <a:pathLst>
              <a:path w="1290954" h="1001394">
                <a:moveTo>
                  <a:pt x="0" y="1000993"/>
                </a:moveTo>
                <a:lnTo>
                  <a:pt x="1290827" y="1000993"/>
                </a:lnTo>
                <a:lnTo>
                  <a:pt x="1290827" y="0"/>
                </a:lnTo>
                <a:lnTo>
                  <a:pt x="0" y="0"/>
                </a:lnTo>
                <a:lnTo>
                  <a:pt x="0" y="100099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279774" y="2100374"/>
            <a:ext cx="1290955" cy="1001394"/>
          </a:xfrm>
          <a:custGeom>
            <a:avLst/>
            <a:gdLst/>
            <a:ahLst/>
            <a:cxnLst/>
            <a:rect l="l" t="t" r="r" b="b"/>
            <a:pathLst>
              <a:path w="1290954" h="1001394">
                <a:moveTo>
                  <a:pt x="0" y="0"/>
                </a:moveTo>
                <a:lnTo>
                  <a:pt x="1290817" y="0"/>
                </a:lnTo>
                <a:lnTo>
                  <a:pt x="1290817" y="1000997"/>
                </a:lnTo>
                <a:lnTo>
                  <a:pt x="0" y="1000997"/>
                </a:lnTo>
                <a:lnTo>
                  <a:pt x="0" y="0"/>
                </a:lnTo>
                <a:close/>
              </a:path>
            </a:pathLst>
          </a:custGeom>
          <a:ln w="16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492327" y="2635579"/>
            <a:ext cx="845819" cy="0"/>
          </a:xfrm>
          <a:custGeom>
            <a:avLst/>
            <a:gdLst/>
            <a:ahLst/>
            <a:cxnLst/>
            <a:rect l="l" t="t" r="r" b="b"/>
            <a:pathLst>
              <a:path w="845820">
                <a:moveTo>
                  <a:pt x="0" y="0"/>
                </a:moveTo>
                <a:lnTo>
                  <a:pt x="845821" y="0"/>
                </a:lnTo>
              </a:path>
            </a:pathLst>
          </a:custGeom>
          <a:ln w="111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089540" y="2638444"/>
            <a:ext cx="245745" cy="2514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50" spc="-114" dirty="0">
                <a:latin typeface="Symbol"/>
                <a:cs typeface="Symbol"/>
              </a:rPr>
              <a:t></a:t>
            </a:r>
            <a:r>
              <a:rPr sz="1750" spc="-10" dirty="0">
                <a:latin typeface="Times New Roman"/>
                <a:cs typeface="Times New Roman"/>
              </a:rPr>
              <a:t>1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655244" y="2222487"/>
            <a:ext cx="514350" cy="3797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150" i="1" spc="-22" baseline="-25132" dirty="0">
                <a:latin typeface="Times New Roman"/>
                <a:cs typeface="Times New Roman"/>
              </a:rPr>
              <a:t>b</a:t>
            </a:r>
            <a:r>
              <a:rPr sz="3150" i="1" spc="209" baseline="-25132" dirty="0">
                <a:latin typeface="Times New Roman"/>
                <a:cs typeface="Times New Roman"/>
              </a:rPr>
              <a:t>z</a:t>
            </a:r>
            <a:r>
              <a:rPr sz="1750" spc="-15" dirty="0">
                <a:latin typeface="Symbol"/>
                <a:cs typeface="Symbol"/>
              </a:rPr>
              <a:t></a:t>
            </a:r>
            <a:r>
              <a:rPr sz="1750" spc="-10" dirty="0">
                <a:latin typeface="Times New Roman"/>
                <a:cs typeface="Times New Roman"/>
              </a:rPr>
              <a:t>1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468510" y="2721405"/>
            <a:ext cx="627380" cy="296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spc="-15" dirty="0">
                <a:latin typeface="Times New Roman"/>
                <a:cs typeface="Times New Roman"/>
              </a:rPr>
              <a:t>1</a:t>
            </a:r>
            <a:r>
              <a:rPr sz="2100" spc="-305" dirty="0">
                <a:latin typeface="Times New Roman"/>
                <a:cs typeface="Times New Roman"/>
              </a:rPr>
              <a:t> </a:t>
            </a:r>
            <a:r>
              <a:rPr sz="2100" spc="-15" dirty="0">
                <a:latin typeface="Symbol"/>
                <a:cs typeface="Symbol"/>
              </a:rPr>
              <a:t></a:t>
            </a:r>
            <a:r>
              <a:rPr sz="2100" spc="-80" dirty="0">
                <a:latin typeface="Times New Roman"/>
                <a:cs typeface="Times New Roman"/>
              </a:rPr>
              <a:t> </a:t>
            </a:r>
            <a:r>
              <a:rPr sz="2100" i="1" spc="-10" dirty="0">
                <a:latin typeface="Times New Roman"/>
                <a:cs typeface="Times New Roman"/>
              </a:rPr>
              <a:t>az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778121" y="2602199"/>
            <a:ext cx="365760" cy="0"/>
          </a:xfrm>
          <a:custGeom>
            <a:avLst/>
            <a:gdLst/>
            <a:ahLst/>
            <a:cxnLst/>
            <a:rect l="l" t="t" r="r" b="b"/>
            <a:pathLst>
              <a:path w="365760">
                <a:moveTo>
                  <a:pt x="0" y="0"/>
                </a:moveTo>
                <a:lnTo>
                  <a:pt x="365382" y="0"/>
                </a:lnTo>
              </a:path>
            </a:pathLst>
          </a:custGeom>
          <a:ln w="160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138159" y="2516764"/>
            <a:ext cx="173990" cy="173990"/>
          </a:xfrm>
          <a:custGeom>
            <a:avLst/>
            <a:gdLst/>
            <a:ahLst/>
            <a:cxnLst/>
            <a:rect l="l" t="t" r="r" b="b"/>
            <a:pathLst>
              <a:path w="173989" h="173989">
                <a:moveTo>
                  <a:pt x="0" y="0"/>
                </a:moveTo>
                <a:lnTo>
                  <a:pt x="0" y="173522"/>
                </a:lnTo>
                <a:lnTo>
                  <a:pt x="173370" y="8543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977908" y="2313919"/>
            <a:ext cx="1032510" cy="560705"/>
          </a:xfrm>
          <a:custGeom>
            <a:avLst/>
            <a:gdLst/>
            <a:ahLst/>
            <a:cxnLst/>
            <a:rect l="l" t="t" r="r" b="b"/>
            <a:pathLst>
              <a:path w="1032510" h="560705">
                <a:moveTo>
                  <a:pt x="0" y="560557"/>
                </a:moveTo>
                <a:lnTo>
                  <a:pt x="1032116" y="560557"/>
                </a:lnTo>
                <a:lnTo>
                  <a:pt x="1032116" y="0"/>
                </a:lnTo>
                <a:lnTo>
                  <a:pt x="0" y="0"/>
                </a:lnTo>
                <a:lnTo>
                  <a:pt x="0" y="56055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190351" y="2433763"/>
            <a:ext cx="630555" cy="350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i="1" dirty="0">
                <a:latin typeface="Times New Roman"/>
                <a:cs typeface="Times New Roman"/>
              </a:rPr>
              <a:t>y</a:t>
            </a:r>
            <a:r>
              <a:rPr sz="2625" i="1" spc="-15" baseline="-17460" dirty="0">
                <a:latin typeface="Times New Roman"/>
                <a:cs typeface="Times New Roman"/>
              </a:rPr>
              <a:t>d</a:t>
            </a:r>
            <a:r>
              <a:rPr sz="2625" i="1" spc="-89" baseline="-17460" dirty="0">
                <a:latin typeface="Times New Roman"/>
                <a:cs typeface="Times New Roman"/>
              </a:rPr>
              <a:t> </a:t>
            </a:r>
            <a:r>
              <a:rPr sz="2100" spc="45" dirty="0">
                <a:latin typeface="Times New Roman"/>
                <a:cs typeface="Times New Roman"/>
              </a:rPr>
              <a:t>(</a:t>
            </a:r>
            <a:r>
              <a:rPr sz="2100" i="1" spc="-10" dirty="0">
                <a:latin typeface="Times New Roman"/>
                <a:cs typeface="Times New Roman"/>
              </a:rPr>
              <a:t>k</a:t>
            </a:r>
            <a:r>
              <a:rPr sz="2100" i="1" spc="-34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)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471415" y="2437113"/>
            <a:ext cx="283210" cy="282575"/>
          </a:xfrm>
          <a:custGeom>
            <a:avLst/>
            <a:gdLst/>
            <a:ahLst/>
            <a:cxnLst/>
            <a:rect l="l" t="t" r="r" b="b"/>
            <a:pathLst>
              <a:path w="283210" h="282575">
                <a:moveTo>
                  <a:pt x="130275" y="0"/>
                </a:moveTo>
                <a:lnTo>
                  <a:pt x="88590" y="9628"/>
                </a:lnTo>
                <a:lnTo>
                  <a:pt x="52764" y="30505"/>
                </a:lnTo>
                <a:lnTo>
                  <a:pt x="24754" y="60675"/>
                </a:lnTo>
                <a:lnTo>
                  <a:pt x="6514" y="98181"/>
                </a:lnTo>
                <a:lnTo>
                  <a:pt x="0" y="141067"/>
                </a:lnTo>
                <a:lnTo>
                  <a:pt x="483" y="152957"/>
                </a:lnTo>
                <a:lnTo>
                  <a:pt x="10284" y="194439"/>
                </a:lnTo>
                <a:lnTo>
                  <a:pt x="31268" y="230073"/>
                </a:lnTo>
                <a:lnTo>
                  <a:pt x="61545" y="257922"/>
                </a:lnTo>
                <a:lnTo>
                  <a:pt x="99224" y="276050"/>
                </a:lnTo>
                <a:lnTo>
                  <a:pt x="142417" y="282521"/>
                </a:lnTo>
                <a:lnTo>
                  <a:pt x="156852" y="281697"/>
                </a:lnTo>
                <a:lnTo>
                  <a:pt x="197256" y="271087"/>
                </a:lnTo>
                <a:lnTo>
                  <a:pt x="231874" y="249531"/>
                </a:lnTo>
                <a:lnTo>
                  <a:pt x="258863" y="218647"/>
                </a:lnTo>
                <a:lnTo>
                  <a:pt x="276383" y="180052"/>
                </a:lnTo>
                <a:lnTo>
                  <a:pt x="282591" y="135367"/>
                </a:lnTo>
                <a:lnTo>
                  <a:pt x="281353" y="121330"/>
                </a:lnTo>
                <a:lnTo>
                  <a:pt x="269839" y="82127"/>
                </a:lnTo>
                <a:lnTo>
                  <a:pt x="247651" y="48645"/>
                </a:lnTo>
                <a:lnTo>
                  <a:pt x="216112" y="22631"/>
                </a:lnTo>
                <a:lnTo>
                  <a:pt x="176545" y="5833"/>
                </a:lnTo>
                <a:lnTo>
                  <a:pt x="13027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471415" y="2437133"/>
            <a:ext cx="283210" cy="282575"/>
          </a:xfrm>
          <a:custGeom>
            <a:avLst/>
            <a:gdLst/>
            <a:ahLst/>
            <a:cxnLst/>
            <a:rect l="l" t="t" r="r" b="b"/>
            <a:pathLst>
              <a:path w="283210" h="282575">
                <a:moveTo>
                  <a:pt x="0" y="141067"/>
                </a:moveTo>
                <a:lnTo>
                  <a:pt x="6514" y="98179"/>
                </a:lnTo>
                <a:lnTo>
                  <a:pt x="24754" y="60673"/>
                </a:lnTo>
                <a:lnTo>
                  <a:pt x="52764" y="30504"/>
                </a:lnTo>
                <a:lnTo>
                  <a:pt x="88590" y="9628"/>
                </a:lnTo>
                <a:lnTo>
                  <a:pt x="130275" y="0"/>
                </a:lnTo>
                <a:lnTo>
                  <a:pt x="146362" y="618"/>
                </a:lnTo>
                <a:lnTo>
                  <a:pt x="190544" y="10300"/>
                </a:lnTo>
                <a:lnTo>
                  <a:pt x="227582" y="30364"/>
                </a:lnTo>
                <a:lnTo>
                  <a:pt x="256151" y="59061"/>
                </a:lnTo>
                <a:lnTo>
                  <a:pt x="274928" y="94645"/>
                </a:lnTo>
                <a:lnTo>
                  <a:pt x="282590" y="135367"/>
                </a:lnTo>
                <a:lnTo>
                  <a:pt x="281892" y="150840"/>
                </a:lnTo>
                <a:lnTo>
                  <a:pt x="271708" y="193676"/>
                </a:lnTo>
                <a:lnTo>
                  <a:pt x="250827" y="229879"/>
                </a:lnTo>
                <a:lnTo>
                  <a:pt x="221090" y="257834"/>
                </a:lnTo>
                <a:lnTo>
                  <a:pt x="184339" y="275920"/>
                </a:lnTo>
                <a:lnTo>
                  <a:pt x="142416" y="282521"/>
                </a:lnTo>
                <a:lnTo>
                  <a:pt x="127523" y="281778"/>
                </a:lnTo>
                <a:lnTo>
                  <a:pt x="85958" y="271207"/>
                </a:lnTo>
                <a:lnTo>
                  <a:pt x="50536" y="249624"/>
                </a:lnTo>
                <a:lnTo>
                  <a:pt x="23147" y="218965"/>
                </a:lnTo>
                <a:lnTo>
                  <a:pt x="5681" y="181166"/>
                </a:lnTo>
                <a:lnTo>
                  <a:pt x="0" y="141067"/>
                </a:lnTo>
                <a:close/>
              </a:path>
            </a:pathLst>
          </a:custGeom>
          <a:ln w="160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503420" y="2476750"/>
            <a:ext cx="216535" cy="200660"/>
          </a:xfrm>
          <a:custGeom>
            <a:avLst/>
            <a:gdLst/>
            <a:ahLst/>
            <a:cxnLst/>
            <a:rect l="l" t="t" r="r" b="b"/>
            <a:pathLst>
              <a:path w="216535" h="200660">
                <a:moveTo>
                  <a:pt x="216024" y="0"/>
                </a:moveTo>
                <a:lnTo>
                  <a:pt x="0" y="200217"/>
                </a:lnTo>
              </a:path>
            </a:pathLst>
          </a:custGeom>
          <a:ln w="160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511421" y="2503431"/>
            <a:ext cx="210820" cy="165735"/>
          </a:xfrm>
          <a:custGeom>
            <a:avLst/>
            <a:gdLst/>
            <a:ahLst/>
            <a:cxnLst/>
            <a:rect l="l" t="t" r="r" b="b"/>
            <a:pathLst>
              <a:path w="210819" h="165735">
                <a:moveTo>
                  <a:pt x="0" y="0"/>
                </a:moveTo>
                <a:lnTo>
                  <a:pt x="210693" y="165516"/>
                </a:lnTo>
              </a:path>
            </a:pathLst>
          </a:custGeom>
          <a:ln w="16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607434" y="3480400"/>
            <a:ext cx="4277995" cy="0"/>
          </a:xfrm>
          <a:custGeom>
            <a:avLst/>
            <a:gdLst/>
            <a:ahLst/>
            <a:cxnLst/>
            <a:rect l="l" t="t" r="r" b="b"/>
            <a:pathLst>
              <a:path w="4277995">
                <a:moveTo>
                  <a:pt x="0" y="0"/>
                </a:moveTo>
                <a:lnTo>
                  <a:pt x="4277880" y="0"/>
                </a:lnTo>
              </a:path>
            </a:pathLst>
          </a:custGeom>
          <a:ln w="160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996690" y="2602199"/>
            <a:ext cx="299085" cy="0"/>
          </a:xfrm>
          <a:custGeom>
            <a:avLst/>
            <a:gdLst/>
            <a:ahLst/>
            <a:cxnLst/>
            <a:rect l="l" t="t" r="r" b="b"/>
            <a:pathLst>
              <a:path w="299085">
                <a:moveTo>
                  <a:pt x="0" y="0"/>
                </a:moveTo>
                <a:lnTo>
                  <a:pt x="298702" y="0"/>
                </a:lnTo>
              </a:path>
            </a:pathLst>
          </a:custGeom>
          <a:ln w="160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290059" y="2516764"/>
            <a:ext cx="173355" cy="173990"/>
          </a:xfrm>
          <a:custGeom>
            <a:avLst/>
            <a:gdLst/>
            <a:ahLst/>
            <a:cxnLst/>
            <a:rect l="l" t="t" r="r" b="b"/>
            <a:pathLst>
              <a:path w="173355" h="173989">
                <a:moveTo>
                  <a:pt x="0" y="0"/>
                </a:moveTo>
                <a:lnTo>
                  <a:pt x="0" y="173522"/>
                </a:lnTo>
                <a:lnTo>
                  <a:pt x="173354" y="8543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597250" y="2578200"/>
            <a:ext cx="1120140" cy="3175"/>
          </a:xfrm>
          <a:custGeom>
            <a:avLst/>
            <a:gdLst/>
            <a:ahLst/>
            <a:cxnLst/>
            <a:rect l="l" t="t" r="r" b="b"/>
            <a:pathLst>
              <a:path w="1120140" h="3175">
                <a:moveTo>
                  <a:pt x="0" y="2652"/>
                </a:moveTo>
                <a:lnTo>
                  <a:pt x="1120142" y="0"/>
                </a:lnTo>
              </a:path>
            </a:pathLst>
          </a:custGeom>
          <a:ln w="160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712079" y="2492745"/>
            <a:ext cx="173355" cy="173990"/>
          </a:xfrm>
          <a:custGeom>
            <a:avLst/>
            <a:gdLst/>
            <a:ahLst/>
            <a:cxnLst/>
            <a:rect l="l" t="t" r="r" b="b"/>
            <a:pathLst>
              <a:path w="173354" h="173989">
                <a:moveTo>
                  <a:pt x="0" y="0"/>
                </a:moveTo>
                <a:lnTo>
                  <a:pt x="0" y="173522"/>
                </a:lnTo>
                <a:lnTo>
                  <a:pt x="173339" y="8543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874620" y="2591526"/>
            <a:ext cx="0" cy="889000"/>
          </a:xfrm>
          <a:custGeom>
            <a:avLst/>
            <a:gdLst/>
            <a:ahLst/>
            <a:cxnLst/>
            <a:rect l="l" t="t" r="r" b="b"/>
            <a:pathLst>
              <a:path h="889000">
                <a:moveTo>
                  <a:pt x="0" y="0"/>
                </a:moveTo>
                <a:lnTo>
                  <a:pt x="0" y="888874"/>
                </a:lnTo>
              </a:path>
            </a:pathLst>
          </a:custGeom>
          <a:ln w="160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607434" y="2914509"/>
            <a:ext cx="0" cy="566420"/>
          </a:xfrm>
          <a:custGeom>
            <a:avLst/>
            <a:gdLst/>
            <a:ahLst/>
            <a:cxnLst/>
            <a:rect l="l" t="t" r="r" b="b"/>
            <a:pathLst>
              <a:path h="566420">
                <a:moveTo>
                  <a:pt x="0" y="565891"/>
                </a:moveTo>
                <a:lnTo>
                  <a:pt x="0" y="0"/>
                </a:lnTo>
              </a:path>
            </a:pathLst>
          </a:custGeom>
          <a:ln w="160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522088" y="2746339"/>
            <a:ext cx="173355" cy="173990"/>
          </a:xfrm>
          <a:custGeom>
            <a:avLst/>
            <a:gdLst/>
            <a:ahLst/>
            <a:cxnLst/>
            <a:rect l="l" t="t" r="r" b="b"/>
            <a:pathLst>
              <a:path w="173355" h="173989">
                <a:moveTo>
                  <a:pt x="85343" y="0"/>
                </a:moveTo>
                <a:lnTo>
                  <a:pt x="0" y="173492"/>
                </a:lnTo>
                <a:lnTo>
                  <a:pt x="173354" y="173492"/>
                </a:lnTo>
                <a:lnTo>
                  <a:pt x="853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133075" y="2506096"/>
            <a:ext cx="173990" cy="173990"/>
          </a:xfrm>
          <a:custGeom>
            <a:avLst/>
            <a:gdLst/>
            <a:ahLst/>
            <a:cxnLst/>
            <a:rect l="l" t="t" r="r" b="b"/>
            <a:pathLst>
              <a:path w="173989" h="173989">
                <a:moveTo>
                  <a:pt x="0" y="0"/>
                </a:moveTo>
                <a:lnTo>
                  <a:pt x="0" y="173522"/>
                </a:lnTo>
                <a:lnTo>
                  <a:pt x="173370" y="8543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311530" y="2124386"/>
            <a:ext cx="1160145" cy="910590"/>
          </a:xfrm>
          <a:custGeom>
            <a:avLst/>
            <a:gdLst/>
            <a:ahLst/>
            <a:cxnLst/>
            <a:rect l="l" t="t" r="r" b="b"/>
            <a:pathLst>
              <a:path w="1160145" h="910589">
                <a:moveTo>
                  <a:pt x="0" y="910233"/>
                </a:moveTo>
                <a:lnTo>
                  <a:pt x="1160144" y="910233"/>
                </a:lnTo>
                <a:lnTo>
                  <a:pt x="1160144" y="0"/>
                </a:lnTo>
                <a:lnTo>
                  <a:pt x="0" y="0"/>
                </a:lnTo>
                <a:lnTo>
                  <a:pt x="0" y="91023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526850" y="2568111"/>
            <a:ext cx="723265" cy="0"/>
          </a:xfrm>
          <a:custGeom>
            <a:avLst/>
            <a:gdLst/>
            <a:ahLst/>
            <a:cxnLst/>
            <a:rect l="l" t="t" r="r" b="b"/>
            <a:pathLst>
              <a:path w="723264">
                <a:moveTo>
                  <a:pt x="0" y="0"/>
                </a:moveTo>
                <a:lnTo>
                  <a:pt x="722921" y="0"/>
                </a:lnTo>
              </a:path>
            </a:pathLst>
          </a:custGeom>
          <a:ln w="111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3533816" y="1648163"/>
            <a:ext cx="3204845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2000" b="1" spc="-15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000" b="1" spc="-30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2000" b="1" spc="-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000" b="1" spc="-1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000" b="1" spc="-10" dirty="0">
                <a:solidFill>
                  <a:srgbClr val="C00000"/>
                </a:solidFill>
                <a:latin typeface="Calibri"/>
                <a:cs typeface="Calibri"/>
              </a:rPr>
              <a:t>ol</a:t>
            </a:r>
            <a:r>
              <a:rPr sz="2000" b="1" spc="-9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spc="-50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2000" b="1" spc="-40" dirty="0">
                <a:solidFill>
                  <a:srgbClr val="C00000"/>
                </a:solidFill>
                <a:latin typeface="Calibri"/>
                <a:cs typeface="Calibri"/>
              </a:rPr>
              <a:t>y</a:t>
            </a:r>
            <a:r>
              <a:rPr sz="2000" b="1" spc="-30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2000" b="1" spc="-2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000" b="1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m</a:t>
            </a:r>
            <a:r>
              <a:rPr sz="20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Calibri"/>
                <a:cs typeface="Calibri"/>
              </a:rPr>
              <a:t>bl</a:t>
            </a: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ock</a:t>
            </a:r>
            <a:r>
              <a:rPr sz="2000" b="1" spc="-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Calibri"/>
                <a:cs typeface="Calibri"/>
              </a:rPr>
              <a:t>di</a:t>
            </a:r>
            <a:r>
              <a:rPr sz="20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000" b="1" spc="-10" dirty="0">
                <a:solidFill>
                  <a:srgbClr val="C00000"/>
                </a:solidFill>
                <a:latin typeface="Calibri"/>
                <a:cs typeface="Calibri"/>
              </a:rPr>
              <a:t>g</a:t>
            </a:r>
            <a:r>
              <a:rPr sz="2000" b="1" spc="-3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0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000" b="1" spc="-10" dirty="0">
                <a:solidFill>
                  <a:srgbClr val="C00000"/>
                </a:solidFill>
                <a:latin typeface="Calibri"/>
                <a:cs typeface="Calibri"/>
              </a:rPr>
              <a:t>m: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46912" y="3857203"/>
            <a:ext cx="5877560" cy="8712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75"/>
              </a:lnSpc>
            </a:pP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2000" b="1" spc="-15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000" b="1" spc="-30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2000" b="1" spc="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000" b="1" spc="-1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000" b="1" spc="-10" dirty="0">
                <a:solidFill>
                  <a:srgbClr val="C00000"/>
                </a:solidFill>
                <a:latin typeface="Calibri"/>
                <a:cs typeface="Calibri"/>
              </a:rPr>
              <a:t>ol</a:t>
            </a:r>
            <a:r>
              <a:rPr sz="2000" b="1" spc="-9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2000" b="1" spc="-30" dirty="0">
                <a:solidFill>
                  <a:srgbClr val="C00000"/>
                </a:solidFill>
                <a:latin typeface="Calibri"/>
                <a:cs typeface="Calibri"/>
              </a:rPr>
              <a:t>g</a:t>
            </a:r>
            <a:r>
              <a:rPr sz="2000" b="1" spc="-15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000" b="1" spc="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000" b="1" spc="-5" dirty="0">
                <a:solidFill>
                  <a:srgbClr val="C00000"/>
                </a:solidFill>
                <a:latin typeface="Calibri"/>
                <a:cs typeface="Calibri"/>
              </a:rPr>
              <a:t>ith</a:t>
            </a:r>
            <a:r>
              <a:rPr sz="2000" b="1" spc="-20" dirty="0">
                <a:solidFill>
                  <a:srgbClr val="C00000"/>
                </a:solidFill>
                <a:latin typeface="Calibri"/>
                <a:cs typeface="Calibri"/>
              </a:rPr>
              <a:t>m</a:t>
            </a:r>
            <a:r>
              <a:rPr sz="2000" b="1" spc="-9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2000" b="1" spc="-15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2000" b="1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Calibri"/>
                <a:cs typeface="Calibri"/>
              </a:rPr>
              <a:t>di</a:t>
            </a:r>
            <a:r>
              <a:rPr sz="2000" b="1" spc="5" dirty="0">
                <a:solidFill>
                  <a:srgbClr val="C00000"/>
                </a:solidFill>
                <a:latin typeface="Calibri"/>
                <a:cs typeface="Calibri"/>
              </a:rPr>
              <a:t>f</a:t>
            </a:r>
            <a:r>
              <a:rPr sz="2000" b="1" spc="-35" dirty="0">
                <a:solidFill>
                  <a:srgbClr val="C00000"/>
                </a:solidFill>
                <a:latin typeface="Calibri"/>
                <a:cs typeface="Calibri"/>
              </a:rPr>
              <a:t>f</a:t>
            </a:r>
            <a:r>
              <a:rPr sz="2000" b="1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000" b="1" spc="-1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000" b="1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000" b="1" spc="5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ce</a:t>
            </a:r>
            <a:r>
              <a:rPr sz="2000" b="1" spc="-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C00000"/>
                </a:solidFill>
                <a:latin typeface="Calibri"/>
                <a:cs typeface="Calibri"/>
              </a:rPr>
              <a:t>equ</a:t>
            </a:r>
            <a:r>
              <a:rPr sz="2000" b="1" spc="-4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000" b="1" spc="-5" dirty="0">
                <a:solidFill>
                  <a:srgbClr val="C00000"/>
                </a:solidFill>
                <a:latin typeface="Calibri"/>
                <a:cs typeface="Calibri"/>
              </a:rPr>
              <a:t>ti</a:t>
            </a:r>
            <a:r>
              <a:rPr sz="2000" b="1" spc="-15" dirty="0">
                <a:solidFill>
                  <a:srgbClr val="C00000"/>
                </a:solidFill>
                <a:latin typeface="Calibri"/>
                <a:cs typeface="Calibri"/>
              </a:rPr>
              <a:t>on</a:t>
            </a:r>
            <a:r>
              <a:rPr sz="2000" b="1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spc="-35" dirty="0">
                <a:solidFill>
                  <a:srgbClr val="C00000"/>
                </a:solidFill>
                <a:latin typeface="Calibri"/>
                <a:cs typeface="Calibri"/>
              </a:rPr>
              <a:t>f</a:t>
            </a:r>
            <a:r>
              <a:rPr sz="2000" b="1" spc="-15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000" b="1" spc="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000" b="1" spc="-10" dirty="0">
                <a:solidFill>
                  <a:srgbClr val="C00000"/>
                </a:solidFill>
                <a:latin typeface="Calibri"/>
                <a:cs typeface="Calibri"/>
              </a:rPr>
              <a:t>m:</a:t>
            </a:r>
            <a:endParaRPr sz="2000" dirty="0">
              <a:latin typeface="Calibri"/>
              <a:cs typeface="Calibri"/>
            </a:endParaRPr>
          </a:p>
          <a:p>
            <a:pPr marL="1010919">
              <a:lnSpc>
                <a:spcPts val="4475"/>
              </a:lnSpc>
            </a:pPr>
            <a:r>
              <a:rPr sz="2850" i="1" spc="130" dirty="0">
                <a:latin typeface="Times New Roman"/>
                <a:cs typeface="Times New Roman"/>
              </a:rPr>
              <a:t>u</a:t>
            </a:r>
            <a:r>
              <a:rPr sz="2850" spc="75" dirty="0">
                <a:latin typeface="Times New Roman"/>
                <a:cs typeface="Times New Roman"/>
              </a:rPr>
              <a:t>(</a:t>
            </a:r>
            <a:r>
              <a:rPr sz="2850" i="1" dirty="0">
                <a:latin typeface="Times New Roman"/>
                <a:cs typeface="Times New Roman"/>
              </a:rPr>
              <a:t>k</a:t>
            </a:r>
            <a:r>
              <a:rPr sz="2850" i="1" spc="-459" dirty="0">
                <a:latin typeface="Times New Roman"/>
                <a:cs typeface="Times New Roman"/>
              </a:rPr>
              <a:t> </a:t>
            </a:r>
            <a:r>
              <a:rPr sz="2850" dirty="0">
                <a:latin typeface="Times New Roman"/>
                <a:cs typeface="Times New Roman"/>
              </a:rPr>
              <a:t>)</a:t>
            </a:r>
            <a:r>
              <a:rPr sz="2850" spc="-55" dirty="0">
                <a:latin typeface="Times New Roman"/>
                <a:cs typeface="Times New Roman"/>
              </a:rPr>
              <a:t> </a:t>
            </a:r>
            <a:r>
              <a:rPr sz="2850" dirty="0">
                <a:latin typeface="Symbol"/>
                <a:cs typeface="Symbol"/>
              </a:rPr>
              <a:t></a:t>
            </a:r>
            <a:r>
              <a:rPr sz="2850" spc="-135" dirty="0">
                <a:latin typeface="Times New Roman"/>
                <a:cs typeface="Times New Roman"/>
              </a:rPr>
              <a:t> </a:t>
            </a:r>
            <a:r>
              <a:rPr sz="2850" i="1" spc="135" dirty="0">
                <a:latin typeface="Times New Roman"/>
                <a:cs typeface="Times New Roman"/>
              </a:rPr>
              <a:t>u</a:t>
            </a:r>
            <a:r>
              <a:rPr sz="2850" spc="70" dirty="0">
                <a:latin typeface="Times New Roman"/>
                <a:cs typeface="Times New Roman"/>
              </a:rPr>
              <a:t>(</a:t>
            </a:r>
            <a:r>
              <a:rPr sz="2850" i="1" dirty="0">
                <a:latin typeface="Times New Roman"/>
                <a:cs typeface="Times New Roman"/>
              </a:rPr>
              <a:t>k</a:t>
            </a:r>
            <a:r>
              <a:rPr sz="2850" i="1" spc="-15" dirty="0">
                <a:latin typeface="Times New Roman"/>
                <a:cs typeface="Times New Roman"/>
              </a:rPr>
              <a:t> </a:t>
            </a:r>
            <a:r>
              <a:rPr sz="2850" spc="175" dirty="0">
                <a:latin typeface="Symbol"/>
                <a:cs typeface="Symbol"/>
              </a:rPr>
              <a:t></a:t>
            </a:r>
            <a:r>
              <a:rPr sz="2850" spc="-225" dirty="0">
                <a:latin typeface="Times New Roman"/>
                <a:cs typeface="Times New Roman"/>
              </a:rPr>
              <a:t>1</a:t>
            </a:r>
            <a:r>
              <a:rPr sz="2850" dirty="0">
                <a:latin typeface="Times New Roman"/>
                <a:cs typeface="Times New Roman"/>
              </a:rPr>
              <a:t>)</a:t>
            </a:r>
            <a:r>
              <a:rPr sz="2850" spc="-235" dirty="0">
                <a:latin typeface="Times New Roman"/>
                <a:cs typeface="Times New Roman"/>
              </a:rPr>
              <a:t> </a:t>
            </a:r>
            <a:r>
              <a:rPr sz="2850" dirty="0">
                <a:latin typeface="Symbol"/>
                <a:cs typeface="Symbol"/>
              </a:rPr>
              <a:t></a:t>
            </a:r>
            <a:r>
              <a:rPr sz="2850" spc="-180" dirty="0">
                <a:latin typeface="Times New Roman"/>
                <a:cs typeface="Times New Roman"/>
              </a:rPr>
              <a:t> </a:t>
            </a:r>
            <a:r>
              <a:rPr sz="2850" i="1" spc="110" dirty="0">
                <a:latin typeface="Times New Roman"/>
                <a:cs typeface="Times New Roman"/>
              </a:rPr>
              <a:t>k</a:t>
            </a:r>
            <a:r>
              <a:rPr sz="2475" i="1" baseline="-25252" dirty="0">
                <a:latin typeface="Times New Roman"/>
                <a:cs typeface="Times New Roman"/>
              </a:rPr>
              <a:t>I </a:t>
            </a:r>
            <a:r>
              <a:rPr sz="2475" i="1" spc="-52" baseline="-25252" dirty="0">
                <a:latin typeface="Times New Roman"/>
                <a:cs typeface="Times New Roman"/>
              </a:rPr>
              <a:t> </a:t>
            </a:r>
            <a:r>
              <a:rPr sz="5625" spc="-472" baseline="-2962" dirty="0">
                <a:latin typeface="Symbol"/>
                <a:cs typeface="Symbol"/>
              </a:rPr>
              <a:t></a:t>
            </a:r>
            <a:r>
              <a:rPr sz="5625" spc="-652" baseline="-2962" dirty="0">
                <a:latin typeface="Times New Roman"/>
                <a:cs typeface="Times New Roman"/>
              </a:rPr>
              <a:t> </a:t>
            </a:r>
            <a:r>
              <a:rPr sz="2850" i="1" spc="20" dirty="0">
                <a:latin typeface="Times New Roman"/>
                <a:cs typeface="Times New Roman"/>
              </a:rPr>
              <a:t>y</a:t>
            </a:r>
            <a:r>
              <a:rPr sz="2475" i="1" baseline="-25252" dirty="0">
                <a:latin typeface="Times New Roman"/>
                <a:cs typeface="Times New Roman"/>
              </a:rPr>
              <a:t>d</a:t>
            </a:r>
            <a:r>
              <a:rPr sz="2475" i="1" spc="135" baseline="-25252" dirty="0">
                <a:latin typeface="Times New Roman"/>
                <a:cs typeface="Times New Roman"/>
              </a:rPr>
              <a:t> </a:t>
            </a:r>
            <a:r>
              <a:rPr sz="2850" spc="70" dirty="0">
                <a:latin typeface="Times New Roman"/>
                <a:cs typeface="Times New Roman"/>
              </a:rPr>
              <a:t>(</a:t>
            </a:r>
            <a:r>
              <a:rPr sz="2850" i="1" dirty="0">
                <a:latin typeface="Times New Roman"/>
                <a:cs typeface="Times New Roman"/>
              </a:rPr>
              <a:t>k</a:t>
            </a:r>
            <a:r>
              <a:rPr sz="2850" i="1" spc="-459" dirty="0">
                <a:latin typeface="Times New Roman"/>
                <a:cs typeface="Times New Roman"/>
              </a:rPr>
              <a:t> </a:t>
            </a:r>
            <a:r>
              <a:rPr sz="2850" dirty="0">
                <a:latin typeface="Times New Roman"/>
                <a:cs typeface="Times New Roman"/>
              </a:rPr>
              <a:t>)</a:t>
            </a:r>
            <a:r>
              <a:rPr sz="2850" spc="-235" dirty="0">
                <a:latin typeface="Times New Roman"/>
                <a:cs typeface="Times New Roman"/>
              </a:rPr>
              <a:t> </a:t>
            </a:r>
            <a:r>
              <a:rPr sz="2850" dirty="0">
                <a:latin typeface="Symbol"/>
                <a:cs typeface="Symbol"/>
              </a:rPr>
              <a:t></a:t>
            </a:r>
            <a:r>
              <a:rPr sz="2850" spc="45" dirty="0">
                <a:latin typeface="Times New Roman"/>
                <a:cs typeface="Times New Roman"/>
              </a:rPr>
              <a:t> </a:t>
            </a:r>
            <a:r>
              <a:rPr sz="2850" i="1" spc="120" dirty="0">
                <a:latin typeface="Times New Roman"/>
                <a:cs typeface="Times New Roman"/>
              </a:rPr>
              <a:t>y</a:t>
            </a:r>
            <a:r>
              <a:rPr sz="2850" spc="70" dirty="0">
                <a:latin typeface="Times New Roman"/>
                <a:cs typeface="Times New Roman"/>
              </a:rPr>
              <a:t>(</a:t>
            </a:r>
            <a:r>
              <a:rPr sz="2850" i="1" dirty="0">
                <a:latin typeface="Times New Roman"/>
                <a:cs typeface="Times New Roman"/>
              </a:rPr>
              <a:t>k</a:t>
            </a:r>
            <a:r>
              <a:rPr sz="2850" i="1" spc="-459" dirty="0">
                <a:latin typeface="Times New Roman"/>
                <a:cs typeface="Times New Roman"/>
              </a:rPr>
              <a:t> </a:t>
            </a:r>
            <a:r>
              <a:rPr sz="2850" spc="175" dirty="0">
                <a:latin typeface="Times New Roman"/>
                <a:cs typeface="Times New Roman"/>
              </a:rPr>
              <a:t>)</a:t>
            </a:r>
            <a:r>
              <a:rPr sz="5625" spc="-472" baseline="-2962" dirty="0">
                <a:latin typeface="Symbol"/>
                <a:cs typeface="Symbol"/>
              </a:rPr>
              <a:t></a:t>
            </a:r>
            <a:endParaRPr sz="5625" baseline="-2962" dirty="0">
              <a:latin typeface="Symbol"/>
              <a:cs typeface="Symbo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384096" y="4950918"/>
            <a:ext cx="246379" cy="240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spc="-10" dirty="0">
                <a:latin typeface="Symbol"/>
                <a:cs typeface="Symbol"/>
              </a:rPr>
              <a:t></a:t>
            </a:r>
            <a:r>
              <a:rPr sz="1650" dirty="0">
                <a:latin typeface="Times New Roman"/>
                <a:cs typeface="Times New Roman"/>
              </a:rPr>
              <a:t>1</a:t>
            </a:r>
            <a:endParaRPr sz="1650">
              <a:latin typeface="Times New Roman"/>
              <a:cs typeface="Times New Roman"/>
            </a:endParaRP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2A99781-2F44-4BEC-7CC8-0D1314CC7E3D}"/>
              </a:ext>
            </a:extLst>
          </p:cNvPr>
          <p:cNvGrpSpPr/>
          <p:nvPr/>
        </p:nvGrpSpPr>
        <p:grpSpPr>
          <a:xfrm>
            <a:off x="494803" y="4918644"/>
            <a:ext cx="8385026" cy="1721080"/>
            <a:chOff x="494803" y="4918644"/>
            <a:chExt cx="8385026" cy="1721080"/>
          </a:xfrm>
        </p:grpSpPr>
        <p:sp>
          <p:nvSpPr>
            <p:cNvPr id="40" name="object 40"/>
            <p:cNvSpPr txBox="1"/>
            <p:nvPr/>
          </p:nvSpPr>
          <p:spPr>
            <a:xfrm>
              <a:off x="3919692" y="4918644"/>
              <a:ext cx="2117725" cy="50863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1983739" algn="l"/>
                </a:tabLst>
              </a:pPr>
              <a:r>
                <a:rPr sz="3800" spc="-330" dirty="0">
                  <a:latin typeface="Symbol"/>
                  <a:cs typeface="Symbol"/>
                </a:rPr>
                <a:t></a:t>
              </a:r>
              <a:r>
                <a:rPr sz="3800" spc="-330" dirty="0">
                  <a:latin typeface="Times New Roman"/>
                  <a:cs typeface="Times New Roman"/>
                </a:rPr>
                <a:t>	</a:t>
              </a:r>
              <a:r>
                <a:rPr sz="3800" spc="-330" dirty="0">
                  <a:latin typeface="Symbol"/>
                  <a:cs typeface="Symbol"/>
                </a:rPr>
                <a:t></a:t>
              </a:r>
              <a:endParaRPr sz="3800">
                <a:latin typeface="Symbol"/>
                <a:cs typeface="Symbol"/>
              </a:endParaRPr>
            </a:p>
          </p:txBody>
        </p: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861913BE-AEFE-65B2-3430-466D0B46B97A}"/>
                </a:ext>
              </a:extLst>
            </p:cNvPr>
            <p:cNvGrpSpPr/>
            <p:nvPr/>
          </p:nvGrpSpPr>
          <p:grpSpPr>
            <a:xfrm>
              <a:off x="494803" y="4988119"/>
              <a:ext cx="8385026" cy="1651605"/>
              <a:chOff x="494803" y="4988119"/>
              <a:chExt cx="8385026" cy="1651605"/>
            </a:xfrm>
          </p:grpSpPr>
          <p:sp>
            <p:nvSpPr>
              <p:cNvPr id="2" name="object 2"/>
              <p:cNvSpPr/>
              <p:nvPr/>
            </p:nvSpPr>
            <p:spPr>
              <a:xfrm>
                <a:off x="4993629" y="5842004"/>
                <a:ext cx="3886200" cy="746760"/>
              </a:xfrm>
              <a:custGeom>
                <a:avLst/>
                <a:gdLst/>
                <a:ahLst/>
                <a:cxnLst/>
                <a:rect l="l" t="t" r="r" b="b"/>
                <a:pathLst>
                  <a:path w="3886200" h="746759">
                    <a:moveTo>
                      <a:pt x="3761750" y="0"/>
                    </a:moveTo>
                    <a:lnTo>
                      <a:pt x="111843" y="633"/>
                    </a:lnTo>
                    <a:lnTo>
                      <a:pt x="70997" y="12043"/>
                    </a:lnTo>
                    <a:lnTo>
                      <a:pt x="37149" y="35773"/>
                    </a:lnTo>
                    <a:lnTo>
                      <a:pt x="12901" y="69224"/>
                    </a:lnTo>
                    <a:lnTo>
                      <a:pt x="854" y="109797"/>
                    </a:lnTo>
                    <a:lnTo>
                      <a:pt x="0" y="124455"/>
                    </a:lnTo>
                    <a:lnTo>
                      <a:pt x="634" y="634938"/>
                    </a:lnTo>
                    <a:lnTo>
                      <a:pt x="12051" y="675779"/>
                    </a:lnTo>
                    <a:lnTo>
                      <a:pt x="35789" y="709620"/>
                    </a:lnTo>
                    <a:lnTo>
                      <a:pt x="69247" y="733862"/>
                    </a:lnTo>
                    <a:lnTo>
                      <a:pt x="109822" y="745905"/>
                    </a:lnTo>
                    <a:lnTo>
                      <a:pt x="124480" y="746759"/>
                    </a:lnTo>
                    <a:lnTo>
                      <a:pt x="3774372" y="746127"/>
                    </a:lnTo>
                    <a:lnTo>
                      <a:pt x="3815217" y="734718"/>
                    </a:lnTo>
                    <a:lnTo>
                      <a:pt x="3849060" y="710985"/>
                    </a:lnTo>
                    <a:lnTo>
                      <a:pt x="3873302" y="677529"/>
                    </a:lnTo>
                    <a:lnTo>
                      <a:pt x="3885345" y="636951"/>
                    </a:lnTo>
                    <a:lnTo>
                      <a:pt x="3886199" y="622291"/>
                    </a:lnTo>
                    <a:lnTo>
                      <a:pt x="3885568" y="111841"/>
                    </a:lnTo>
                    <a:lnTo>
                      <a:pt x="3874164" y="70992"/>
                    </a:lnTo>
                    <a:lnTo>
                      <a:pt x="3850436" y="37144"/>
                    </a:lnTo>
                    <a:lnTo>
                      <a:pt x="3816985" y="12899"/>
                    </a:lnTo>
                    <a:lnTo>
                      <a:pt x="3776409" y="854"/>
                    </a:lnTo>
                    <a:lnTo>
                      <a:pt x="3761750" y="0"/>
                    </a:lnTo>
                    <a:close/>
                  </a:path>
                </a:pathLst>
              </a:custGeom>
              <a:solidFill>
                <a:srgbClr val="E7E6E6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2" name="object 42"/>
              <p:cNvSpPr txBox="1"/>
              <p:nvPr/>
            </p:nvSpPr>
            <p:spPr>
              <a:xfrm>
                <a:off x="1181711" y="4988119"/>
                <a:ext cx="2578100" cy="397510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tabLst>
                    <a:tab pos="1426210" algn="l"/>
                  </a:tabLst>
                </a:pPr>
                <a:r>
                  <a:rPr sz="2850" i="1" spc="145" dirty="0">
                    <a:latin typeface="Times New Roman"/>
                    <a:cs typeface="Times New Roman"/>
                  </a:rPr>
                  <a:t>u</a:t>
                </a:r>
                <a:r>
                  <a:rPr sz="2850" spc="80" dirty="0">
                    <a:latin typeface="Times New Roman"/>
                    <a:cs typeface="Times New Roman"/>
                  </a:rPr>
                  <a:t>(</a:t>
                </a:r>
                <a:r>
                  <a:rPr sz="2850" i="1" dirty="0">
                    <a:latin typeface="Times New Roman"/>
                    <a:cs typeface="Times New Roman"/>
                  </a:rPr>
                  <a:t>k</a:t>
                </a:r>
                <a:r>
                  <a:rPr sz="2850" i="1" spc="-459" dirty="0">
                    <a:latin typeface="Times New Roman"/>
                    <a:cs typeface="Times New Roman"/>
                  </a:rPr>
                  <a:t> </a:t>
                </a:r>
                <a:r>
                  <a:rPr sz="2850" spc="5" dirty="0">
                    <a:latin typeface="Times New Roman"/>
                    <a:cs typeface="Times New Roman"/>
                  </a:rPr>
                  <a:t>)</a:t>
                </a:r>
                <a:r>
                  <a:rPr sz="2850" spc="-55" dirty="0">
                    <a:latin typeface="Times New Roman"/>
                    <a:cs typeface="Times New Roman"/>
                  </a:rPr>
                  <a:t> </a:t>
                </a:r>
                <a:r>
                  <a:rPr sz="2850" spc="15" dirty="0">
                    <a:latin typeface="Symbol"/>
                    <a:cs typeface="Symbol"/>
                  </a:rPr>
                  <a:t></a:t>
                </a:r>
                <a:r>
                  <a:rPr sz="2850" spc="90" dirty="0">
                    <a:latin typeface="Times New Roman"/>
                    <a:cs typeface="Times New Roman"/>
                  </a:rPr>
                  <a:t> </a:t>
                </a:r>
                <a:r>
                  <a:rPr sz="2850" i="1" spc="10" dirty="0">
                    <a:latin typeface="Times New Roman"/>
                    <a:cs typeface="Times New Roman"/>
                  </a:rPr>
                  <a:t>z</a:t>
                </a:r>
                <a:r>
                  <a:rPr sz="2850" i="1" dirty="0">
                    <a:latin typeface="Times New Roman"/>
                    <a:cs typeface="Times New Roman"/>
                  </a:rPr>
                  <a:t>	</a:t>
                </a:r>
                <a:r>
                  <a:rPr sz="2850" i="1" spc="145" dirty="0">
                    <a:latin typeface="Times New Roman"/>
                    <a:cs typeface="Times New Roman"/>
                  </a:rPr>
                  <a:t>u</a:t>
                </a:r>
                <a:r>
                  <a:rPr sz="2850" spc="75" dirty="0">
                    <a:latin typeface="Times New Roman"/>
                    <a:cs typeface="Times New Roman"/>
                  </a:rPr>
                  <a:t>(</a:t>
                </a:r>
                <a:r>
                  <a:rPr sz="2850" i="1" dirty="0">
                    <a:latin typeface="Times New Roman"/>
                    <a:cs typeface="Times New Roman"/>
                  </a:rPr>
                  <a:t>k</a:t>
                </a:r>
                <a:r>
                  <a:rPr sz="2850" i="1" spc="-459" dirty="0">
                    <a:latin typeface="Times New Roman"/>
                    <a:cs typeface="Times New Roman"/>
                  </a:rPr>
                  <a:t> </a:t>
                </a:r>
                <a:r>
                  <a:rPr sz="2850" spc="5" dirty="0">
                    <a:latin typeface="Times New Roman"/>
                    <a:cs typeface="Times New Roman"/>
                  </a:rPr>
                  <a:t>)</a:t>
                </a:r>
                <a:r>
                  <a:rPr sz="2850" spc="-235" dirty="0">
                    <a:latin typeface="Times New Roman"/>
                    <a:cs typeface="Times New Roman"/>
                  </a:rPr>
                  <a:t> </a:t>
                </a:r>
                <a:r>
                  <a:rPr sz="2850" spc="15" dirty="0">
                    <a:latin typeface="Symbol"/>
                    <a:cs typeface="Symbol"/>
                  </a:rPr>
                  <a:t></a:t>
                </a:r>
                <a:r>
                  <a:rPr sz="2850" spc="-185" dirty="0">
                    <a:latin typeface="Times New Roman"/>
                    <a:cs typeface="Times New Roman"/>
                  </a:rPr>
                  <a:t> </a:t>
                </a:r>
                <a:r>
                  <a:rPr sz="2850" i="1" dirty="0">
                    <a:latin typeface="Times New Roman"/>
                    <a:cs typeface="Times New Roman"/>
                  </a:rPr>
                  <a:t>k</a:t>
                </a:r>
                <a:endParaRPr sz="2850" dirty="0">
                  <a:latin typeface="Times New Roman"/>
                  <a:cs typeface="Times New Roman"/>
                </a:endParaRPr>
              </a:p>
            </p:txBody>
          </p:sp>
          <p:sp>
            <p:nvSpPr>
              <p:cNvPr id="43" name="object 43"/>
              <p:cNvSpPr txBox="1"/>
              <p:nvPr/>
            </p:nvSpPr>
            <p:spPr>
              <a:xfrm>
                <a:off x="4104235" y="4988119"/>
                <a:ext cx="1790700" cy="397510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tabLst>
                    <a:tab pos="346710" algn="l"/>
                  </a:tabLst>
                </a:pPr>
                <a:r>
                  <a:rPr sz="2850" i="1" dirty="0">
                    <a:latin typeface="Times New Roman"/>
                    <a:cs typeface="Times New Roman"/>
                  </a:rPr>
                  <a:t>y	</a:t>
                </a:r>
                <a:r>
                  <a:rPr sz="2850" spc="75" dirty="0">
                    <a:latin typeface="Times New Roman"/>
                    <a:cs typeface="Times New Roman"/>
                  </a:rPr>
                  <a:t>(</a:t>
                </a:r>
                <a:r>
                  <a:rPr sz="2850" i="1" dirty="0">
                    <a:latin typeface="Times New Roman"/>
                    <a:cs typeface="Times New Roman"/>
                  </a:rPr>
                  <a:t>k</a:t>
                </a:r>
                <a:r>
                  <a:rPr sz="2850" i="1" spc="-459" dirty="0">
                    <a:latin typeface="Times New Roman"/>
                    <a:cs typeface="Times New Roman"/>
                  </a:rPr>
                  <a:t> </a:t>
                </a:r>
                <a:r>
                  <a:rPr sz="2850" spc="5" dirty="0">
                    <a:latin typeface="Times New Roman"/>
                    <a:cs typeface="Times New Roman"/>
                  </a:rPr>
                  <a:t>)</a:t>
                </a:r>
                <a:r>
                  <a:rPr sz="2850" spc="-235" dirty="0">
                    <a:latin typeface="Times New Roman"/>
                    <a:cs typeface="Times New Roman"/>
                  </a:rPr>
                  <a:t> </a:t>
                </a:r>
                <a:r>
                  <a:rPr sz="2850" spc="15" dirty="0">
                    <a:latin typeface="Symbol"/>
                    <a:cs typeface="Symbol"/>
                  </a:rPr>
                  <a:t></a:t>
                </a:r>
                <a:r>
                  <a:rPr sz="2850" spc="40" dirty="0">
                    <a:latin typeface="Times New Roman"/>
                    <a:cs typeface="Times New Roman"/>
                  </a:rPr>
                  <a:t> </a:t>
                </a:r>
                <a:r>
                  <a:rPr sz="2850" i="1" spc="120" dirty="0">
                    <a:latin typeface="Times New Roman"/>
                    <a:cs typeface="Times New Roman"/>
                  </a:rPr>
                  <a:t>y</a:t>
                </a:r>
                <a:r>
                  <a:rPr sz="2850" spc="75" dirty="0">
                    <a:latin typeface="Times New Roman"/>
                    <a:cs typeface="Times New Roman"/>
                  </a:rPr>
                  <a:t>(</a:t>
                </a:r>
                <a:r>
                  <a:rPr sz="2850" i="1" dirty="0">
                    <a:latin typeface="Times New Roman"/>
                    <a:cs typeface="Times New Roman"/>
                  </a:rPr>
                  <a:t>k</a:t>
                </a:r>
                <a:r>
                  <a:rPr sz="2850" i="1" spc="-455" dirty="0">
                    <a:latin typeface="Times New Roman"/>
                    <a:cs typeface="Times New Roman"/>
                  </a:rPr>
                  <a:t> </a:t>
                </a:r>
                <a:r>
                  <a:rPr sz="2850" spc="5" dirty="0">
                    <a:latin typeface="Times New Roman"/>
                    <a:cs typeface="Times New Roman"/>
                  </a:rPr>
                  <a:t>)</a:t>
                </a:r>
                <a:endParaRPr sz="2850">
                  <a:latin typeface="Times New Roman"/>
                  <a:cs typeface="Times New Roman"/>
                </a:endParaRPr>
              </a:p>
            </p:txBody>
          </p:sp>
          <p:sp>
            <p:nvSpPr>
              <p:cNvPr id="44" name="object 44"/>
              <p:cNvSpPr txBox="1"/>
              <p:nvPr/>
            </p:nvSpPr>
            <p:spPr>
              <a:xfrm>
                <a:off x="3748331" y="5212424"/>
                <a:ext cx="652145" cy="236854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tabLst>
                    <a:tab pos="533400" algn="l"/>
                  </a:tabLst>
                </a:pPr>
                <a:r>
                  <a:rPr sz="1650" i="1" dirty="0">
                    <a:latin typeface="Times New Roman"/>
                    <a:cs typeface="Times New Roman"/>
                  </a:rPr>
                  <a:t>I	d</a:t>
                </a:r>
                <a:endParaRPr sz="1650" dirty="0">
                  <a:latin typeface="Times New Roman"/>
                  <a:cs typeface="Times New Roman"/>
                </a:endParaRPr>
              </a:p>
            </p:txBody>
          </p:sp>
          <p:sp>
            <p:nvSpPr>
              <p:cNvPr id="45" name="object 45"/>
              <p:cNvSpPr txBox="1"/>
              <p:nvPr/>
            </p:nvSpPr>
            <p:spPr>
              <a:xfrm>
                <a:off x="494803" y="5571455"/>
                <a:ext cx="1085215" cy="55689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tabLst>
                    <a:tab pos="962025" algn="l"/>
                  </a:tabLst>
                </a:pPr>
                <a:r>
                  <a:rPr sz="4150" spc="-530" dirty="0">
                    <a:latin typeface="Symbol"/>
                    <a:cs typeface="Symbol"/>
                  </a:rPr>
                  <a:t></a:t>
                </a:r>
                <a:r>
                  <a:rPr sz="4150" spc="-530" dirty="0">
                    <a:latin typeface="Times New Roman"/>
                    <a:cs typeface="Times New Roman"/>
                  </a:rPr>
                  <a:t>	</a:t>
                </a:r>
                <a:r>
                  <a:rPr sz="4150" spc="-530" dirty="0">
                    <a:latin typeface="Symbol"/>
                    <a:cs typeface="Symbol"/>
                  </a:rPr>
                  <a:t></a:t>
                </a:r>
                <a:endParaRPr sz="4150">
                  <a:latin typeface="Symbol"/>
                  <a:cs typeface="Symbol"/>
                </a:endParaRPr>
              </a:p>
            </p:txBody>
          </p:sp>
          <p:sp>
            <p:nvSpPr>
              <p:cNvPr id="46" name="object 46"/>
              <p:cNvSpPr txBox="1"/>
              <p:nvPr/>
            </p:nvSpPr>
            <p:spPr>
              <a:xfrm>
                <a:off x="2836026" y="5627414"/>
                <a:ext cx="135890" cy="46672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</a:pPr>
                <a:r>
                  <a:rPr sz="3450" spc="-290" dirty="0">
                    <a:latin typeface="Symbol"/>
                    <a:cs typeface="Symbol"/>
                  </a:rPr>
                  <a:t></a:t>
                </a:r>
                <a:endParaRPr sz="3450">
                  <a:latin typeface="Symbol"/>
                  <a:cs typeface="Symbol"/>
                </a:endParaRPr>
              </a:p>
            </p:txBody>
          </p:sp>
          <p:sp>
            <p:nvSpPr>
              <p:cNvPr id="47" name="object 47"/>
              <p:cNvSpPr txBox="1"/>
              <p:nvPr/>
            </p:nvSpPr>
            <p:spPr>
              <a:xfrm>
                <a:off x="4643097" y="5627414"/>
                <a:ext cx="135890" cy="46672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</a:pPr>
                <a:r>
                  <a:rPr sz="3450" spc="-290" dirty="0">
                    <a:latin typeface="Symbol"/>
                    <a:cs typeface="Symbol"/>
                  </a:rPr>
                  <a:t></a:t>
                </a:r>
                <a:endParaRPr sz="3450">
                  <a:latin typeface="Symbol"/>
                  <a:cs typeface="Symbol"/>
                </a:endParaRPr>
              </a:p>
            </p:txBody>
          </p:sp>
          <p:sp>
            <p:nvSpPr>
              <p:cNvPr id="48" name="object 48"/>
              <p:cNvSpPr txBox="1"/>
              <p:nvPr/>
            </p:nvSpPr>
            <p:spPr>
              <a:xfrm>
                <a:off x="1201619" y="5656878"/>
                <a:ext cx="227965" cy="22161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</a:pPr>
                <a:r>
                  <a:rPr sz="1500" spc="-5" dirty="0">
                    <a:latin typeface="Symbol"/>
                    <a:cs typeface="Symbol"/>
                  </a:rPr>
                  <a:t></a:t>
                </a:r>
                <a:r>
                  <a:rPr sz="1500" spc="5" dirty="0">
                    <a:latin typeface="Times New Roman"/>
                    <a:cs typeface="Times New Roman"/>
                  </a:rPr>
                  <a:t>1</a:t>
                </a:r>
                <a:endParaRPr sz="1500">
                  <a:latin typeface="Times New Roman"/>
                  <a:cs typeface="Times New Roman"/>
                </a:endParaRPr>
              </a:p>
            </p:txBody>
          </p:sp>
          <p:sp>
            <p:nvSpPr>
              <p:cNvPr id="49" name="object 49"/>
              <p:cNvSpPr txBox="1"/>
              <p:nvPr/>
            </p:nvSpPr>
            <p:spPr>
              <a:xfrm>
                <a:off x="596900" y="5690834"/>
                <a:ext cx="2094864" cy="36512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tabLst>
                    <a:tab pos="1000760" algn="l"/>
                  </a:tabLst>
                </a:pPr>
                <a:r>
                  <a:rPr sz="2600" spc="215" dirty="0">
                    <a:latin typeface="Times New Roman"/>
                    <a:cs typeface="Times New Roman"/>
                  </a:rPr>
                  <a:t>1</a:t>
                </a:r>
                <a:r>
                  <a:rPr sz="2600" spc="10" dirty="0">
                    <a:latin typeface="Symbol"/>
                    <a:cs typeface="Symbol"/>
                  </a:rPr>
                  <a:t></a:t>
                </a:r>
                <a:r>
                  <a:rPr sz="2600" spc="-80" dirty="0">
                    <a:latin typeface="Times New Roman"/>
                    <a:cs typeface="Times New Roman"/>
                  </a:rPr>
                  <a:t> </a:t>
                </a:r>
                <a:r>
                  <a:rPr sz="2600" i="1" spc="10" dirty="0">
                    <a:latin typeface="Times New Roman"/>
                    <a:cs typeface="Times New Roman"/>
                  </a:rPr>
                  <a:t>z</a:t>
                </a:r>
                <a:r>
                  <a:rPr sz="2600" i="1" dirty="0">
                    <a:latin typeface="Times New Roman"/>
                    <a:cs typeface="Times New Roman"/>
                  </a:rPr>
                  <a:t>	</a:t>
                </a:r>
                <a:r>
                  <a:rPr sz="2600" i="1" spc="125" dirty="0">
                    <a:latin typeface="Times New Roman"/>
                    <a:cs typeface="Times New Roman"/>
                  </a:rPr>
                  <a:t>u</a:t>
                </a:r>
                <a:r>
                  <a:rPr sz="2600" spc="70" dirty="0">
                    <a:latin typeface="Times New Roman"/>
                    <a:cs typeface="Times New Roman"/>
                  </a:rPr>
                  <a:t>(</a:t>
                </a:r>
                <a:r>
                  <a:rPr sz="2600" i="1" spc="10" dirty="0">
                    <a:latin typeface="Times New Roman"/>
                    <a:cs typeface="Times New Roman"/>
                  </a:rPr>
                  <a:t>k</a:t>
                </a:r>
                <a:r>
                  <a:rPr sz="2600" i="1" spc="-420" dirty="0">
                    <a:latin typeface="Times New Roman"/>
                    <a:cs typeface="Times New Roman"/>
                  </a:rPr>
                  <a:t> </a:t>
                </a:r>
                <a:r>
                  <a:rPr sz="2600" spc="5" dirty="0">
                    <a:latin typeface="Times New Roman"/>
                    <a:cs typeface="Times New Roman"/>
                  </a:rPr>
                  <a:t>)</a:t>
                </a:r>
                <a:r>
                  <a:rPr sz="2600" spc="-50" dirty="0">
                    <a:latin typeface="Times New Roman"/>
                    <a:cs typeface="Times New Roman"/>
                  </a:rPr>
                  <a:t> </a:t>
                </a:r>
                <a:r>
                  <a:rPr sz="2600" spc="10" dirty="0">
                    <a:latin typeface="Symbol"/>
                    <a:cs typeface="Symbol"/>
                  </a:rPr>
                  <a:t></a:t>
                </a:r>
                <a:r>
                  <a:rPr sz="2600" spc="-40" dirty="0">
                    <a:latin typeface="Times New Roman"/>
                    <a:cs typeface="Times New Roman"/>
                  </a:rPr>
                  <a:t> </a:t>
                </a:r>
                <a:r>
                  <a:rPr sz="2600" i="1" spc="10" dirty="0">
                    <a:latin typeface="Times New Roman"/>
                    <a:cs typeface="Times New Roman"/>
                  </a:rPr>
                  <a:t>k</a:t>
                </a:r>
                <a:endParaRPr sz="2600">
                  <a:latin typeface="Times New Roman"/>
                  <a:cs typeface="Times New Roman"/>
                </a:endParaRPr>
              </a:p>
            </p:txBody>
          </p:sp>
          <p:sp>
            <p:nvSpPr>
              <p:cNvPr id="50" name="object 50"/>
              <p:cNvSpPr txBox="1"/>
              <p:nvPr/>
            </p:nvSpPr>
            <p:spPr>
              <a:xfrm>
                <a:off x="3005327" y="5690834"/>
                <a:ext cx="1642745" cy="36512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tabLst>
                    <a:tab pos="318770" algn="l"/>
                  </a:tabLst>
                </a:pPr>
                <a:r>
                  <a:rPr sz="2600" i="1" spc="10" dirty="0">
                    <a:latin typeface="Times New Roman"/>
                    <a:cs typeface="Times New Roman"/>
                  </a:rPr>
                  <a:t>y	</a:t>
                </a:r>
                <a:r>
                  <a:rPr sz="2600" spc="70" dirty="0">
                    <a:latin typeface="Times New Roman"/>
                    <a:cs typeface="Times New Roman"/>
                  </a:rPr>
                  <a:t>(</a:t>
                </a:r>
                <a:r>
                  <a:rPr sz="2600" i="1" spc="10" dirty="0">
                    <a:latin typeface="Times New Roman"/>
                    <a:cs typeface="Times New Roman"/>
                  </a:rPr>
                  <a:t>k</a:t>
                </a:r>
                <a:r>
                  <a:rPr sz="2600" i="1" spc="-420" dirty="0">
                    <a:latin typeface="Times New Roman"/>
                    <a:cs typeface="Times New Roman"/>
                  </a:rPr>
                  <a:t> </a:t>
                </a:r>
                <a:r>
                  <a:rPr sz="2600" spc="5" dirty="0">
                    <a:latin typeface="Times New Roman"/>
                    <a:cs typeface="Times New Roman"/>
                  </a:rPr>
                  <a:t>)</a:t>
                </a:r>
                <a:r>
                  <a:rPr sz="2600" spc="-215" dirty="0">
                    <a:latin typeface="Times New Roman"/>
                    <a:cs typeface="Times New Roman"/>
                  </a:rPr>
                  <a:t> </a:t>
                </a:r>
                <a:r>
                  <a:rPr sz="2600" spc="10" dirty="0">
                    <a:latin typeface="Symbol"/>
                    <a:cs typeface="Symbol"/>
                  </a:rPr>
                  <a:t></a:t>
                </a:r>
                <a:r>
                  <a:rPr sz="2600" spc="45" dirty="0">
                    <a:latin typeface="Times New Roman"/>
                    <a:cs typeface="Times New Roman"/>
                  </a:rPr>
                  <a:t> </a:t>
                </a:r>
                <a:r>
                  <a:rPr sz="2600" i="1" spc="114" dirty="0">
                    <a:latin typeface="Times New Roman"/>
                    <a:cs typeface="Times New Roman"/>
                  </a:rPr>
                  <a:t>y</a:t>
                </a:r>
                <a:r>
                  <a:rPr sz="2600" spc="70" dirty="0">
                    <a:latin typeface="Times New Roman"/>
                    <a:cs typeface="Times New Roman"/>
                  </a:rPr>
                  <a:t>(</a:t>
                </a:r>
                <a:r>
                  <a:rPr sz="2600" i="1" spc="10" dirty="0">
                    <a:latin typeface="Times New Roman"/>
                    <a:cs typeface="Times New Roman"/>
                  </a:rPr>
                  <a:t>k</a:t>
                </a:r>
                <a:r>
                  <a:rPr sz="2600" i="1" spc="-420" dirty="0">
                    <a:latin typeface="Times New Roman"/>
                    <a:cs typeface="Times New Roman"/>
                  </a:rPr>
                  <a:t> </a:t>
                </a:r>
                <a:r>
                  <a:rPr sz="2600" spc="5" dirty="0">
                    <a:latin typeface="Times New Roman"/>
                    <a:cs typeface="Times New Roman"/>
                  </a:rPr>
                  <a:t>)</a:t>
                </a:r>
                <a:endParaRPr sz="2600">
                  <a:latin typeface="Times New Roman"/>
                  <a:cs typeface="Times New Roman"/>
                </a:endParaRPr>
              </a:p>
            </p:txBody>
          </p:sp>
          <p:sp>
            <p:nvSpPr>
              <p:cNvPr id="51" name="object 51"/>
              <p:cNvSpPr txBox="1"/>
              <p:nvPr/>
            </p:nvSpPr>
            <p:spPr>
              <a:xfrm>
                <a:off x="2678965" y="5895597"/>
                <a:ext cx="90170" cy="218440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</a:pPr>
                <a:r>
                  <a:rPr sz="1500" i="1" spc="5" dirty="0">
                    <a:latin typeface="Times New Roman"/>
                    <a:cs typeface="Times New Roman"/>
                  </a:rPr>
                  <a:t>I</a:t>
                </a:r>
                <a:endParaRPr sz="1500">
                  <a:latin typeface="Times New Roman"/>
                  <a:cs typeface="Times New Roman"/>
                </a:endParaRPr>
              </a:p>
            </p:txBody>
          </p:sp>
          <p:sp>
            <p:nvSpPr>
              <p:cNvPr id="52" name="object 52"/>
              <p:cNvSpPr txBox="1"/>
              <p:nvPr/>
            </p:nvSpPr>
            <p:spPr>
              <a:xfrm>
                <a:off x="3156295" y="5895597"/>
                <a:ext cx="122555" cy="218440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</a:pPr>
                <a:r>
                  <a:rPr sz="1500" i="1" spc="5" dirty="0">
                    <a:latin typeface="Times New Roman"/>
                    <a:cs typeface="Times New Roman"/>
                  </a:rPr>
                  <a:t>d</a:t>
                </a:r>
                <a:endParaRPr sz="1500">
                  <a:latin typeface="Times New Roman"/>
                  <a:cs typeface="Times New Roman"/>
                </a:endParaRPr>
              </a:p>
            </p:txBody>
          </p:sp>
          <p:sp>
            <p:nvSpPr>
              <p:cNvPr id="53" name="object 53"/>
              <p:cNvSpPr txBox="1"/>
              <p:nvPr/>
            </p:nvSpPr>
            <p:spPr>
              <a:xfrm>
                <a:off x="4858452" y="5505237"/>
                <a:ext cx="3077845" cy="279400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</a:pPr>
                <a:r>
                  <a:rPr sz="2000" b="1" dirty="0">
                    <a:solidFill>
                      <a:srgbClr val="C00000"/>
                    </a:solidFill>
                    <a:latin typeface="Calibri"/>
                    <a:cs typeface="Calibri"/>
                  </a:rPr>
                  <a:t>C</a:t>
                </a:r>
                <a:r>
                  <a:rPr sz="2000" b="1" spc="-15" dirty="0">
                    <a:solidFill>
                      <a:srgbClr val="C00000"/>
                    </a:solidFill>
                    <a:latin typeface="Calibri"/>
                    <a:cs typeface="Calibri"/>
                  </a:rPr>
                  <a:t>o</a:t>
                </a:r>
                <a:r>
                  <a:rPr sz="2000" b="1" spc="-30" dirty="0">
                    <a:solidFill>
                      <a:srgbClr val="C00000"/>
                    </a:solidFill>
                    <a:latin typeface="Calibri"/>
                    <a:cs typeface="Calibri"/>
                  </a:rPr>
                  <a:t>n</a:t>
                </a:r>
                <a:r>
                  <a:rPr sz="2000" b="1" spc="-5" dirty="0">
                    <a:solidFill>
                      <a:srgbClr val="C00000"/>
                    </a:solidFill>
                    <a:latin typeface="Calibri"/>
                    <a:cs typeface="Calibri"/>
                  </a:rPr>
                  <a:t>t</a:t>
                </a:r>
                <a:r>
                  <a:rPr sz="2000" b="1" spc="-15" dirty="0">
                    <a:solidFill>
                      <a:srgbClr val="C00000"/>
                    </a:solidFill>
                    <a:latin typeface="Calibri"/>
                    <a:cs typeface="Calibri"/>
                  </a:rPr>
                  <a:t>r</a:t>
                </a:r>
                <a:r>
                  <a:rPr sz="2000" b="1" spc="-10" dirty="0">
                    <a:solidFill>
                      <a:srgbClr val="C00000"/>
                    </a:solidFill>
                    <a:latin typeface="Calibri"/>
                    <a:cs typeface="Calibri"/>
                  </a:rPr>
                  <a:t>ol</a:t>
                </a:r>
                <a:r>
                  <a:rPr sz="2000" b="1" spc="-95" dirty="0">
                    <a:solidFill>
                      <a:srgbClr val="C0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2000" b="1" spc="-20" dirty="0">
                    <a:solidFill>
                      <a:srgbClr val="C00000"/>
                    </a:solidFill>
                    <a:latin typeface="Calibri"/>
                    <a:cs typeface="Calibri"/>
                  </a:rPr>
                  <a:t>a</a:t>
                </a:r>
                <a:r>
                  <a:rPr sz="2000" b="1" dirty="0">
                    <a:solidFill>
                      <a:srgbClr val="C00000"/>
                    </a:solidFill>
                    <a:latin typeface="Calibri"/>
                    <a:cs typeface="Calibri"/>
                  </a:rPr>
                  <a:t>l</a:t>
                </a:r>
                <a:r>
                  <a:rPr sz="2000" b="1" spc="-30" dirty="0">
                    <a:solidFill>
                      <a:srgbClr val="C00000"/>
                    </a:solidFill>
                    <a:latin typeface="Calibri"/>
                    <a:cs typeface="Calibri"/>
                  </a:rPr>
                  <a:t>g</a:t>
                </a:r>
                <a:r>
                  <a:rPr sz="2000" b="1" dirty="0">
                    <a:solidFill>
                      <a:srgbClr val="C00000"/>
                    </a:solidFill>
                    <a:latin typeface="Calibri"/>
                    <a:cs typeface="Calibri"/>
                  </a:rPr>
                  <a:t>o</a:t>
                </a:r>
                <a:r>
                  <a:rPr sz="2000" b="1" spc="5" dirty="0">
                    <a:solidFill>
                      <a:srgbClr val="C00000"/>
                    </a:solidFill>
                    <a:latin typeface="Calibri"/>
                    <a:cs typeface="Calibri"/>
                  </a:rPr>
                  <a:t>r</a:t>
                </a:r>
                <a:r>
                  <a:rPr sz="2000" b="1" spc="-5" dirty="0">
                    <a:solidFill>
                      <a:srgbClr val="C00000"/>
                    </a:solidFill>
                    <a:latin typeface="Calibri"/>
                    <a:cs typeface="Calibri"/>
                  </a:rPr>
                  <a:t>ith</a:t>
                </a:r>
                <a:r>
                  <a:rPr sz="2000" b="1" dirty="0">
                    <a:solidFill>
                      <a:srgbClr val="C00000"/>
                    </a:solidFill>
                    <a:latin typeface="Calibri"/>
                    <a:cs typeface="Calibri"/>
                  </a:rPr>
                  <a:t>m</a:t>
                </a:r>
                <a:r>
                  <a:rPr sz="2000" b="1" spc="-90" dirty="0">
                    <a:solidFill>
                      <a:srgbClr val="C0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2000" b="1" dirty="0">
                    <a:solidFill>
                      <a:srgbClr val="C00000"/>
                    </a:solidFill>
                    <a:latin typeface="Calibri"/>
                    <a:cs typeface="Calibri"/>
                  </a:rPr>
                  <a:t>i</a:t>
                </a:r>
                <a:r>
                  <a:rPr sz="2000" b="1" spc="-15" dirty="0">
                    <a:solidFill>
                      <a:srgbClr val="C00000"/>
                    </a:solidFill>
                    <a:latin typeface="Calibri"/>
                    <a:cs typeface="Calibri"/>
                  </a:rPr>
                  <a:t>n</a:t>
                </a:r>
                <a:r>
                  <a:rPr sz="2000" b="1" spc="-55" dirty="0">
                    <a:solidFill>
                      <a:srgbClr val="C0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2000" b="1" spc="5" dirty="0">
                    <a:solidFill>
                      <a:srgbClr val="C00000"/>
                    </a:solidFill>
                    <a:latin typeface="Calibri"/>
                    <a:cs typeface="Calibri"/>
                  </a:rPr>
                  <a:t>T</a:t>
                </a:r>
                <a:r>
                  <a:rPr sz="2000" b="1" spc="-10" dirty="0">
                    <a:solidFill>
                      <a:srgbClr val="C00000"/>
                    </a:solidFill>
                    <a:latin typeface="Calibri"/>
                    <a:cs typeface="Calibri"/>
                  </a:rPr>
                  <a:t>F</a:t>
                </a:r>
                <a:r>
                  <a:rPr sz="2000" b="1" spc="-80" dirty="0">
                    <a:solidFill>
                      <a:srgbClr val="C0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2000" b="1" spc="-35" dirty="0">
                    <a:solidFill>
                      <a:srgbClr val="C00000"/>
                    </a:solidFill>
                    <a:latin typeface="Calibri"/>
                    <a:cs typeface="Calibri"/>
                  </a:rPr>
                  <a:t>f</a:t>
                </a:r>
                <a:r>
                  <a:rPr sz="2000" b="1" dirty="0">
                    <a:solidFill>
                      <a:srgbClr val="C00000"/>
                    </a:solidFill>
                    <a:latin typeface="Calibri"/>
                    <a:cs typeface="Calibri"/>
                  </a:rPr>
                  <a:t>o</a:t>
                </a:r>
                <a:r>
                  <a:rPr sz="2000" b="1" spc="5" dirty="0">
                    <a:solidFill>
                      <a:srgbClr val="C00000"/>
                    </a:solidFill>
                    <a:latin typeface="Calibri"/>
                    <a:cs typeface="Calibri"/>
                  </a:rPr>
                  <a:t>r</a:t>
                </a:r>
                <a:r>
                  <a:rPr sz="2000" b="1" spc="-10" dirty="0">
                    <a:solidFill>
                      <a:srgbClr val="C00000"/>
                    </a:solidFill>
                    <a:latin typeface="Calibri"/>
                    <a:cs typeface="Calibri"/>
                  </a:rPr>
                  <a:t>m:</a:t>
                </a:r>
                <a:endParaRPr sz="2000">
                  <a:latin typeface="Calibri"/>
                  <a:cs typeface="Calibri"/>
                </a:endParaRPr>
              </a:p>
            </p:txBody>
          </p:sp>
          <p:sp>
            <p:nvSpPr>
              <p:cNvPr id="54" name="object 54"/>
              <p:cNvSpPr/>
              <p:nvPr/>
            </p:nvSpPr>
            <p:spPr>
              <a:xfrm>
                <a:off x="6040126" y="6216610"/>
                <a:ext cx="8286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828675">
                    <a:moveTo>
                      <a:pt x="0" y="0"/>
                    </a:moveTo>
                    <a:lnTo>
                      <a:pt x="828595" y="0"/>
                    </a:lnTo>
                  </a:path>
                </a:pathLst>
              </a:custGeom>
              <a:ln w="13929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5" name="object 55"/>
              <p:cNvSpPr txBox="1"/>
              <p:nvPr/>
            </p:nvSpPr>
            <p:spPr>
              <a:xfrm>
                <a:off x="6724185" y="5949650"/>
                <a:ext cx="2123440" cy="51244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</a:pPr>
                <a:r>
                  <a:rPr sz="2250" spc="7" baseline="-33333" dirty="0">
                    <a:latin typeface="Times New Roman"/>
                    <a:cs typeface="Times New Roman"/>
                  </a:rPr>
                  <a:t>1 </a:t>
                </a:r>
                <a:r>
                  <a:rPr sz="2250" spc="-157" baseline="-33333" dirty="0">
                    <a:latin typeface="Times New Roman"/>
                    <a:cs typeface="Times New Roman"/>
                  </a:rPr>
                  <a:t> </a:t>
                </a:r>
                <a:r>
                  <a:rPr sz="5175" spc="-434" baseline="-3220" dirty="0">
                    <a:latin typeface="Symbol"/>
                    <a:cs typeface="Symbol"/>
                  </a:rPr>
                  <a:t></a:t>
                </a:r>
                <a:r>
                  <a:rPr sz="5175" spc="-600" baseline="-3220" dirty="0">
                    <a:latin typeface="Times New Roman"/>
                    <a:cs typeface="Times New Roman"/>
                  </a:rPr>
                  <a:t> </a:t>
                </a:r>
                <a:r>
                  <a:rPr sz="2600" i="1" spc="25" dirty="0">
                    <a:latin typeface="Times New Roman"/>
                    <a:cs typeface="Times New Roman"/>
                  </a:rPr>
                  <a:t>y</a:t>
                </a:r>
                <a:r>
                  <a:rPr sz="2250" i="1" spc="7" baseline="-25925" dirty="0">
                    <a:latin typeface="Times New Roman"/>
                    <a:cs typeface="Times New Roman"/>
                  </a:rPr>
                  <a:t>d</a:t>
                </a:r>
                <a:r>
                  <a:rPr sz="2250" i="1" spc="127" baseline="-25925" dirty="0">
                    <a:latin typeface="Times New Roman"/>
                    <a:cs typeface="Times New Roman"/>
                  </a:rPr>
                  <a:t> </a:t>
                </a:r>
                <a:r>
                  <a:rPr sz="2600" spc="70" dirty="0">
                    <a:latin typeface="Times New Roman"/>
                    <a:cs typeface="Times New Roman"/>
                  </a:rPr>
                  <a:t>(</a:t>
                </a:r>
                <a:r>
                  <a:rPr sz="2600" i="1" spc="10" dirty="0">
                    <a:latin typeface="Times New Roman"/>
                    <a:cs typeface="Times New Roman"/>
                  </a:rPr>
                  <a:t>k</a:t>
                </a:r>
                <a:r>
                  <a:rPr sz="2600" i="1" spc="-420" dirty="0">
                    <a:latin typeface="Times New Roman"/>
                    <a:cs typeface="Times New Roman"/>
                  </a:rPr>
                  <a:t> </a:t>
                </a:r>
                <a:r>
                  <a:rPr sz="2600" spc="5" dirty="0">
                    <a:latin typeface="Times New Roman"/>
                    <a:cs typeface="Times New Roman"/>
                  </a:rPr>
                  <a:t>)</a:t>
                </a:r>
                <a:r>
                  <a:rPr sz="2600" spc="-215" dirty="0">
                    <a:latin typeface="Times New Roman"/>
                    <a:cs typeface="Times New Roman"/>
                  </a:rPr>
                  <a:t> </a:t>
                </a:r>
                <a:r>
                  <a:rPr sz="2600" spc="10" dirty="0">
                    <a:latin typeface="Symbol"/>
                    <a:cs typeface="Symbol"/>
                  </a:rPr>
                  <a:t></a:t>
                </a:r>
                <a:r>
                  <a:rPr sz="2600" spc="40" dirty="0">
                    <a:latin typeface="Times New Roman"/>
                    <a:cs typeface="Times New Roman"/>
                  </a:rPr>
                  <a:t> </a:t>
                </a:r>
                <a:r>
                  <a:rPr sz="2600" i="1" spc="114" dirty="0">
                    <a:latin typeface="Times New Roman"/>
                    <a:cs typeface="Times New Roman"/>
                  </a:rPr>
                  <a:t>y</a:t>
                </a:r>
                <a:r>
                  <a:rPr sz="2600" spc="70" dirty="0">
                    <a:latin typeface="Times New Roman"/>
                    <a:cs typeface="Times New Roman"/>
                  </a:rPr>
                  <a:t>(</a:t>
                </a:r>
                <a:r>
                  <a:rPr sz="2600" i="1" spc="10" dirty="0">
                    <a:latin typeface="Times New Roman"/>
                    <a:cs typeface="Times New Roman"/>
                  </a:rPr>
                  <a:t>k</a:t>
                </a:r>
                <a:r>
                  <a:rPr sz="2600" i="1" spc="-420" dirty="0">
                    <a:latin typeface="Times New Roman"/>
                    <a:cs typeface="Times New Roman"/>
                  </a:rPr>
                  <a:t> </a:t>
                </a:r>
                <a:r>
                  <a:rPr sz="2600" spc="165" dirty="0">
                    <a:latin typeface="Times New Roman"/>
                    <a:cs typeface="Times New Roman"/>
                  </a:rPr>
                  <a:t>)</a:t>
                </a:r>
                <a:r>
                  <a:rPr sz="5175" spc="-434" baseline="-3220" dirty="0">
                    <a:latin typeface="Symbol"/>
                    <a:cs typeface="Symbol"/>
                  </a:rPr>
                  <a:t></a:t>
                </a:r>
                <a:endParaRPr sz="5175" baseline="-3220">
                  <a:latin typeface="Symbol"/>
                  <a:cs typeface="Symbol"/>
                </a:endParaRPr>
              </a:p>
            </p:txBody>
          </p:sp>
          <p:sp>
            <p:nvSpPr>
              <p:cNvPr id="56" name="object 56"/>
              <p:cNvSpPr txBox="1"/>
              <p:nvPr/>
            </p:nvSpPr>
            <p:spPr>
              <a:xfrm>
                <a:off x="5089621" y="6013140"/>
                <a:ext cx="880110" cy="36512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</a:pPr>
                <a:r>
                  <a:rPr sz="2600" i="1" spc="125" dirty="0">
                    <a:latin typeface="Times New Roman"/>
                    <a:cs typeface="Times New Roman"/>
                  </a:rPr>
                  <a:t>u</a:t>
                </a:r>
                <a:r>
                  <a:rPr sz="2600" spc="70" dirty="0">
                    <a:latin typeface="Times New Roman"/>
                    <a:cs typeface="Times New Roman"/>
                  </a:rPr>
                  <a:t>(</a:t>
                </a:r>
                <a:r>
                  <a:rPr sz="2600" i="1" spc="10" dirty="0">
                    <a:latin typeface="Times New Roman"/>
                    <a:cs typeface="Times New Roman"/>
                  </a:rPr>
                  <a:t>k</a:t>
                </a:r>
                <a:r>
                  <a:rPr sz="2600" i="1" spc="-420" dirty="0">
                    <a:latin typeface="Times New Roman"/>
                    <a:cs typeface="Times New Roman"/>
                  </a:rPr>
                  <a:t> </a:t>
                </a:r>
                <a:r>
                  <a:rPr sz="2600" spc="5" dirty="0">
                    <a:latin typeface="Times New Roman"/>
                    <a:cs typeface="Times New Roman"/>
                  </a:rPr>
                  <a:t>)</a:t>
                </a:r>
                <a:r>
                  <a:rPr sz="2600" spc="-45" dirty="0">
                    <a:latin typeface="Times New Roman"/>
                    <a:cs typeface="Times New Roman"/>
                  </a:rPr>
                  <a:t> </a:t>
                </a:r>
                <a:r>
                  <a:rPr sz="2600" spc="10" dirty="0">
                    <a:latin typeface="Symbol"/>
                    <a:cs typeface="Symbol"/>
                  </a:rPr>
                  <a:t></a:t>
                </a:r>
                <a:endParaRPr sz="2600">
                  <a:latin typeface="Symbol"/>
                  <a:cs typeface="Symbol"/>
                </a:endParaRPr>
              </a:p>
            </p:txBody>
          </p:sp>
          <p:sp>
            <p:nvSpPr>
              <p:cNvPr id="57" name="object 57"/>
              <p:cNvSpPr txBox="1"/>
              <p:nvPr/>
            </p:nvSpPr>
            <p:spPr>
              <a:xfrm>
                <a:off x="6013338" y="6240309"/>
                <a:ext cx="737235" cy="39941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</a:pPr>
                <a:r>
                  <a:rPr sz="2600" spc="215" dirty="0">
                    <a:latin typeface="Times New Roman"/>
                    <a:cs typeface="Times New Roman"/>
                  </a:rPr>
                  <a:t>1</a:t>
                </a:r>
                <a:r>
                  <a:rPr sz="2600" spc="10" dirty="0">
                    <a:latin typeface="Symbol"/>
                    <a:cs typeface="Symbol"/>
                  </a:rPr>
                  <a:t></a:t>
                </a:r>
                <a:r>
                  <a:rPr sz="2600" spc="-85" dirty="0">
                    <a:latin typeface="Times New Roman"/>
                    <a:cs typeface="Times New Roman"/>
                  </a:rPr>
                  <a:t> </a:t>
                </a:r>
                <a:r>
                  <a:rPr sz="2600" i="1" spc="195" dirty="0">
                    <a:latin typeface="Times New Roman"/>
                    <a:cs typeface="Times New Roman"/>
                  </a:rPr>
                  <a:t>z</a:t>
                </a:r>
                <a:r>
                  <a:rPr sz="2250" spc="7" baseline="44444" dirty="0">
                    <a:latin typeface="Symbol"/>
                    <a:cs typeface="Symbol"/>
                  </a:rPr>
                  <a:t></a:t>
                </a:r>
                <a:endParaRPr sz="2250" baseline="44444">
                  <a:latin typeface="Symbol"/>
                  <a:cs typeface="Symbol"/>
                </a:endParaRPr>
              </a:p>
            </p:txBody>
          </p:sp>
          <p:sp>
            <p:nvSpPr>
              <p:cNvPr id="58" name="object 58"/>
              <p:cNvSpPr txBox="1"/>
              <p:nvPr/>
            </p:nvSpPr>
            <p:spPr>
              <a:xfrm>
                <a:off x="6303332" y="5806940"/>
                <a:ext cx="252095" cy="41846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</a:pPr>
                <a:r>
                  <a:rPr sz="2600" i="1" spc="110" dirty="0">
                    <a:latin typeface="Times New Roman"/>
                    <a:cs typeface="Times New Roman"/>
                  </a:rPr>
                  <a:t>k</a:t>
                </a:r>
                <a:r>
                  <a:rPr sz="2250" i="1" spc="7" baseline="-25925" dirty="0">
                    <a:latin typeface="Times New Roman"/>
                    <a:cs typeface="Times New Roman"/>
                  </a:rPr>
                  <a:t>I</a:t>
                </a:r>
                <a:endParaRPr sz="2250" baseline="-25925">
                  <a:latin typeface="Times New Roman"/>
                  <a:cs typeface="Times New Roman"/>
                </a:endParaRPr>
              </a:p>
            </p:txBody>
          </p:sp>
        </p:grpSp>
      </p:grpSp>
      <p:graphicFrame>
        <p:nvGraphicFramePr>
          <p:cNvPr id="37" name="object 37"/>
          <p:cNvGraphicFramePr>
            <a:graphicFrameLocks noGrp="1"/>
          </p:cNvGraphicFramePr>
          <p:nvPr/>
        </p:nvGraphicFramePr>
        <p:xfrm>
          <a:off x="3303522" y="2116397"/>
          <a:ext cx="1826880" cy="9102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01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67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7123">
                <a:tc rowSpan="2">
                  <a:txBody>
                    <a:bodyPr/>
                    <a:lstStyle/>
                    <a:p>
                      <a:pPr marR="40640" algn="ctr">
                        <a:lnSpc>
                          <a:spcPct val="100000"/>
                        </a:lnSpc>
                      </a:pPr>
                      <a:r>
                        <a:rPr sz="2100" i="1" spc="100" dirty="0">
                          <a:latin typeface="Times New Roman"/>
                          <a:cs typeface="Times New Roman"/>
                        </a:rPr>
                        <a:t>k</a:t>
                      </a:r>
                      <a:r>
                        <a:rPr sz="2625" i="1" baseline="-17460" dirty="0">
                          <a:latin typeface="Times New Roman"/>
                          <a:cs typeface="Times New Roman"/>
                        </a:rPr>
                        <a:t>I</a:t>
                      </a:r>
                      <a:endParaRPr sz="2625" baseline="-17460">
                        <a:latin typeface="Times New Roman"/>
                        <a:cs typeface="Times New Roman"/>
                      </a:endParaRPr>
                    </a:p>
                    <a:p>
                      <a:pPr marR="26670" algn="ctr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210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2100" spc="-3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100" dirty="0">
                          <a:latin typeface="Symbol"/>
                          <a:cs typeface="Symbol"/>
                        </a:rPr>
                        <a:t></a:t>
                      </a:r>
                      <a:r>
                        <a:rPr sz="2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100" i="1" spc="150" dirty="0"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sz="2625" spc="-157" baseline="30158" dirty="0">
                          <a:latin typeface="Symbol"/>
                          <a:cs typeface="Symbol"/>
                        </a:rPr>
                        <a:t></a:t>
                      </a:r>
                      <a:r>
                        <a:rPr sz="2625" baseline="30158" dirty="0">
                          <a:latin typeface="Times New Roman"/>
                          <a:cs typeface="Times New Roman"/>
                        </a:rPr>
                        <a:t>1</a:t>
                      </a:r>
                      <a:endParaRPr sz="2625" baseline="30158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6010">
                      <a:solidFill>
                        <a:srgbClr val="000000"/>
                      </a:solidFill>
                      <a:prstDash val="solid"/>
                    </a:lnL>
                    <a:lnR w="16010">
                      <a:solidFill>
                        <a:srgbClr val="000000"/>
                      </a:solidFill>
                      <a:prstDash val="solid"/>
                    </a:lnR>
                    <a:lnT w="16010">
                      <a:solidFill>
                        <a:srgbClr val="000000"/>
                      </a:solidFill>
                      <a:prstDash val="solid"/>
                    </a:lnT>
                    <a:lnB w="1601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</a:pPr>
                      <a:r>
                        <a:rPr sz="2100" i="1" spc="95" dirty="0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2100" spc="45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100" i="1" spc="175" dirty="0">
                          <a:latin typeface="Times New Roman"/>
                          <a:cs typeface="Times New Roman"/>
                        </a:rPr>
                        <a:t>k</a:t>
                      </a:r>
                      <a:r>
                        <a:rPr sz="2100" dirty="0">
                          <a:latin typeface="Times New Roman"/>
                          <a:cs typeface="Times New Roman"/>
                        </a:rPr>
                        <a:t>)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6010">
                      <a:solidFill>
                        <a:srgbClr val="000000"/>
                      </a:solidFill>
                      <a:prstDash val="solid"/>
                    </a:lnL>
                    <a:lnB w="1601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1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6010">
                      <a:solidFill>
                        <a:srgbClr val="000000"/>
                      </a:solidFill>
                      <a:prstDash val="solid"/>
                    </a:lnL>
                    <a:lnR w="16010">
                      <a:solidFill>
                        <a:srgbClr val="000000"/>
                      </a:solidFill>
                      <a:prstDash val="solid"/>
                    </a:lnR>
                    <a:lnT w="16010">
                      <a:solidFill>
                        <a:srgbClr val="000000"/>
                      </a:solidFill>
                      <a:prstDash val="solid"/>
                    </a:lnT>
                    <a:lnB w="1601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6010">
                      <a:solidFill>
                        <a:srgbClr val="000000"/>
                      </a:solidFill>
                      <a:prstDash val="solid"/>
                    </a:lnL>
                    <a:lnT w="1601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437306"/>
            <a:ext cx="4469130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-22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an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80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er</a:t>
            </a:r>
            <a:r>
              <a:rPr sz="3400" spc="-8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un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8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80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-1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40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80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6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ce</a:t>
            </a:r>
            <a:r>
              <a:rPr sz="3400" spc="-12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6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qu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on</a:t>
            </a:r>
            <a:endParaRPr sz="3400">
              <a:latin typeface="Calibri"/>
              <a:cs typeface="Calibri"/>
            </a:endParaRP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C086BA24-520E-B937-E32B-59D6466DE1D6}"/>
              </a:ext>
            </a:extLst>
          </p:cNvPr>
          <p:cNvGrpSpPr/>
          <p:nvPr/>
        </p:nvGrpSpPr>
        <p:grpSpPr>
          <a:xfrm>
            <a:off x="817404" y="4321772"/>
            <a:ext cx="4286598" cy="556895"/>
            <a:chOff x="817404" y="4321772"/>
            <a:chExt cx="4286598" cy="556895"/>
          </a:xfrm>
        </p:grpSpPr>
        <p:sp>
          <p:nvSpPr>
            <p:cNvPr id="9" name="object 9"/>
            <p:cNvSpPr txBox="1"/>
            <p:nvPr/>
          </p:nvSpPr>
          <p:spPr>
            <a:xfrm>
              <a:off x="817404" y="4321772"/>
              <a:ext cx="1085850" cy="55689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962660" algn="l"/>
                </a:tabLst>
              </a:pPr>
              <a:r>
                <a:rPr sz="4150" spc="-530" dirty="0">
                  <a:latin typeface="Symbol"/>
                  <a:cs typeface="Symbol"/>
                </a:rPr>
                <a:t></a:t>
              </a:r>
              <a:r>
                <a:rPr sz="4150" spc="-530" dirty="0">
                  <a:latin typeface="Times New Roman"/>
                  <a:cs typeface="Times New Roman"/>
                </a:rPr>
                <a:t>	</a:t>
              </a:r>
              <a:r>
                <a:rPr sz="4150" spc="-530" dirty="0">
                  <a:latin typeface="Symbol"/>
                  <a:cs typeface="Symbol"/>
                </a:rPr>
                <a:t></a:t>
              </a:r>
              <a:endParaRPr sz="4150" dirty="0">
                <a:latin typeface="Symbol"/>
                <a:cs typeface="Symbol"/>
              </a:endParaRPr>
            </a:p>
          </p:txBody>
        </p:sp>
        <p:sp>
          <p:nvSpPr>
            <p:cNvPr id="10" name="object 10"/>
            <p:cNvSpPr txBox="1"/>
            <p:nvPr/>
          </p:nvSpPr>
          <p:spPr>
            <a:xfrm>
              <a:off x="3159991" y="4377733"/>
              <a:ext cx="135890" cy="46672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3450" spc="-290" dirty="0">
                  <a:latin typeface="Symbol"/>
                  <a:cs typeface="Symbol"/>
                </a:rPr>
                <a:t></a:t>
              </a:r>
              <a:endParaRPr sz="3450">
                <a:latin typeface="Symbol"/>
                <a:cs typeface="Symbol"/>
              </a:endParaRPr>
            </a:p>
          </p:txBody>
        </p:sp>
        <p:sp>
          <p:nvSpPr>
            <p:cNvPr id="11" name="object 11"/>
            <p:cNvSpPr txBox="1"/>
            <p:nvPr/>
          </p:nvSpPr>
          <p:spPr>
            <a:xfrm>
              <a:off x="4968112" y="4377733"/>
              <a:ext cx="135890" cy="46672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3450" spc="-290" dirty="0">
                  <a:latin typeface="Symbol"/>
                  <a:cs typeface="Symbol"/>
                </a:rPr>
                <a:t></a:t>
              </a:r>
              <a:endParaRPr sz="3450">
                <a:latin typeface="Symbol"/>
                <a:cs typeface="Symbol"/>
              </a:endParaRPr>
            </a:p>
          </p:txBody>
        </p:sp>
        <p:sp>
          <p:nvSpPr>
            <p:cNvPr id="12" name="object 12"/>
            <p:cNvSpPr txBox="1"/>
            <p:nvPr/>
          </p:nvSpPr>
          <p:spPr>
            <a:xfrm>
              <a:off x="1524636" y="4407198"/>
              <a:ext cx="227965" cy="22161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500" spc="-5" dirty="0">
                  <a:latin typeface="Symbol"/>
                  <a:cs typeface="Symbol"/>
                </a:rPr>
                <a:t></a:t>
              </a:r>
              <a:r>
                <a:rPr sz="1500" spc="5" dirty="0">
                  <a:latin typeface="Times New Roman"/>
                  <a:cs typeface="Times New Roman"/>
                </a:rPr>
                <a:t>1</a:t>
              </a:r>
              <a:endParaRPr sz="1500">
                <a:latin typeface="Times New Roman"/>
                <a:cs typeface="Times New Roman"/>
              </a:endParaRPr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919560" y="4441156"/>
              <a:ext cx="2096135" cy="36512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1001394" algn="l"/>
                </a:tabLst>
              </a:pPr>
              <a:r>
                <a:rPr sz="2600" spc="215" dirty="0">
                  <a:latin typeface="Times New Roman"/>
                  <a:cs typeface="Times New Roman"/>
                </a:rPr>
                <a:t>1</a:t>
              </a:r>
              <a:r>
                <a:rPr sz="2600" spc="10" dirty="0">
                  <a:latin typeface="Symbol"/>
                  <a:cs typeface="Symbol"/>
                </a:rPr>
                <a:t></a:t>
              </a:r>
              <a:r>
                <a:rPr sz="2600" spc="-80" dirty="0">
                  <a:latin typeface="Times New Roman"/>
                  <a:cs typeface="Times New Roman"/>
                </a:rPr>
                <a:t> </a:t>
              </a:r>
              <a:r>
                <a:rPr sz="2600" i="1" spc="10" dirty="0">
                  <a:latin typeface="Times New Roman"/>
                  <a:cs typeface="Times New Roman"/>
                </a:rPr>
                <a:t>z</a:t>
              </a:r>
              <a:r>
                <a:rPr sz="2600" i="1" dirty="0">
                  <a:latin typeface="Times New Roman"/>
                  <a:cs typeface="Times New Roman"/>
                </a:rPr>
                <a:t>	</a:t>
              </a:r>
              <a:r>
                <a:rPr sz="2600" i="1" spc="125" dirty="0">
                  <a:latin typeface="Times New Roman"/>
                  <a:cs typeface="Times New Roman"/>
                </a:rPr>
                <a:t>u</a:t>
              </a:r>
              <a:r>
                <a:rPr sz="2600" spc="70" dirty="0">
                  <a:latin typeface="Times New Roman"/>
                  <a:cs typeface="Times New Roman"/>
                </a:rPr>
                <a:t>(</a:t>
              </a:r>
              <a:r>
                <a:rPr sz="2600" i="1" spc="10" dirty="0">
                  <a:latin typeface="Times New Roman"/>
                  <a:cs typeface="Times New Roman"/>
                </a:rPr>
                <a:t>k</a:t>
              </a:r>
              <a:r>
                <a:rPr sz="2600" i="1" spc="-420" dirty="0">
                  <a:latin typeface="Times New Roman"/>
                  <a:cs typeface="Times New Roman"/>
                </a:rPr>
                <a:t> </a:t>
              </a:r>
              <a:r>
                <a:rPr sz="2600" spc="5" dirty="0">
                  <a:latin typeface="Times New Roman"/>
                  <a:cs typeface="Times New Roman"/>
                </a:rPr>
                <a:t>)</a:t>
              </a:r>
              <a:r>
                <a:rPr sz="2600" spc="-50" dirty="0">
                  <a:latin typeface="Times New Roman"/>
                  <a:cs typeface="Times New Roman"/>
                </a:rPr>
                <a:t> </a:t>
              </a:r>
              <a:r>
                <a:rPr sz="2600" spc="10" dirty="0">
                  <a:latin typeface="Symbol"/>
                  <a:cs typeface="Symbol"/>
                </a:rPr>
                <a:t></a:t>
              </a:r>
              <a:r>
                <a:rPr sz="2600" spc="-40" dirty="0">
                  <a:latin typeface="Times New Roman"/>
                  <a:cs typeface="Times New Roman"/>
                </a:rPr>
                <a:t> </a:t>
              </a:r>
              <a:r>
                <a:rPr sz="2600" i="1" spc="10" dirty="0">
                  <a:latin typeface="Times New Roman"/>
                  <a:cs typeface="Times New Roman"/>
                </a:rPr>
                <a:t>k</a:t>
              </a:r>
              <a:endParaRPr sz="2600">
                <a:latin typeface="Times New Roman"/>
                <a:cs typeface="Times New Roman"/>
              </a:endParaRPr>
            </a:p>
          </p:txBody>
        </p:sp>
        <p:sp>
          <p:nvSpPr>
            <p:cNvPr id="14" name="object 14"/>
            <p:cNvSpPr txBox="1"/>
            <p:nvPr/>
          </p:nvSpPr>
          <p:spPr>
            <a:xfrm>
              <a:off x="3329398" y="4441156"/>
              <a:ext cx="1644014" cy="36512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318770" algn="l"/>
                </a:tabLst>
              </a:pPr>
              <a:r>
                <a:rPr sz="2600" i="1" spc="10" dirty="0">
                  <a:latin typeface="Times New Roman"/>
                  <a:cs typeface="Times New Roman"/>
                </a:rPr>
                <a:t>y	</a:t>
              </a:r>
              <a:r>
                <a:rPr sz="2600" spc="70" dirty="0">
                  <a:latin typeface="Times New Roman"/>
                  <a:cs typeface="Times New Roman"/>
                </a:rPr>
                <a:t>(</a:t>
              </a:r>
              <a:r>
                <a:rPr sz="2600" i="1" spc="10" dirty="0">
                  <a:latin typeface="Times New Roman"/>
                  <a:cs typeface="Times New Roman"/>
                </a:rPr>
                <a:t>k</a:t>
              </a:r>
              <a:r>
                <a:rPr sz="2600" i="1" spc="-420" dirty="0">
                  <a:latin typeface="Times New Roman"/>
                  <a:cs typeface="Times New Roman"/>
                </a:rPr>
                <a:t> </a:t>
              </a:r>
              <a:r>
                <a:rPr sz="2600" spc="5" dirty="0">
                  <a:latin typeface="Times New Roman"/>
                  <a:cs typeface="Times New Roman"/>
                </a:rPr>
                <a:t>)</a:t>
              </a:r>
              <a:r>
                <a:rPr sz="2600" spc="-215" dirty="0">
                  <a:latin typeface="Times New Roman"/>
                  <a:cs typeface="Times New Roman"/>
                </a:rPr>
                <a:t> </a:t>
              </a:r>
              <a:r>
                <a:rPr sz="2600" spc="10" dirty="0">
                  <a:latin typeface="Symbol"/>
                  <a:cs typeface="Symbol"/>
                </a:rPr>
                <a:t></a:t>
              </a:r>
              <a:r>
                <a:rPr sz="2600" spc="45" dirty="0">
                  <a:latin typeface="Times New Roman"/>
                  <a:cs typeface="Times New Roman"/>
                </a:rPr>
                <a:t> </a:t>
              </a:r>
              <a:r>
                <a:rPr sz="2600" i="1" spc="114" dirty="0">
                  <a:latin typeface="Times New Roman"/>
                  <a:cs typeface="Times New Roman"/>
                </a:rPr>
                <a:t>y</a:t>
              </a:r>
              <a:r>
                <a:rPr sz="2600" spc="70" dirty="0">
                  <a:latin typeface="Times New Roman"/>
                  <a:cs typeface="Times New Roman"/>
                </a:rPr>
                <a:t>(</a:t>
              </a:r>
              <a:r>
                <a:rPr sz="2600" i="1" spc="10" dirty="0">
                  <a:latin typeface="Times New Roman"/>
                  <a:cs typeface="Times New Roman"/>
                </a:rPr>
                <a:t>k</a:t>
              </a:r>
              <a:r>
                <a:rPr sz="2600" i="1" spc="-420" dirty="0">
                  <a:latin typeface="Times New Roman"/>
                  <a:cs typeface="Times New Roman"/>
                </a:rPr>
                <a:t> </a:t>
              </a:r>
              <a:r>
                <a:rPr sz="2600" spc="5" dirty="0">
                  <a:latin typeface="Times New Roman"/>
                  <a:cs typeface="Times New Roman"/>
                </a:rPr>
                <a:t>)</a:t>
              </a:r>
              <a:endParaRPr sz="2600" dirty="0">
                <a:latin typeface="Times New Roman"/>
                <a:cs typeface="Times New Roman"/>
              </a:endParaRPr>
            </a:p>
          </p:txBody>
        </p:sp>
        <p:sp>
          <p:nvSpPr>
            <p:cNvPr id="15" name="object 15"/>
            <p:cNvSpPr txBox="1"/>
            <p:nvPr/>
          </p:nvSpPr>
          <p:spPr>
            <a:xfrm>
              <a:off x="3002828" y="4645917"/>
              <a:ext cx="600075" cy="21844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490220" algn="l"/>
                </a:tabLst>
              </a:pPr>
              <a:r>
                <a:rPr sz="1500" i="1" spc="5" dirty="0">
                  <a:latin typeface="Times New Roman"/>
                  <a:cs typeface="Times New Roman"/>
                </a:rPr>
                <a:t>I	d</a:t>
              </a:r>
              <a:endParaRPr sz="1500">
                <a:latin typeface="Times New Roman"/>
                <a:cs typeface="Times New Roman"/>
              </a:endParaRPr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484706" y="5822881"/>
            <a:ext cx="4878705" cy="530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50" i="1" spc="130" dirty="0">
                <a:latin typeface="Times New Roman"/>
                <a:cs typeface="Times New Roman"/>
              </a:rPr>
              <a:t>u</a:t>
            </a:r>
            <a:r>
              <a:rPr sz="2850" spc="75" dirty="0">
                <a:latin typeface="Times New Roman"/>
                <a:cs typeface="Times New Roman"/>
              </a:rPr>
              <a:t>(</a:t>
            </a:r>
            <a:r>
              <a:rPr sz="2850" i="1" dirty="0">
                <a:latin typeface="Times New Roman"/>
                <a:cs typeface="Times New Roman"/>
              </a:rPr>
              <a:t>k</a:t>
            </a:r>
            <a:r>
              <a:rPr sz="2850" i="1" spc="-459" dirty="0">
                <a:latin typeface="Times New Roman"/>
                <a:cs typeface="Times New Roman"/>
              </a:rPr>
              <a:t> </a:t>
            </a:r>
            <a:r>
              <a:rPr sz="2850" dirty="0">
                <a:latin typeface="Times New Roman"/>
                <a:cs typeface="Times New Roman"/>
              </a:rPr>
              <a:t>)</a:t>
            </a:r>
            <a:r>
              <a:rPr sz="2850" spc="-55" dirty="0">
                <a:latin typeface="Times New Roman"/>
                <a:cs typeface="Times New Roman"/>
              </a:rPr>
              <a:t> </a:t>
            </a:r>
            <a:r>
              <a:rPr sz="2850" dirty="0">
                <a:latin typeface="Symbol"/>
                <a:cs typeface="Symbol"/>
              </a:rPr>
              <a:t></a:t>
            </a:r>
            <a:r>
              <a:rPr sz="2850" spc="-135" dirty="0">
                <a:latin typeface="Times New Roman"/>
                <a:cs typeface="Times New Roman"/>
              </a:rPr>
              <a:t> </a:t>
            </a:r>
            <a:r>
              <a:rPr sz="2850" i="1" spc="135" dirty="0">
                <a:latin typeface="Times New Roman"/>
                <a:cs typeface="Times New Roman"/>
              </a:rPr>
              <a:t>u</a:t>
            </a:r>
            <a:r>
              <a:rPr sz="2850" spc="70" dirty="0">
                <a:latin typeface="Times New Roman"/>
                <a:cs typeface="Times New Roman"/>
              </a:rPr>
              <a:t>(</a:t>
            </a:r>
            <a:r>
              <a:rPr sz="2850" i="1" dirty="0">
                <a:latin typeface="Times New Roman"/>
                <a:cs typeface="Times New Roman"/>
              </a:rPr>
              <a:t>k</a:t>
            </a:r>
            <a:r>
              <a:rPr sz="2850" i="1" spc="-10" dirty="0">
                <a:latin typeface="Times New Roman"/>
                <a:cs typeface="Times New Roman"/>
              </a:rPr>
              <a:t> </a:t>
            </a:r>
            <a:r>
              <a:rPr sz="2850" spc="170" dirty="0">
                <a:latin typeface="Symbol"/>
                <a:cs typeface="Symbol"/>
              </a:rPr>
              <a:t></a:t>
            </a:r>
            <a:r>
              <a:rPr sz="2850" spc="-225" dirty="0">
                <a:latin typeface="Times New Roman"/>
                <a:cs typeface="Times New Roman"/>
              </a:rPr>
              <a:t>1</a:t>
            </a:r>
            <a:r>
              <a:rPr sz="2850" dirty="0">
                <a:latin typeface="Times New Roman"/>
                <a:cs typeface="Times New Roman"/>
              </a:rPr>
              <a:t>)</a:t>
            </a:r>
            <a:r>
              <a:rPr sz="2850" spc="-235" dirty="0">
                <a:latin typeface="Times New Roman"/>
                <a:cs typeface="Times New Roman"/>
              </a:rPr>
              <a:t> </a:t>
            </a:r>
            <a:r>
              <a:rPr sz="2850" dirty="0">
                <a:latin typeface="Symbol"/>
                <a:cs typeface="Symbol"/>
              </a:rPr>
              <a:t></a:t>
            </a:r>
            <a:r>
              <a:rPr sz="2850" spc="-180" dirty="0">
                <a:latin typeface="Times New Roman"/>
                <a:cs typeface="Times New Roman"/>
              </a:rPr>
              <a:t> </a:t>
            </a:r>
            <a:r>
              <a:rPr sz="2850" i="1" spc="110" dirty="0">
                <a:latin typeface="Times New Roman"/>
                <a:cs typeface="Times New Roman"/>
              </a:rPr>
              <a:t>k</a:t>
            </a:r>
            <a:r>
              <a:rPr sz="2475" i="1" baseline="-25252" dirty="0">
                <a:latin typeface="Times New Roman"/>
                <a:cs typeface="Times New Roman"/>
              </a:rPr>
              <a:t>I </a:t>
            </a:r>
            <a:r>
              <a:rPr sz="2475" i="1" spc="-52" baseline="-25252" dirty="0">
                <a:latin typeface="Times New Roman"/>
                <a:cs typeface="Times New Roman"/>
              </a:rPr>
              <a:t> </a:t>
            </a:r>
            <a:r>
              <a:rPr sz="5700" spc="-494" baseline="-2923" dirty="0">
                <a:latin typeface="Symbol"/>
                <a:cs typeface="Symbol"/>
              </a:rPr>
              <a:t></a:t>
            </a:r>
            <a:r>
              <a:rPr sz="5700" spc="-667" baseline="-2923" dirty="0">
                <a:latin typeface="Times New Roman"/>
                <a:cs typeface="Times New Roman"/>
              </a:rPr>
              <a:t> </a:t>
            </a:r>
            <a:r>
              <a:rPr sz="2850" i="1" spc="20" dirty="0">
                <a:latin typeface="Times New Roman"/>
                <a:cs typeface="Times New Roman"/>
              </a:rPr>
              <a:t>y</a:t>
            </a:r>
            <a:r>
              <a:rPr sz="2475" i="1" baseline="-25252" dirty="0">
                <a:latin typeface="Times New Roman"/>
                <a:cs typeface="Times New Roman"/>
              </a:rPr>
              <a:t>d</a:t>
            </a:r>
            <a:r>
              <a:rPr sz="2475" i="1" spc="135" baseline="-25252" dirty="0">
                <a:latin typeface="Times New Roman"/>
                <a:cs typeface="Times New Roman"/>
              </a:rPr>
              <a:t> </a:t>
            </a:r>
            <a:r>
              <a:rPr sz="2850" spc="70" dirty="0">
                <a:latin typeface="Times New Roman"/>
                <a:cs typeface="Times New Roman"/>
              </a:rPr>
              <a:t>(</a:t>
            </a:r>
            <a:r>
              <a:rPr sz="2850" i="1" dirty="0">
                <a:latin typeface="Times New Roman"/>
                <a:cs typeface="Times New Roman"/>
              </a:rPr>
              <a:t>k</a:t>
            </a:r>
            <a:r>
              <a:rPr sz="2850" i="1" spc="-459" dirty="0">
                <a:latin typeface="Times New Roman"/>
                <a:cs typeface="Times New Roman"/>
              </a:rPr>
              <a:t> </a:t>
            </a:r>
            <a:r>
              <a:rPr sz="2850" dirty="0">
                <a:latin typeface="Times New Roman"/>
                <a:cs typeface="Times New Roman"/>
              </a:rPr>
              <a:t>)</a:t>
            </a:r>
            <a:r>
              <a:rPr sz="2850" spc="-235" dirty="0">
                <a:latin typeface="Times New Roman"/>
                <a:cs typeface="Times New Roman"/>
              </a:rPr>
              <a:t> </a:t>
            </a:r>
            <a:r>
              <a:rPr sz="2850" dirty="0">
                <a:latin typeface="Symbol"/>
                <a:cs typeface="Symbol"/>
              </a:rPr>
              <a:t></a:t>
            </a:r>
            <a:r>
              <a:rPr sz="2850" spc="45" dirty="0">
                <a:latin typeface="Times New Roman"/>
                <a:cs typeface="Times New Roman"/>
              </a:rPr>
              <a:t> </a:t>
            </a:r>
            <a:r>
              <a:rPr sz="2850" i="1" spc="120" dirty="0">
                <a:latin typeface="Times New Roman"/>
                <a:cs typeface="Times New Roman"/>
              </a:rPr>
              <a:t>y</a:t>
            </a:r>
            <a:r>
              <a:rPr sz="2850" spc="70" dirty="0">
                <a:latin typeface="Times New Roman"/>
                <a:cs typeface="Times New Roman"/>
              </a:rPr>
              <a:t>(</a:t>
            </a:r>
            <a:r>
              <a:rPr sz="2850" i="1" dirty="0">
                <a:latin typeface="Times New Roman"/>
                <a:cs typeface="Times New Roman"/>
              </a:rPr>
              <a:t>k</a:t>
            </a:r>
            <a:r>
              <a:rPr sz="2850" i="1" spc="-459" dirty="0">
                <a:latin typeface="Times New Roman"/>
                <a:cs typeface="Times New Roman"/>
              </a:rPr>
              <a:t> </a:t>
            </a:r>
            <a:r>
              <a:rPr sz="2850" spc="175" dirty="0">
                <a:latin typeface="Times New Roman"/>
                <a:cs typeface="Times New Roman"/>
              </a:rPr>
              <a:t>)</a:t>
            </a:r>
            <a:r>
              <a:rPr sz="5700" spc="-494" baseline="-2923" dirty="0">
                <a:latin typeface="Symbol"/>
                <a:cs typeface="Symbol"/>
              </a:rPr>
              <a:t></a:t>
            </a:r>
            <a:endParaRPr sz="5700" baseline="-2923" dirty="0">
              <a:latin typeface="Symbol"/>
              <a:cs typeface="Symbol"/>
            </a:endParaRP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6BDDE601-7AAB-8F39-9E62-CE2D36980C1A}"/>
              </a:ext>
            </a:extLst>
          </p:cNvPr>
          <p:cNvGrpSpPr/>
          <p:nvPr/>
        </p:nvGrpSpPr>
        <p:grpSpPr>
          <a:xfrm>
            <a:off x="6403817" y="4295747"/>
            <a:ext cx="2292945" cy="1406557"/>
            <a:chOff x="6403817" y="4295747"/>
            <a:chExt cx="2292945" cy="1406557"/>
          </a:xfrm>
        </p:grpSpPr>
        <p:sp>
          <p:nvSpPr>
            <p:cNvPr id="21" name="object 21"/>
            <p:cNvSpPr txBox="1"/>
            <p:nvPr/>
          </p:nvSpPr>
          <p:spPr>
            <a:xfrm>
              <a:off x="6553637" y="4295747"/>
              <a:ext cx="2143125" cy="88900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 marR="5080" algn="ctr">
                <a:lnSpc>
                  <a:spcPct val="100000"/>
                </a:lnSpc>
              </a:pPr>
              <a:r>
                <a:rPr sz="2000" b="1" dirty="0">
                  <a:solidFill>
                    <a:srgbClr val="C00000"/>
                  </a:solidFill>
                  <a:latin typeface="Calibri"/>
                  <a:cs typeface="Calibri"/>
                </a:rPr>
                <a:t>C</a:t>
              </a:r>
              <a:r>
                <a:rPr sz="2000" b="1" spc="-15" dirty="0">
                  <a:solidFill>
                    <a:srgbClr val="C00000"/>
                  </a:solidFill>
                  <a:latin typeface="Calibri"/>
                  <a:cs typeface="Calibri"/>
                </a:rPr>
                <a:t>o</a:t>
              </a:r>
              <a:r>
                <a:rPr sz="2000" b="1" spc="-30" dirty="0">
                  <a:solidFill>
                    <a:srgbClr val="C00000"/>
                  </a:solidFill>
                  <a:latin typeface="Calibri"/>
                  <a:cs typeface="Calibri"/>
                </a:rPr>
                <a:t>n</a:t>
              </a:r>
              <a:r>
                <a:rPr sz="2000" b="1" spc="5" dirty="0">
                  <a:solidFill>
                    <a:srgbClr val="C00000"/>
                  </a:solidFill>
                  <a:latin typeface="Calibri"/>
                  <a:cs typeface="Calibri"/>
                </a:rPr>
                <a:t>t</a:t>
              </a:r>
              <a:r>
                <a:rPr sz="2000" b="1" spc="-15" dirty="0">
                  <a:solidFill>
                    <a:srgbClr val="C00000"/>
                  </a:solidFill>
                  <a:latin typeface="Calibri"/>
                  <a:cs typeface="Calibri"/>
                </a:rPr>
                <a:t>r</a:t>
              </a:r>
              <a:r>
                <a:rPr sz="2000" b="1" spc="-10" dirty="0">
                  <a:solidFill>
                    <a:srgbClr val="C00000"/>
                  </a:solidFill>
                  <a:latin typeface="Calibri"/>
                  <a:cs typeface="Calibri"/>
                </a:rPr>
                <a:t>ol</a:t>
              </a:r>
              <a:r>
                <a:rPr sz="2000" b="1" spc="-95" dirty="0">
                  <a:solidFill>
                    <a:srgbClr val="C00000"/>
                  </a:solidFill>
                  <a:latin typeface="Times New Roman"/>
                  <a:cs typeface="Times New Roman"/>
                </a:rPr>
                <a:t> </a:t>
              </a:r>
              <a:r>
                <a:rPr sz="2000" b="1" spc="-20" dirty="0">
                  <a:solidFill>
                    <a:srgbClr val="C00000"/>
                  </a:solidFill>
                  <a:latin typeface="Calibri"/>
                  <a:cs typeface="Calibri"/>
                </a:rPr>
                <a:t>a</a:t>
              </a:r>
              <a:r>
                <a:rPr sz="2000" b="1" dirty="0">
                  <a:solidFill>
                    <a:srgbClr val="C00000"/>
                  </a:solidFill>
                  <a:latin typeface="Calibri"/>
                  <a:cs typeface="Calibri"/>
                </a:rPr>
                <a:t>l</a:t>
              </a:r>
              <a:r>
                <a:rPr sz="2000" b="1" spc="-30" dirty="0">
                  <a:solidFill>
                    <a:srgbClr val="C00000"/>
                  </a:solidFill>
                  <a:latin typeface="Calibri"/>
                  <a:cs typeface="Calibri"/>
                </a:rPr>
                <a:t>g</a:t>
              </a:r>
              <a:r>
                <a:rPr sz="2000" b="1" spc="-15" dirty="0">
                  <a:solidFill>
                    <a:srgbClr val="C00000"/>
                  </a:solidFill>
                  <a:latin typeface="Calibri"/>
                  <a:cs typeface="Calibri"/>
                </a:rPr>
                <a:t>o</a:t>
              </a:r>
              <a:r>
                <a:rPr sz="2000" b="1" spc="5" dirty="0">
                  <a:solidFill>
                    <a:srgbClr val="C00000"/>
                  </a:solidFill>
                  <a:latin typeface="Calibri"/>
                  <a:cs typeface="Calibri"/>
                </a:rPr>
                <a:t>r</a:t>
              </a:r>
              <a:r>
                <a:rPr sz="2000" b="1" spc="-5" dirty="0">
                  <a:solidFill>
                    <a:srgbClr val="C00000"/>
                  </a:solidFill>
                  <a:latin typeface="Calibri"/>
                  <a:cs typeface="Calibri"/>
                </a:rPr>
                <a:t>ith</a:t>
              </a:r>
              <a:r>
                <a:rPr sz="2000" b="1" spc="-20" dirty="0">
                  <a:solidFill>
                    <a:srgbClr val="C00000"/>
                  </a:solidFill>
                  <a:latin typeface="Calibri"/>
                  <a:cs typeface="Calibri"/>
                </a:rPr>
                <a:t>m</a:t>
              </a:r>
              <a:r>
                <a:rPr sz="2000" b="1" spc="-90" dirty="0">
                  <a:solidFill>
                    <a:srgbClr val="C00000"/>
                  </a:solidFill>
                  <a:latin typeface="Times New Roman"/>
                  <a:cs typeface="Times New Roman"/>
                </a:rPr>
                <a:t> </a:t>
              </a:r>
              <a:r>
                <a:rPr sz="2000" b="1" dirty="0">
                  <a:solidFill>
                    <a:srgbClr val="C00000"/>
                  </a:solidFill>
                  <a:latin typeface="Calibri"/>
                  <a:cs typeface="Calibri"/>
                </a:rPr>
                <a:t>i</a:t>
              </a:r>
              <a:r>
                <a:rPr sz="2000" b="1" spc="-15" dirty="0">
                  <a:solidFill>
                    <a:srgbClr val="C00000"/>
                  </a:solidFill>
                  <a:latin typeface="Calibri"/>
                  <a:cs typeface="Calibri"/>
                </a:rPr>
                <a:t>n</a:t>
              </a:r>
              <a:r>
                <a:rPr sz="2000" b="1" spc="-5" dirty="0">
                  <a:solidFill>
                    <a:srgbClr val="C00000"/>
                  </a:solidFill>
                  <a:latin typeface="Times New Roman"/>
                  <a:cs typeface="Times New Roman"/>
                </a:rPr>
                <a:t> </a:t>
              </a:r>
              <a:r>
                <a:rPr sz="2000" b="1" spc="-5" dirty="0">
                  <a:solidFill>
                    <a:srgbClr val="C00000"/>
                  </a:solidFill>
                  <a:latin typeface="Calibri"/>
                  <a:cs typeface="Calibri"/>
                </a:rPr>
                <a:t>di</a:t>
              </a:r>
              <a:r>
                <a:rPr sz="2000" b="1" spc="5" dirty="0">
                  <a:solidFill>
                    <a:srgbClr val="C00000"/>
                  </a:solidFill>
                  <a:latin typeface="Calibri"/>
                  <a:cs typeface="Calibri"/>
                </a:rPr>
                <a:t>f</a:t>
              </a:r>
              <a:r>
                <a:rPr sz="2000" b="1" spc="-35" dirty="0">
                  <a:solidFill>
                    <a:srgbClr val="C00000"/>
                  </a:solidFill>
                  <a:latin typeface="Calibri"/>
                  <a:cs typeface="Calibri"/>
                </a:rPr>
                <a:t>f</a:t>
              </a:r>
              <a:r>
                <a:rPr sz="2000" b="1" spc="-10" dirty="0">
                  <a:solidFill>
                    <a:srgbClr val="C00000"/>
                  </a:solidFill>
                  <a:latin typeface="Calibri"/>
                  <a:cs typeface="Calibri"/>
                </a:rPr>
                <a:t>e</a:t>
              </a:r>
              <a:r>
                <a:rPr sz="2000" b="1" spc="-15" dirty="0">
                  <a:solidFill>
                    <a:srgbClr val="C00000"/>
                  </a:solidFill>
                  <a:latin typeface="Calibri"/>
                  <a:cs typeface="Calibri"/>
                </a:rPr>
                <a:t>r</a:t>
              </a:r>
              <a:r>
                <a:rPr sz="2000" b="1" spc="-10" dirty="0">
                  <a:solidFill>
                    <a:srgbClr val="C00000"/>
                  </a:solidFill>
                  <a:latin typeface="Calibri"/>
                  <a:cs typeface="Calibri"/>
                </a:rPr>
                <a:t>e</a:t>
              </a:r>
              <a:r>
                <a:rPr sz="2000" b="1" spc="5" dirty="0">
                  <a:solidFill>
                    <a:srgbClr val="C00000"/>
                  </a:solidFill>
                  <a:latin typeface="Calibri"/>
                  <a:cs typeface="Calibri"/>
                </a:rPr>
                <a:t>n</a:t>
              </a:r>
              <a:r>
                <a:rPr sz="2000" b="1" dirty="0">
                  <a:solidFill>
                    <a:srgbClr val="C00000"/>
                  </a:solidFill>
                  <a:latin typeface="Calibri"/>
                  <a:cs typeface="Calibri"/>
                </a:rPr>
                <a:t>ce</a:t>
              </a:r>
              <a:r>
                <a:rPr sz="2000" b="1" spc="-50" dirty="0">
                  <a:solidFill>
                    <a:srgbClr val="C00000"/>
                  </a:solidFill>
                  <a:latin typeface="Times New Roman"/>
                  <a:cs typeface="Times New Roman"/>
                </a:rPr>
                <a:t> </a:t>
              </a:r>
              <a:r>
                <a:rPr sz="2000" b="1" spc="-10" dirty="0">
                  <a:solidFill>
                    <a:srgbClr val="C00000"/>
                  </a:solidFill>
                  <a:latin typeface="Calibri"/>
                  <a:cs typeface="Calibri"/>
                </a:rPr>
                <a:t>equ</a:t>
              </a:r>
              <a:r>
                <a:rPr sz="2000" b="1" spc="-40" dirty="0">
                  <a:solidFill>
                    <a:srgbClr val="C00000"/>
                  </a:solidFill>
                  <a:latin typeface="Calibri"/>
                  <a:cs typeface="Calibri"/>
                </a:rPr>
                <a:t>a</a:t>
              </a:r>
              <a:r>
                <a:rPr sz="2000" b="1" spc="-5" dirty="0">
                  <a:solidFill>
                    <a:srgbClr val="C00000"/>
                  </a:solidFill>
                  <a:latin typeface="Calibri"/>
                  <a:cs typeface="Calibri"/>
                </a:rPr>
                <a:t>ti</a:t>
              </a:r>
              <a:r>
                <a:rPr sz="2000" b="1" spc="-15" dirty="0">
                  <a:solidFill>
                    <a:srgbClr val="C00000"/>
                  </a:solidFill>
                  <a:latin typeface="Calibri"/>
                  <a:cs typeface="Calibri"/>
                </a:rPr>
                <a:t>on</a:t>
              </a:r>
              <a:r>
                <a:rPr sz="2000" b="1" spc="-5" dirty="0">
                  <a:solidFill>
                    <a:srgbClr val="C00000"/>
                  </a:solidFill>
                  <a:latin typeface="Times New Roman"/>
                  <a:cs typeface="Times New Roman"/>
                </a:rPr>
                <a:t> </a:t>
              </a:r>
              <a:r>
                <a:rPr sz="2000" b="1" spc="-35" dirty="0">
                  <a:solidFill>
                    <a:srgbClr val="C00000"/>
                  </a:solidFill>
                  <a:latin typeface="Calibri"/>
                  <a:cs typeface="Calibri"/>
                </a:rPr>
                <a:t>f</a:t>
              </a:r>
              <a:r>
                <a:rPr sz="2000" b="1" dirty="0">
                  <a:solidFill>
                    <a:srgbClr val="C00000"/>
                  </a:solidFill>
                  <a:latin typeface="Calibri"/>
                  <a:cs typeface="Calibri"/>
                </a:rPr>
                <a:t>o</a:t>
              </a:r>
              <a:r>
                <a:rPr sz="2000" b="1" spc="5" dirty="0">
                  <a:solidFill>
                    <a:srgbClr val="C00000"/>
                  </a:solidFill>
                  <a:latin typeface="Calibri"/>
                  <a:cs typeface="Calibri"/>
                </a:rPr>
                <a:t>r</a:t>
              </a:r>
              <a:r>
                <a:rPr sz="2000" b="1" dirty="0">
                  <a:solidFill>
                    <a:srgbClr val="C00000"/>
                  </a:solidFill>
                  <a:latin typeface="Calibri"/>
                  <a:cs typeface="Calibri"/>
                </a:rPr>
                <a:t>m</a:t>
              </a:r>
              <a:endParaRPr sz="2000" dirty="0">
                <a:latin typeface="Calibri"/>
                <a:cs typeface="Calibri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6403817" y="5038094"/>
              <a:ext cx="711835" cy="664210"/>
            </a:xfrm>
            <a:custGeom>
              <a:avLst/>
              <a:gdLst/>
              <a:ahLst/>
              <a:cxnLst/>
              <a:rect l="l" t="t" r="r" b="b"/>
              <a:pathLst>
                <a:path w="711834" h="664210">
                  <a:moveTo>
                    <a:pt x="711464" y="0"/>
                  </a:moveTo>
                  <a:lnTo>
                    <a:pt x="0" y="664165"/>
                  </a:lnTo>
                </a:path>
              </a:pathLst>
            </a:custGeom>
            <a:ln w="634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FE4E0842-8BC1-B84D-1F4A-A9AD3D33550C}"/>
              </a:ext>
            </a:extLst>
          </p:cNvPr>
          <p:cNvGrpSpPr/>
          <p:nvPr/>
        </p:nvGrpSpPr>
        <p:grpSpPr>
          <a:xfrm>
            <a:off x="1326465" y="5106604"/>
            <a:ext cx="5165785" cy="704395"/>
            <a:chOff x="1326465" y="5106604"/>
            <a:chExt cx="5165785" cy="704395"/>
          </a:xfrm>
        </p:grpSpPr>
        <p:sp>
          <p:nvSpPr>
            <p:cNvPr id="16" name="object 16"/>
            <p:cNvSpPr txBox="1"/>
            <p:nvPr/>
          </p:nvSpPr>
          <p:spPr>
            <a:xfrm>
              <a:off x="4057335" y="5106604"/>
              <a:ext cx="2116455" cy="50863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1983105" algn="l"/>
                </a:tabLst>
              </a:pPr>
              <a:r>
                <a:rPr sz="3800" spc="-330" dirty="0">
                  <a:latin typeface="Symbol"/>
                  <a:cs typeface="Symbol"/>
                </a:rPr>
                <a:t></a:t>
              </a:r>
              <a:r>
                <a:rPr sz="3800" spc="-330" dirty="0">
                  <a:latin typeface="Times New Roman"/>
                  <a:cs typeface="Times New Roman"/>
                </a:rPr>
                <a:t>	</a:t>
              </a:r>
              <a:r>
                <a:rPr sz="3800" spc="-330" dirty="0">
                  <a:latin typeface="Symbol"/>
                  <a:cs typeface="Symbol"/>
                </a:rPr>
                <a:t></a:t>
              </a:r>
              <a:endParaRPr sz="3800">
                <a:latin typeface="Symbol"/>
                <a:cs typeface="Symbol"/>
              </a:endParaRPr>
            </a:p>
          </p:txBody>
        </p:sp>
        <p:sp>
          <p:nvSpPr>
            <p:cNvPr id="17" name="object 17"/>
            <p:cNvSpPr txBox="1"/>
            <p:nvPr/>
          </p:nvSpPr>
          <p:spPr>
            <a:xfrm>
              <a:off x="2482559" y="5138878"/>
              <a:ext cx="246379" cy="24066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50" spc="-10" dirty="0">
                  <a:latin typeface="Symbol"/>
                  <a:cs typeface="Symbol"/>
                </a:rPr>
                <a:t></a:t>
              </a:r>
              <a:r>
                <a:rPr sz="1650" dirty="0">
                  <a:latin typeface="Times New Roman"/>
                  <a:cs typeface="Times New Roman"/>
                </a:rPr>
                <a:t>1</a:t>
              </a:r>
              <a:endParaRPr sz="1650">
                <a:latin typeface="Times New Roman"/>
                <a:cs typeface="Times New Roman"/>
              </a:endParaRPr>
            </a:p>
          </p:txBody>
        </p:sp>
        <p:sp>
          <p:nvSpPr>
            <p:cNvPr id="18" name="object 18"/>
            <p:cNvSpPr txBox="1"/>
            <p:nvPr/>
          </p:nvSpPr>
          <p:spPr>
            <a:xfrm>
              <a:off x="1326465" y="5176079"/>
              <a:ext cx="2571115" cy="3975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1379855" algn="l"/>
                </a:tabLst>
              </a:pPr>
              <a:r>
                <a:rPr sz="2850" i="1" spc="130" dirty="0">
                  <a:latin typeface="Times New Roman"/>
                  <a:cs typeface="Times New Roman"/>
                </a:rPr>
                <a:t>u</a:t>
              </a:r>
              <a:r>
                <a:rPr sz="2850" spc="75" dirty="0">
                  <a:latin typeface="Times New Roman"/>
                  <a:cs typeface="Times New Roman"/>
                </a:rPr>
                <a:t>(</a:t>
              </a:r>
              <a:r>
                <a:rPr sz="2850" i="1" dirty="0">
                  <a:latin typeface="Times New Roman"/>
                  <a:cs typeface="Times New Roman"/>
                </a:rPr>
                <a:t>k</a:t>
              </a:r>
              <a:r>
                <a:rPr sz="2850" i="1" spc="-459" dirty="0">
                  <a:latin typeface="Times New Roman"/>
                  <a:cs typeface="Times New Roman"/>
                </a:rPr>
                <a:t> </a:t>
              </a:r>
              <a:r>
                <a:rPr sz="2850" dirty="0">
                  <a:latin typeface="Times New Roman"/>
                  <a:cs typeface="Times New Roman"/>
                </a:rPr>
                <a:t>)</a:t>
              </a:r>
              <a:r>
                <a:rPr sz="2850" spc="-235" dirty="0">
                  <a:latin typeface="Times New Roman"/>
                  <a:cs typeface="Times New Roman"/>
                </a:rPr>
                <a:t> </a:t>
              </a:r>
              <a:r>
                <a:rPr sz="2850" dirty="0">
                  <a:latin typeface="Symbol"/>
                  <a:cs typeface="Symbol"/>
                </a:rPr>
                <a:t></a:t>
              </a:r>
              <a:r>
                <a:rPr sz="2850" spc="-90" dirty="0">
                  <a:latin typeface="Times New Roman"/>
                  <a:cs typeface="Times New Roman"/>
                </a:rPr>
                <a:t> </a:t>
              </a:r>
              <a:r>
                <a:rPr sz="2850" i="1" dirty="0">
                  <a:latin typeface="Times New Roman"/>
                  <a:cs typeface="Times New Roman"/>
                </a:rPr>
                <a:t>z	</a:t>
              </a:r>
              <a:r>
                <a:rPr sz="2850" i="1" spc="135" dirty="0">
                  <a:latin typeface="Times New Roman"/>
                  <a:cs typeface="Times New Roman"/>
                </a:rPr>
                <a:t>u</a:t>
              </a:r>
              <a:r>
                <a:rPr sz="2850" spc="70" dirty="0">
                  <a:latin typeface="Times New Roman"/>
                  <a:cs typeface="Times New Roman"/>
                </a:rPr>
                <a:t>(</a:t>
              </a:r>
              <a:r>
                <a:rPr sz="2850" i="1" dirty="0">
                  <a:latin typeface="Times New Roman"/>
                  <a:cs typeface="Times New Roman"/>
                </a:rPr>
                <a:t>k</a:t>
              </a:r>
              <a:r>
                <a:rPr sz="2850" i="1" spc="-459" dirty="0">
                  <a:latin typeface="Times New Roman"/>
                  <a:cs typeface="Times New Roman"/>
                </a:rPr>
                <a:t> </a:t>
              </a:r>
              <a:r>
                <a:rPr sz="2850" dirty="0">
                  <a:latin typeface="Times New Roman"/>
                  <a:cs typeface="Times New Roman"/>
                </a:rPr>
                <a:t>)</a:t>
              </a:r>
              <a:r>
                <a:rPr sz="2850" spc="-55" dirty="0">
                  <a:latin typeface="Times New Roman"/>
                  <a:cs typeface="Times New Roman"/>
                </a:rPr>
                <a:t> </a:t>
              </a:r>
              <a:r>
                <a:rPr sz="2850" dirty="0">
                  <a:latin typeface="Symbol"/>
                  <a:cs typeface="Symbol"/>
                </a:rPr>
                <a:t></a:t>
              </a:r>
              <a:r>
                <a:rPr sz="2850" spc="-50" dirty="0">
                  <a:latin typeface="Times New Roman"/>
                  <a:cs typeface="Times New Roman"/>
                </a:rPr>
                <a:t> </a:t>
              </a:r>
              <a:r>
                <a:rPr sz="2850" i="1" dirty="0">
                  <a:latin typeface="Times New Roman"/>
                  <a:cs typeface="Times New Roman"/>
                </a:rPr>
                <a:t>k</a:t>
              </a:r>
              <a:endParaRPr sz="2850" dirty="0">
                <a:latin typeface="Times New Roman"/>
                <a:cs typeface="Times New Roman"/>
              </a:endParaRPr>
            </a:p>
          </p:txBody>
        </p:sp>
        <p:sp>
          <p:nvSpPr>
            <p:cNvPr id="19" name="object 19"/>
            <p:cNvSpPr txBox="1"/>
            <p:nvPr/>
          </p:nvSpPr>
          <p:spPr>
            <a:xfrm>
              <a:off x="4241761" y="5176079"/>
              <a:ext cx="1789430" cy="3975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346710" algn="l"/>
                </a:tabLst>
              </a:pPr>
              <a:r>
                <a:rPr sz="2850" i="1" dirty="0">
                  <a:latin typeface="Times New Roman"/>
                  <a:cs typeface="Times New Roman"/>
                </a:rPr>
                <a:t>y	</a:t>
              </a:r>
              <a:r>
                <a:rPr sz="2850" spc="70" dirty="0">
                  <a:latin typeface="Times New Roman"/>
                  <a:cs typeface="Times New Roman"/>
                </a:rPr>
                <a:t>(</a:t>
              </a:r>
              <a:r>
                <a:rPr sz="2850" i="1" dirty="0">
                  <a:latin typeface="Times New Roman"/>
                  <a:cs typeface="Times New Roman"/>
                </a:rPr>
                <a:t>k</a:t>
              </a:r>
              <a:r>
                <a:rPr sz="2850" i="1" spc="-459" dirty="0">
                  <a:latin typeface="Times New Roman"/>
                  <a:cs typeface="Times New Roman"/>
                </a:rPr>
                <a:t> </a:t>
              </a:r>
              <a:r>
                <a:rPr sz="2850" dirty="0">
                  <a:latin typeface="Times New Roman"/>
                  <a:cs typeface="Times New Roman"/>
                </a:rPr>
                <a:t>)</a:t>
              </a:r>
              <a:r>
                <a:rPr sz="2850" spc="-235" dirty="0">
                  <a:latin typeface="Times New Roman"/>
                  <a:cs typeface="Times New Roman"/>
                </a:rPr>
                <a:t> </a:t>
              </a:r>
              <a:r>
                <a:rPr sz="2850" dirty="0">
                  <a:latin typeface="Symbol"/>
                  <a:cs typeface="Symbol"/>
                </a:rPr>
                <a:t></a:t>
              </a:r>
              <a:r>
                <a:rPr sz="2850" spc="40" dirty="0">
                  <a:latin typeface="Times New Roman"/>
                  <a:cs typeface="Times New Roman"/>
                </a:rPr>
                <a:t> </a:t>
              </a:r>
              <a:r>
                <a:rPr sz="2850" i="1" spc="120" dirty="0">
                  <a:latin typeface="Times New Roman"/>
                  <a:cs typeface="Times New Roman"/>
                </a:rPr>
                <a:t>y</a:t>
              </a:r>
              <a:r>
                <a:rPr sz="2850" spc="70" dirty="0">
                  <a:latin typeface="Times New Roman"/>
                  <a:cs typeface="Times New Roman"/>
                </a:rPr>
                <a:t>(</a:t>
              </a:r>
              <a:r>
                <a:rPr sz="2850" i="1" dirty="0">
                  <a:latin typeface="Times New Roman"/>
                  <a:cs typeface="Times New Roman"/>
                </a:rPr>
                <a:t>k</a:t>
              </a:r>
              <a:r>
                <a:rPr sz="2850" i="1" spc="-455" dirty="0">
                  <a:latin typeface="Times New Roman"/>
                  <a:cs typeface="Times New Roman"/>
                </a:rPr>
                <a:t> </a:t>
              </a:r>
              <a:r>
                <a:rPr sz="2850" dirty="0">
                  <a:latin typeface="Times New Roman"/>
                  <a:cs typeface="Times New Roman"/>
                </a:rPr>
                <a:t>)</a:t>
              </a:r>
              <a:endParaRPr sz="2850">
                <a:latin typeface="Times New Roman"/>
                <a:cs typeface="Times New Roman"/>
              </a:endParaRPr>
            </a:p>
          </p:txBody>
        </p:sp>
        <p:sp>
          <p:nvSpPr>
            <p:cNvPr id="20" name="object 20"/>
            <p:cNvSpPr txBox="1"/>
            <p:nvPr/>
          </p:nvSpPr>
          <p:spPr>
            <a:xfrm>
              <a:off x="3886063" y="5400383"/>
              <a:ext cx="651510" cy="23685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532765" algn="l"/>
                </a:tabLst>
              </a:pPr>
              <a:r>
                <a:rPr sz="1650" i="1" dirty="0">
                  <a:latin typeface="Times New Roman"/>
                  <a:cs typeface="Times New Roman"/>
                </a:rPr>
                <a:t>I	d</a:t>
              </a:r>
              <a:endParaRPr sz="1650">
                <a:latin typeface="Times New Roman"/>
                <a:cs typeface="Times New Roman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6287780" y="5610974"/>
              <a:ext cx="204470" cy="200025"/>
            </a:xfrm>
            <a:custGeom>
              <a:avLst/>
              <a:gdLst/>
              <a:ahLst/>
              <a:cxnLst/>
              <a:rect l="l" t="t" r="r" b="b"/>
              <a:pathLst>
                <a:path w="204470" h="200025">
                  <a:moveTo>
                    <a:pt x="74249" y="0"/>
                  </a:moveTo>
                  <a:lnTo>
                    <a:pt x="0" y="199631"/>
                  </a:lnTo>
                  <a:lnTo>
                    <a:pt x="204246" y="139244"/>
                  </a:lnTo>
                  <a:lnTo>
                    <a:pt x="74249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/>
          <p:nvPr/>
        </p:nvSpPr>
        <p:spPr>
          <a:xfrm>
            <a:off x="4262627" y="1757925"/>
            <a:ext cx="875030" cy="515620"/>
          </a:xfrm>
          <a:custGeom>
            <a:avLst/>
            <a:gdLst/>
            <a:ahLst/>
            <a:cxnLst/>
            <a:rect l="l" t="t" r="r" b="b"/>
            <a:pathLst>
              <a:path w="875029" h="515619">
                <a:moveTo>
                  <a:pt x="0" y="515182"/>
                </a:moveTo>
                <a:lnTo>
                  <a:pt x="874775" y="515182"/>
                </a:lnTo>
                <a:lnTo>
                  <a:pt x="874775" y="0"/>
                </a:lnTo>
                <a:lnTo>
                  <a:pt x="0" y="0"/>
                </a:lnTo>
                <a:lnTo>
                  <a:pt x="0" y="51518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372240" y="1757931"/>
            <a:ext cx="875030" cy="536575"/>
          </a:xfrm>
          <a:custGeom>
            <a:avLst/>
            <a:gdLst/>
            <a:ahLst/>
            <a:cxnLst/>
            <a:rect l="l" t="t" r="r" b="b"/>
            <a:pathLst>
              <a:path w="875029" h="536575">
                <a:moveTo>
                  <a:pt x="0" y="536542"/>
                </a:moveTo>
                <a:lnTo>
                  <a:pt x="874775" y="536542"/>
                </a:lnTo>
                <a:lnTo>
                  <a:pt x="874775" y="0"/>
                </a:lnTo>
                <a:lnTo>
                  <a:pt x="0" y="0"/>
                </a:lnTo>
                <a:lnTo>
                  <a:pt x="0" y="53654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6585046" y="1852234"/>
            <a:ext cx="480059" cy="292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i="1" spc="75" dirty="0">
                <a:latin typeface="Times New Roman"/>
                <a:cs typeface="Times New Roman"/>
              </a:rPr>
              <a:t>y</a:t>
            </a:r>
            <a:r>
              <a:rPr sz="2100" spc="30" dirty="0">
                <a:latin typeface="Times New Roman"/>
                <a:cs typeface="Times New Roman"/>
              </a:rPr>
              <a:t>(</a:t>
            </a:r>
            <a:r>
              <a:rPr sz="2100" i="1" spc="-10" dirty="0">
                <a:latin typeface="Times New Roman"/>
                <a:cs typeface="Times New Roman"/>
              </a:rPr>
              <a:t>k</a:t>
            </a:r>
            <a:r>
              <a:rPr sz="2100" i="1" spc="-34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)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2238375" y="1902077"/>
            <a:ext cx="400050" cy="384810"/>
          </a:xfrm>
          <a:custGeom>
            <a:avLst/>
            <a:gdLst/>
            <a:ahLst/>
            <a:cxnLst/>
            <a:rect l="l" t="t" r="r" b="b"/>
            <a:pathLst>
              <a:path w="400050" h="384810">
                <a:moveTo>
                  <a:pt x="0" y="384380"/>
                </a:moveTo>
                <a:lnTo>
                  <a:pt x="400049" y="384380"/>
                </a:lnTo>
                <a:lnTo>
                  <a:pt x="400049" y="0"/>
                </a:lnTo>
                <a:lnTo>
                  <a:pt x="0" y="0"/>
                </a:lnTo>
                <a:lnTo>
                  <a:pt x="0" y="3843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2257680" y="1948663"/>
            <a:ext cx="150495" cy="2470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50" spc="-10" dirty="0">
                <a:latin typeface="Times New Roman"/>
                <a:cs typeface="Times New Roman"/>
              </a:rPr>
              <a:t>+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2222372" y="2467968"/>
            <a:ext cx="400050" cy="384810"/>
          </a:xfrm>
          <a:custGeom>
            <a:avLst/>
            <a:gdLst/>
            <a:ahLst/>
            <a:cxnLst/>
            <a:rect l="l" t="t" r="r" b="b"/>
            <a:pathLst>
              <a:path w="400050" h="384810">
                <a:moveTo>
                  <a:pt x="0" y="384380"/>
                </a:moveTo>
                <a:lnTo>
                  <a:pt x="400049" y="384380"/>
                </a:lnTo>
                <a:lnTo>
                  <a:pt x="400049" y="0"/>
                </a:lnTo>
                <a:lnTo>
                  <a:pt x="0" y="0"/>
                </a:lnTo>
                <a:lnTo>
                  <a:pt x="0" y="3843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2241678" y="2514563"/>
            <a:ext cx="99695" cy="2470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50" spc="-10" dirty="0">
                <a:latin typeface="Times New Roman"/>
                <a:cs typeface="Times New Roman"/>
              </a:rPr>
              <a:t>-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5140086" y="1800648"/>
            <a:ext cx="1290955" cy="1001394"/>
          </a:xfrm>
          <a:custGeom>
            <a:avLst/>
            <a:gdLst/>
            <a:ahLst/>
            <a:cxnLst/>
            <a:rect l="l" t="t" r="r" b="b"/>
            <a:pathLst>
              <a:path w="1290954" h="1001394">
                <a:moveTo>
                  <a:pt x="0" y="1000981"/>
                </a:moveTo>
                <a:lnTo>
                  <a:pt x="1290827" y="1000981"/>
                </a:lnTo>
                <a:lnTo>
                  <a:pt x="1290827" y="0"/>
                </a:lnTo>
                <a:lnTo>
                  <a:pt x="0" y="0"/>
                </a:lnTo>
                <a:lnTo>
                  <a:pt x="0" y="10009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140084" y="1800657"/>
            <a:ext cx="1290955" cy="1001394"/>
          </a:xfrm>
          <a:custGeom>
            <a:avLst/>
            <a:gdLst/>
            <a:ahLst/>
            <a:cxnLst/>
            <a:rect l="l" t="t" r="r" b="b"/>
            <a:pathLst>
              <a:path w="1290954" h="1001394">
                <a:moveTo>
                  <a:pt x="0" y="0"/>
                </a:moveTo>
                <a:lnTo>
                  <a:pt x="1290817" y="0"/>
                </a:lnTo>
                <a:lnTo>
                  <a:pt x="1290817" y="1000997"/>
                </a:lnTo>
                <a:lnTo>
                  <a:pt x="0" y="1000997"/>
                </a:lnTo>
                <a:lnTo>
                  <a:pt x="0" y="0"/>
                </a:lnTo>
                <a:close/>
              </a:path>
            </a:pathLst>
          </a:custGeom>
          <a:ln w="16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352596" y="2335853"/>
            <a:ext cx="846455" cy="0"/>
          </a:xfrm>
          <a:custGeom>
            <a:avLst/>
            <a:gdLst/>
            <a:ahLst/>
            <a:cxnLst/>
            <a:rect l="l" t="t" r="r" b="b"/>
            <a:pathLst>
              <a:path w="846454">
                <a:moveTo>
                  <a:pt x="0" y="0"/>
                </a:moveTo>
                <a:lnTo>
                  <a:pt x="845852" y="0"/>
                </a:lnTo>
              </a:path>
            </a:pathLst>
          </a:custGeom>
          <a:ln w="111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5949853" y="2338724"/>
            <a:ext cx="245745" cy="2514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50" spc="-114" dirty="0">
                <a:latin typeface="Symbol"/>
                <a:cs typeface="Symbol"/>
              </a:rPr>
              <a:t></a:t>
            </a:r>
            <a:r>
              <a:rPr sz="1750" spc="-10" dirty="0">
                <a:latin typeface="Times New Roman"/>
                <a:cs typeface="Times New Roman"/>
              </a:rPr>
              <a:t>1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515544" y="1922767"/>
            <a:ext cx="514350" cy="3797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150" i="1" spc="-22" baseline="-25132" dirty="0">
                <a:latin typeface="Times New Roman"/>
                <a:cs typeface="Times New Roman"/>
              </a:rPr>
              <a:t>b</a:t>
            </a:r>
            <a:r>
              <a:rPr sz="3150" i="1" spc="209" baseline="-25132" dirty="0">
                <a:latin typeface="Times New Roman"/>
                <a:cs typeface="Times New Roman"/>
              </a:rPr>
              <a:t>z</a:t>
            </a:r>
            <a:r>
              <a:rPr sz="1750" spc="-15" dirty="0">
                <a:latin typeface="Symbol"/>
                <a:cs typeface="Symbol"/>
              </a:rPr>
              <a:t></a:t>
            </a:r>
            <a:r>
              <a:rPr sz="1750" spc="-10" dirty="0">
                <a:latin typeface="Times New Roman"/>
                <a:cs typeface="Times New Roman"/>
              </a:rPr>
              <a:t>1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328822" y="2421684"/>
            <a:ext cx="627380" cy="296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spc="-15" dirty="0">
                <a:latin typeface="Times New Roman"/>
                <a:cs typeface="Times New Roman"/>
              </a:rPr>
              <a:t>1</a:t>
            </a:r>
            <a:r>
              <a:rPr sz="2100" spc="-305" dirty="0">
                <a:latin typeface="Times New Roman"/>
                <a:cs typeface="Times New Roman"/>
              </a:rPr>
              <a:t> </a:t>
            </a:r>
            <a:r>
              <a:rPr sz="2100" spc="-15" dirty="0">
                <a:latin typeface="Symbol"/>
                <a:cs typeface="Symbol"/>
              </a:rPr>
              <a:t></a:t>
            </a:r>
            <a:r>
              <a:rPr sz="2100" spc="-80" dirty="0">
                <a:latin typeface="Times New Roman"/>
                <a:cs typeface="Times New Roman"/>
              </a:rPr>
              <a:t> </a:t>
            </a:r>
            <a:r>
              <a:rPr sz="2100" i="1" spc="-10" dirty="0">
                <a:latin typeface="Times New Roman"/>
                <a:cs typeface="Times New Roman"/>
              </a:rPr>
              <a:t>az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2638425" y="2302482"/>
            <a:ext cx="365760" cy="0"/>
          </a:xfrm>
          <a:custGeom>
            <a:avLst/>
            <a:gdLst/>
            <a:ahLst/>
            <a:cxnLst/>
            <a:rect l="l" t="t" r="r" b="b"/>
            <a:pathLst>
              <a:path w="365760">
                <a:moveTo>
                  <a:pt x="0" y="0"/>
                </a:moveTo>
                <a:lnTo>
                  <a:pt x="365379" y="0"/>
                </a:lnTo>
              </a:path>
            </a:pathLst>
          </a:custGeom>
          <a:ln w="160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998469" y="2217054"/>
            <a:ext cx="173990" cy="173990"/>
          </a:xfrm>
          <a:custGeom>
            <a:avLst/>
            <a:gdLst/>
            <a:ahLst/>
            <a:cxnLst/>
            <a:rect l="l" t="t" r="r" b="b"/>
            <a:pathLst>
              <a:path w="173989" h="173989">
                <a:moveTo>
                  <a:pt x="0" y="0"/>
                </a:moveTo>
                <a:lnTo>
                  <a:pt x="0" y="173522"/>
                </a:lnTo>
                <a:lnTo>
                  <a:pt x="173370" y="8543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838200" y="2014179"/>
            <a:ext cx="1032510" cy="560705"/>
          </a:xfrm>
          <a:custGeom>
            <a:avLst/>
            <a:gdLst/>
            <a:ahLst/>
            <a:cxnLst/>
            <a:rect l="l" t="t" r="r" b="b"/>
            <a:pathLst>
              <a:path w="1032510" h="560705">
                <a:moveTo>
                  <a:pt x="0" y="560557"/>
                </a:moveTo>
                <a:lnTo>
                  <a:pt x="1032128" y="560557"/>
                </a:lnTo>
                <a:lnTo>
                  <a:pt x="1032128" y="0"/>
                </a:lnTo>
                <a:lnTo>
                  <a:pt x="0" y="0"/>
                </a:lnTo>
                <a:lnTo>
                  <a:pt x="0" y="56055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1050665" y="2134043"/>
            <a:ext cx="630555" cy="350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i="1" dirty="0">
                <a:latin typeface="Times New Roman"/>
                <a:cs typeface="Times New Roman"/>
              </a:rPr>
              <a:t>y</a:t>
            </a:r>
            <a:r>
              <a:rPr sz="2625" i="1" spc="-15" baseline="-17460" dirty="0">
                <a:latin typeface="Times New Roman"/>
                <a:cs typeface="Times New Roman"/>
              </a:rPr>
              <a:t>d</a:t>
            </a:r>
            <a:r>
              <a:rPr sz="2625" i="1" spc="-89" baseline="-17460" dirty="0">
                <a:latin typeface="Times New Roman"/>
                <a:cs typeface="Times New Roman"/>
              </a:rPr>
              <a:t> </a:t>
            </a:r>
            <a:r>
              <a:rPr sz="2100" spc="45" dirty="0">
                <a:latin typeface="Times New Roman"/>
                <a:cs typeface="Times New Roman"/>
              </a:rPr>
              <a:t>(</a:t>
            </a:r>
            <a:r>
              <a:rPr sz="2100" i="1" spc="-10" dirty="0">
                <a:latin typeface="Times New Roman"/>
                <a:cs typeface="Times New Roman"/>
              </a:rPr>
              <a:t>k</a:t>
            </a:r>
            <a:r>
              <a:rPr sz="2100" i="1" spc="-34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)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2331719" y="2137401"/>
            <a:ext cx="283210" cy="282575"/>
          </a:xfrm>
          <a:custGeom>
            <a:avLst/>
            <a:gdLst/>
            <a:ahLst/>
            <a:cxnLst/>
            <a:rect l="l" t="t" r="r" b="b"/>
            <a:pathLst>
              <a:path w="283210" h="282575">
                <a:moveTo>
                  <a:pt x="130297" y="0"/>
                </a:moveTo>
                <a:lnTo>
                  <a:pt x="88601" y="9623"/>
                </a:lnTo>
                <a:lnTo>
                  <a:pt x="52770" y="30496"/>
                </a:lnTo>
                <a:lnTo>
                  <a:pt x="24756" y="60662"/>
                </a:lnTo>
                <a:lnTo>
                  <a:pt x="6514" y="98162"/>
                </a:lnTo>
                <a:lnTo>
                  <a:pt x="0" y="141039"/>
                </a:lnTo>
                <a:lnTo>
                  <a:pt x="484" y="152946"/>
                </a:lnTo>
                <a:lnTo>
                  <a:pt x="10286" y="194437"/>
                </a:lnTo>
                <a:lnTo>
                  <a:pt x="31268" y="230075"/>
                </a:lnTo>
                <a:lnTo>
                  <a:pt x="61541" y="257925"/>
                </a:lnTo>
                <a:lnTo>
                  <a:pt x="99216" y="276052"/>
                </a:lnTo>
                <a:lnTo>
                  <a:pt x="142404" y="282523"/>
                </a:lnTo>
                <a:lnTo>
                  <a:pt x="156839" y="281700"/>
                </a:lnTo>
                <a:lnTo>
                  <a:pt x="197243" y="271093"/>
                </a:lnTo>
                <a:lnTo>
                  <a:pt x="231864" y="249538"/>
                </a:lnTo>
                <a:lnTo>
                  <a:pt x="258858" y="218655"/>
                </a:lnTo>
                <a:lnTo>
                  <a:pt x="276382" y="180064"/>
                </a:lnTo>
                <a:lnTo>
                  <a:pt x="282592" y="135382"/>
                </a:lnTo>
                <a:lnTo>
                  <a:pt x="281359" y="121347"/>
                </a:lnTo>
                <a:lnTo>
                  <a:pt x="269850" y="82144"/>
                </a:lnTo>
                <a:lnTo>
                  <a:pt x="247664" y="48658"/>
                </a:lnTo>
                <a:lnTo>
                  <a:pt x="216125" y="22639"/>
                </a:lnTo>
                <a:lnTo>
                  <a:pt x="176561" y="5836"/>
                </a:lnTo>
                <a:lnTo>
                  <a:pt x="1302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2331718" y="2137414"/>
            <a:ext cx="283210" cy="282575"/>
          </a:xfrm>
          <a:custGeom>
            <a:avLst/>
            <a:gdLst/>
            <a:ahLst/>
            <a:cxnLst/>
            <a:rect l="l" t="t" r="r" b="b"/>
            <a:pathLst>
              <a:path w="283210" h="282575">
                <a:moveTo>
                  <a:pt x="0" y="141039"/>
                </a:moveTo>
                <a:lnTo>
                  <a:pt x="6515" y="98161"/>
                </a:lnTo>
                <a:lnTo>
                  <a:pt x="24757" y="60660"/>
                </a:lnTo>
                <a:lnTo>
                  <a:pt x="52771" y="30495"/>
                </a:lnTo>
                <a:lnTo>
                  <a:pt x="88603" y="9622"/>
                </a:lnTo>
                <a:lnTo>
                  <a:pt x="130298" y="0"/>
                </a:lnTo>
                <a:lnTo>
                  <a:pt x="146381" y="619"/>
                </a:lnTo>
                <a:lnTo>
                  <a:pt x="190559" y="10305"/>
                </a:lnTo>
                <a:lnTo>
                  <a:pt x="227595" y="30373"/>
                </a:lnTo>
                <a:lnTo>
                  <a:pt x="256164" y="59076"/>
                </a:lnTo>
                <a:lnTo>
                  <a:pt x="274938" y="94662"/>
                </a:lnTo>
                <a:lnTo>
                  <a:pt x="282592" y="135383"/>
                </a:lnTo>
                <a:lnTo>
                  <a:pt x="281893" y="150854"/>
                </a:lnTo>
                <a:lnTo>
                  <a:pt x="271706" y="193686"/>
                </a:lnTo>
                <a:lnTo>
                  <a:pt x="250820" y="229888"/>
                </a:lnTo>
                <a:lnTo>
                  <a:pt x="221079" y="257841"/>
                </a:lnTo>
                <a:lnTo>
                  <a:pt x="184325" y="275925"/>
                </a:lnTo>
                <a:lnTo>
                  <a:pt x="142403" y="282523"/>
                </a:lnTo>
                <a:lnTo>
                  <a:pt x="127511" y="281780"/>
                </a:lnTo>
                <a:lnTo>
                  <a:pt x="85952" y="271209"/>
                </a:lnTo>
                <a:lnTo>
                  <a:pt x="50535" y="249627"/>
                </a:lnTo>
                <a:lnTo>
                  <a:pt x="23149" y="218966"/>
                </a:lnTo>
                <a:lnTo>
                  <a:pt x="5684" y="181162"/>
                </a:lnTo>
                <a:lnTo>
                  <a:pt x="0" y="141039"/>
                </a:lnTo>
                <a:close/>
              </a:path>
            </a:pathLst>
          </a:custGeom>
          <a:ln w="160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2363724" y="2177033"/>
            <a:ext cx="216535" cy="200660"/>
          </a:xfrm>
          <a:custGeom>
            <a:avLst/>
            <a:gdLst/>
            <a:ahLst/>
            <a:cxnLst/>
            <a:rect l="l" t="t" r="r" b="b"/>
            <a:pathLst>
              <a:path w="216535" h="200660">
                <a:moveTo>
                  <a:pt x="216027" y="0"/>
                </a:moveTo>
                <a:lnTo>
                  <a:pt x="0" y="200217"/>
                </a:lnTo>
              </a:path>
            </a:pathLst>
          </a:custGeom>
          <a:ln w="160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2371724" y="2203715"/>
            <a:ext cx="210820" cy="165735"/>
          </a:xfrm>
          <a:custGeom>
            <a:avLst/>
            <a:gdLst/>
            <a:ahLst/>
            <a:cxnLst/>
            <a:rect l="l" t="t" r="r" b="b"/>
            <a:pathLst>
              <a:path w="210819" h="165735">
                <a:moveTo>
                  <a:pt x="0" y="0"/>
                </a:moveTo>
                <a:lnTo>
                  <a:pt x="210693" y="165516"/>
                </a:lnTo>
              </a:path>
            </a:pathLst>
          </a:custGeom>
          <a:ln w="16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77351038-4F7F-F8FA-BBC0-423716A6834E}"/>
              </a:ext>
            </a:extLst>
          </p:cNvPr>
          <p:cNvGrpSpPr/>
          <p:nvPr/>
        </p:nvGrpSpPr>
        <p:grpSpPr>
          <a:xfrm>
            <a:off x="664393" y="3368395"/>
            <a:ext cx="8251007" cy="830239"/>
            <a:chOff x="664393" y="3368395"/>
            <a:chExt cx="8251007" cy="830239"/>
          </a:xfrm>
        </p:grpSpPr>
        <p:sp>
          <p:nvSpPr>
            <p:cNvPr id="3" name="object 3"/>
            <p:cNvSpPr/>
            <p:nvPr/>
          </p:nvSpPr>
          <p:spPr>
            <a:xfrm>
              <a:off x="1614200" y="3776911"/>
              <a:ext cx="828040" cy="0"/>
            </a:xfrm>
            <a:custGeom>
              <a:avLst/>
              <a:gdLst/>
              <a:ahLst/>
              <a:cxnLst/>
              <a:rect l="l" t="t" r="r" b="b"/>
              <a:pathLst>
                <a:path w="828039">
                  <a:moveTo>
                    <a:pt x="0" y="0"/>
                  </a:moveTo>
                  <a:lnTo>
                    <a:pt x="828044" y="0"/>
                  </a:lnTo>
                </a:path>
              </a:pathLst>
            </a:custGeom>
            <a:ln w="138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 txBox="1"/>
            <p:nvPr/>
          </p:nvSpPr>
          <p:spPr>
            <a:xfrm>
              <a:off x="2297796" y="3510685"/>
              <a:ext cx="2122170" cy="51117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250" spc="7" baseline="-31481" dirty="0">
                  <a:latin typeface="Times New Roman"/>
                  <a:cs typeface="Times New Roman"/>
                </a:rPr>
                <a:t>1 </a:t>
              </a:r>
              <a:r>
                <a:rPr sz="2250" spc="-157" baseline="-31481" dirty="0">
                  <a:latin typeface="Times New Roman"/>
                  <a:cs typeface="Times New Roman"/>
                </a:rPr>
                <a:t> </a:t>
              </a:r>
              <a:r>
                <a:rPr sz="5175" spc="-434" baseline="-3220" dirty="0">
                  <a:latin typeface="Symbol"/>
                  <a:cs typeface="Symbol"/>
                </a:rPr>
                <a:t></a:t>
              </a:r>
              <a:r>
                <a:rPr sz="5175" spc="-600" baseline="-3220" dirty="0">
                  <a:latin typeface="Times New Roman"/>
                  <a:cs typeface="Times New Roman"/>
                </a:rPr>
                <a:t> </a:t>
              </a:r>
              <a:r>
                <a:rPr sz="2600" i="1" spc="25" dirty="0">
                  <a:latin typeface="Times New Roman"/>
                  <a:cs typeface="Times New Roman"/>
                </a:rPr>
                <a:t>y</a:t>
              </a:r>
              <a:r>
                <a:rPr sz="2250" i="1" spc="7" baseline="-25925" dirty="0">
                  <a:latin typeface="Times New Roman"/>
                  <a:cs typeface="Times New Roman"/>
                </a:rPr>
                <a:t>d</a:t>
              </a:r>
              <a:r>
                <a:rPr sz="2250" i="1" spc="127" baseline="-25925" dirty="0">
                  <a:latin typeface="Times New Roman"/>
                  <a:cs typeface="Times New Roman"/>
                </a:rPr>
                <a:t> </a:t>
              </a:r>
              <a:r>
                <a:rPr sz="2600" spc="70" dirty="0">
                  <a:latin typeface="Times New Roman"/>
                  <a:cs typeface="Times New Roman"/>
                </a:rPr>
                <a:t>(</a:t>
              </a:r>
              <a:r>
                <a:rPr sz="2600" i="1" spc="10" dirty="0">
                  <a:latin typeface="Times New Roman"/>
                  <a:cs typeface="Times New Roman"/>
                </a:rPr>
                <a:t>k</a:t>
              </a:r>
              <a:r>
                <a:rPr sz="2600" i="1" spc="-420" dirty="0">
                  <a:latin typeface="Times New Roman"/>
                  <a:cs typeface="Times New Roman"/>
                </a:rPr>
                <a:t> </a:t>
              </a:r>
              <a:r>
                <a:rPr sz="2600" spc="5" dirty="0">
                  <a:latin typeface="Times New Roman"/>
                  <a:cs typeface="Times New Roman"/>
                </a:rPr>
                <a:t>)</a:t>
              </a:r>
              <a:r>
                <a:rPr sz="2600" spc="-215" dirty="0">
                  <a:latin typeface="Times New Roman"/>
                  <a:cs typeface="Times New Roman"/>
                </a:rPr>
                <a:t> </a:t>
              </a:r>
              <a:r>
                <a:rPr sz="2600" spc="10" dirty="0">
                  <a:latin typeface="Symbol"/>
                  <a:cs typeface="Symbol"/>
                </a:rPr>
                <a:t></a:t>
              </a:r>
              <a:r>
                <a:rPr sz="2600" spc="40" dirty="0">
                  <a:latin typeface="Times New Roman"/>
                  <a:cs typeface="Times New Roman"/>
                </a:rPr>
                <a:t> </a:t>
              </a:r>
              <a:r>
                <a:rPr sz="2600" i="1" spc="114" dirty="0">
                  <a:latin typeface="Times New Roman"/>
                  <a:cs typeface="Times New Roman"/>
                </a:rPr>
                <a:t>y</a:t>
              </a:r>
              <a:r>
                <a:rPr sz="2600" spc="70" dirty="0">
                  <a:latin typeface="Times New Roman"/>
                  <a:cs typeface="Times New Roman"/>
                </a:rPr>
                <a:t>(</a:t>
              </a:r>
              <a:r>
                <a:rPr sz="2600" i="1" spc="10" dirty="0">
                  <a:latin typeface="Times New Roman"/>
                  <a:cs typeface="Times New Roman"/>
                </a:rPr>
                <a:t>k</a:t>
              </a:r>
              <a:r>
                <a:rPr sz="2600" i="1" spc="-420" dirty="0">
                  <a:latin typeface="Times New Roman"/>
                  <a:cs typeface="Times New Roman"/>
                </a:rPr>
                <a:t> </a:t>
              </a:r>
              <a:r>
                <a:rPr sz="2600" spc="165" dirty="0">
                  <a:latin typeface="Times New Roman"/>
                  <a:cs typeface="Times New Roman"/>
                </a:rPr>
                <a:t>)</a:t>
              </a:r>
              <a:r>
                <a:rPr sz="5175" spc="-434" baseline="-3220" dirty="0">
                  <a:latin typeface="Symbol"/>
                  <a:cs typeface="Symbol"/>
                </a:rPr>
                <a:t></a:t>
              </a:r>
              <a:endParaRPr sz="5175" baseline="-3220" dirty="0">
                <a:latin typeface="Symbol"/>
                <a:cs typeface="Symbol"/>
              </a:endParaRPr>
            </a:p>
          </p:txBody>
        </p:sp>
        <p:sp>
          <p:nvSpPr>
            <p:cNvPr id="5" name="object 5"/>
            <p:cNvSpPr txBox="1"/>
            <p:nvPr/>
          </p:nvSpPr>
          <p:spPr>
            <a:xfrm>
              <a:off x="664393" y="3573980"/>
              <a:ext cx="879475" cy="3644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600" i="1" spc="125" dirty="0">
                  <a:latin typeface="Times New Roman"/>
                  <a:cs typeface="Times New Roman"/>
                </a:rPr>
                <a:t>u</a:t>
              </a:r>
              <a:r>
                <a:rPr sz="2600" spc="70" dirty="0">
                  <a:latin typeface="Times New Roman"/>
                  <a:cs typeface="Times New Roman"/>
                </a:rPr>
                <a:t>(</a:t>
              </a:r>
              <a:r>
                <a:rPr sz="2600" i="1" spc="10" dirty="0">
                  <a:latin typeface="Times New Roman"/>
                  <a:cs typeface="Times New Roman"/>
                </a:rPr>
                <a:t>k</a:t>
              </a:r>
              <a:r>
                <a:rPr sz="2600" i="1" spc="-420" dirty="0">
                  <a:latin typeface="Times New Roman"/>
                  <a:cs typeface="Times New Roman"/>
                </a:rPr>
                <a:t> </a:t>
              </a:r>
              <a:r>
                <a:rPr sz="2600" spc="5" dirty="0">
                  <a:latin typeface="Times New Roman"/>
                  <a:cs typeface="Times New Roman"/>
                </a:rPr>
                <a:t>)</a:t>
              </a:r>
              <a:r>
                <a:rPr sz="2600" spc="-50" dirty="0">
                  <a:latin typeface="Times New Roman"/>
                  <a:cs typeface="Times New Roman"/>
                </a:rPr>
                <a:t> </a:t>
              </a:r>
              <a:r>
                <a:rPr sz="2600" spc="10" dirty="0">
                  <a:latin typeface="Symbol"/>
                  <a:cs typeface="Symbol"/>
                </a:rPr>
                <a:t></a:t>
              </a:r>
              <a:endParaRPr sz="2600">
                <a:latin typeface="Symbol"/>
                <a:cs typeface="Symbol"/>
              </a:endParaRPr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1587546" y="3800489"/>
              <a:ext cx="736600" cy="39814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600" spc="215" dirty="0">
                  <a:latin typeface="Times New Roman"/>
                  <a:cs typeface="Times New Roman"/>
                </a:rPr>
                <a:t>1</a:t>
              </a:r>
              <a:r>
                <a:rPr sz="2600" spc="10" dirty="0">
                  <a:latin typeface="Symbol"/>
                  <a:cs typeface="Symbol"/>
                </a:rPr>
                <a:t></a:t>
              </a:r>
              <a:r>
                <a:rPr sz="2600" spc="-80" dirty="0">
                  <a:latin typeface="Times New Roman"/>
                  <a:cs typeface="Times New Roman"/>
                </a:rPr>
                <a:t> </a:t>
              </a:r>
              <a:r>
                <a:rPr sz="2600" i="1" spc="195" dirty="0">
                  <a:latin typeface="Times New Roman"/>
                  <a:cs typeface="Times New Roman"/>
                </a:rPr>
                <a:t>z</a:t>
              </a:r>
              <a:r>
                <a:rPr sz="2250" spc="7" baseline="44444" dirty="0">
                  <a:latin typeface="Symbol"/>
                  <a:cs typeface="Symbol"/>
                </a:rPr>
                <a:t></a:t>
              </a:r>
              <a:endParaRPr sz="2250" baseline="44444">
                <a:latin typeface="Symbol"/>
                <a:cs typeface="Symbol"/>
              </a:endParaRPr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1877222" y="3368395"/>
              <a:ext cx="251460" cy="41719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600" i="1" spc="110" dirty="0">
                  <a:latin typeface="Times New Roman"/>
                  <a:cs typeface="Times New Roman"/>
                </a:rPr>
                <a:t>k</a:t>
              </a:r>
              <a:r>
                <a:rPr sz="2250" i="1" spc="7" baseline="-25925" dirty="0">
                  <a:latin typeface="Times New Roman"/>
                  <a:cs typeface="Times New Roman"/>
                </a:rPr>
                <a:t>I</a:t>
              </a:r>
              <a:endParaRPr sz="2250" baseline="-25925">
                <a:latin typeface="Times New Roman"/>
                <a:cs typeface="Times New Roman"/>
              </a:endParaRPr>
            </a:p>
          </p:txBody>
        </p:sp>
        <p:sp>
          <p:nvSpPr>
            <p:cNvPr id="8" name="object 8"/>
            <p:cNvSpPr txBox="1"/>
            <p:nvPr/>
          </p:nvSpPr>
          <p:spPr>
            <a:xfrm>
              <a:off x="5906770" y="3650231"/>
              <a:ext cx="3008630" cy="27940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000" b="1" dirty="0">
                  <a:solidFill>
                    <a:srgbClr val="C00000"/>
                  </a:solidFill>
                  <a:latin typeface="Calibri"/>
                  <a:cs typeface="Calibri"/>
                </a:rPr>
                <a:t>C</a:t>
              </a:r>
              <a:r>
                <a:rPr sz="2000" b="1" spc="-15" dirty="0">
                  <a:solidFill>
                    <a:srgbClr val="C00000"/>
                  </a:solidFill>
                  <a:latin typeface="Calibri"/>
                  <a:cs typeface="Calibri"/>
                </a:rPr>
                <a:t>o</a:t>
              </a:r>
              <a:r>
                <a:rPr sz="2000" b="1" spc="-30" dirty="0">
                  <a:solidFill>
                    <a:srgbClr val="C00000"/>
                  </a:solidFill>
                  <a:latin typeface="Calibri"/>
                  <a:cs typeface="Calibri"/>
                </a:rPr>
                <a:t>n</a:t>
              </a:r>
              <a:r>
                <a:rPr sz="2000" b="1" spc="-5" dirty="0">
                  <a:solidFill>
                    <a:srgbClr val="C00000"/>
                  </a:solidFill>
                  <a:latin typeface="Calibri"/>
                  <a:cs typeface="Calibri"/>
                </a:rPr>
                <a:t>t</a:t>
              </a:r>
              <a:r>
                <a:rPr sz="2000" b="1" spc="-15" dirty="0">
                  <a:solidFill>
                    <a:srgbClr val="C00000"/>
                  </a:solidFill>
                  <a:latin typeface="Calibri"/>
                  <a:cs typeface="Calibri"/>
                </a:rPr>
                <a:t>r</a:t>
              </a:r>
              <a:r>
                <a:rPr sz="2000" b="1" spc="-10" dirty="0">
                  <a:solidFill>
                    <a:srgbClr val="C00000"/>
                  </a:solidFill>
                  <a:latin typeface="Calibri"/>
                  <a:cs typeface="Calibri"/>
                </a:rPr>
                <a:t>ol</a:t>
              </a:r>
              <a:r>
                <a:rPr sz="2000" b="1" spc="-95" dirty="0">
                  <a:solidFill>
                    <a:srgbClr val="C00000"/>
                  </a:solidFill>
                  <a:latin typeface="Times New Roman"/>
                  <a:cs typeface="Times New Roman"/>
                </a:rPr>
                <a:t> </a:t>
              </a:r>
              <a:r>
                <a:rPr sz="2000" b="1" spc="-20" dirty="0">
                  <a:solidFill>
                    <a:srgbClr val="C00000"/>
                  </a:solidFill>
                  <a:latin typeface="Calibri"/>
                  <a:cs typeface="Calibri"/>
                </a:rPr>
                <a:t>a</a:t>
              </a:r>
              <a:r>
                <a:rPr sz="2000" b="1" dirty="0">
                  <a:solidFill>
                    <a:srgbClr val="C00000"/>
                  </a:solidFill>
                  <a:latin typeface="Calibri"/>
                  <a:cs typeface="Calibri"/>
                </a:rPr>
                <a:t>l</a:t>
              </a:r>
              <a:r>
                <a:rPr sz="2000" b="1" spc="-30" dirty="0">
                  <a:solidFill>
                    <a:srgbClr val="C00000"/>
                  </a:solidFill>
                  <a:latin typeface="Calibri"/>
                  <a:cs typeface="Calibri"/>
                </a:rPr>
                <a:t>g</a:t>
              </a:r>
              <a:r>
                <a:rPr sz="2000" b="1" dirty="0">
                  <a:solidFill>
                    <a:srgbClr val="C00000"/>
                  </a:solidFill>
                  <a:latin typeface="Calibri"/>
                  <a:cs typeface="Calibri"/>
                </a:rPr>
                <a:t>o</a:t>
              </a:r>
              <a:r>
                <a:rPr sz="2000" b="1" spc="5" dirty="0">
                  <a:solidFill>
                    <a:srgbClr val="C00000"/>
                  </a:solidFill>
                  <a:latin typeface="Calibri"/>
                  <a:cs typeface="Calibri"/>
                </a:rPr>
                <a:t>r</a:t>
              </a:r>
              <a:r>
                <a:rPr sz="2000" b="1" spc="-5" dirty="0">
                  <a:solidFill>
                    <a:srgbClr val="C00000"/>
                  </a:solidFill>
                  <a:latin typeface="Calibri"/>
                  <a:cs typeface="Calibri"/>
                </a:rPr>
                <a:t>ith</a:t>
              </a:r>
              <a:r>
                <a:rPr sz="2000" b="1" dirty="0">
                  <a:solidFill>
                    <a:srgbClr val="C00000"/>
                  </a:solidFill>
                  <a:latin typeface="Calibri"/>
                  <a:cs typeface="Calibri"/>
                </a:rPr>
                <a:t>m</a:t>
              </a:r>
              <a:r>
                <a:rPr sz="2000" b="1" spc="-90" dirty="0">
                  <a:solidFill>
                    <a:srgbClr val="C00000"/>
                  </a:solidFill>
                  <a:latin typeface="Times New Roman"/>
                  <a:cs typeface="Times New Roman"/>
                </a:rPr>
                <a:t> </a:t>
              </a:r>
              <a:r>
                <a:rPr sz="2000" b="1" dirty="0">
                  <a:solidFill>
                    <a:srgbClr val="C00000"/>
                  </a:solidFill>
                  <a:latin typeface="Calibri"/>
                  <a:cs typeface="Calibri"/>
                </a:rPr>
                <a:t>i</a:t>
              </a:r>
              <a:r>
                <a:rPr sz="2000" b="1" spc="-15" dirty="0">
                  <a:solidFill>
                    <a:srgbClr val="C00000"/>
                  </a:solidFill>
                  <a:latin typeface="Calibri"/>
                  <a:cs typeface="Calibri"/>
                </a:rPr>
                <a:t>n</a:t>
              </a:r>
              <a:r>
                <a:rPr sz="2000" b="1" spc="-55" dirty="0">
                  <a:solidFill>
                    <a:srgbClr val="C00000"/>
                  </a:solidFill>
                  <a:latin typeface="Times New Roman"/>
                  <a:cs typeface="Times New Roman"/>
                </a:rPr>
                <a:t> </a:t>
              </a:r>
              <a:r>
                <a:rPr sz="2000" b="1" spc="5" dirty="0">
                  <a:solidFill>
                    <a:srgbClr val="C00000"/>
                  </a:solidFill>
                  <a:latin typeface="Calibri"/>
                  <a:cs typeface="Calibri"/>
                </a:rPr>
                <a:t>T</a:t>
              </a:r>
              <a:r>
                <a:rPr sz="2000" b="1" spc="-10" dirty="0">
                  <a:solidFill>
                    <a:srgbClr val="C00000"/>
                  </a:solidFill>
                  <a:latin typeface="Calibri"/>
                  <a:cs typeface="Calibri"/>
                </a:rPr>
                <a:t>F</a:t>
              </a:r>
              <a:r>
                <a:rPr sz="2000" b="1" spc="-80" dirty="0">
                  <a:solidFill>
                    <a:srgbClr val="C00000"/>
                  </a:solidFill>
                  <a:latin typeface="Times New Roman"/>
                  <a:cs typeface="Times New Roman"/>
                </a:rPr>
                <a:t> </a:t>
              </a:r>
              <a:r>
                <a:rPr sz="2000" b="1" spc="-35" dirty="0">
                  <a:solidFill>
                    <a:srgbClr val="C00000"/>
                  </a:solidFill>
                  <a:latin typeface="Calibri"/>
                  <a:cs typeface="Calibri"/>
                </a:rPr>
                <a:t>f</a:t>
              </a:r>
              <a:r>
                <a:rPr sz="2000" b="1" dirty="0">
                  <a:solidFill>
                    <a:srgbClr val="C00000"/>
                  </a:solidFill>
                  <a:latin typeface="Calibri"/>
                  <a:cs typeface="Calibri"/>
                </a:rPr>
                <a:t>o</a:t>
              </a:r>
              <a:r>
                <a:rPr sz="2000" b="1" spc="5" dirty="0">
                  <a:solidFill>
                    <a:srgbClr val="C00000"/>
                  </a:solidFill>
                  <a:latin typeface="Calibri"/>
                  <a:cs typeface="Calibri"/>
                </a:rPr>
                <a:t>r</a:t>
              </a:r>
              <a:r>
                <a:rPr sz="2000" b="1" dirty="0">
                  <a:solidFill>
                    <a:srgbClr val="C00000"/>
                  </a:solidFill>
                  <a:latin typeface="Calibri"/>
                  <a:cs typeface="Calibri"/>
                </a:rPr>
                <a:t>m</a:t>
              </a:r>
              <a:endParaRPr sz="2000">
                <a:latin typeface="Calibri"/>
                <a:cs typeface="Calibri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4822851" y="3775710"/>
              <a:ext cx="648970" cy="7620"/>
            </a:xfrm>
            <a:custGeom>
              <a:avLst/>
              <a:gdLst/>
              <a:ahLst/>
              <a:cxnLst/>
              <a:rect l="l" t="t" r="r" b="b"/>
              <a:pathLst>
                <a:path w="648970" h="7620">
                  <a:moveTo>
                    <a:pt x="648766" y="0"/>
                  </a:moveTo>
                  <a:lnTo>
                    <a:pt x="0" y="7345"/>
                  </a:lnTo>
                </a:path>
              </a:pathLst>
            </a:custGeom>
            <a:ln w="634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664111" y="3687440"/>
              <a:ext cx="191770" cy="190500"/>
            </a:xfrm>
            <a:custGeom>
              <a:avLst/>
              <a:gdLst/>
              <a:ahLst/>
              <a:cxnLst/>
              <a:rect l="l" t="t" r="r" b="b"/>
              <a:pathLst>
                <a:path w="191770" h="190500">
                  <a:moveTo>
                    <a:pt x="189402" y="0"/>
                  </a:moveTo>
                  <a:lnTo>
                    <a:pt x="0" y="97414"/>
                  </a:lnTo>
                  <a:lnTo>
                    <a:pt x="191597" y="190496"/>
                  </a:lnTo>
                  <a:lnTo>
                    <a:pt x="189402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/>
          <p:nvPr/>
        </p:nvSpPr>
        <p:spPr>
          <a:xfrm>
            <a:off x="2438400" y="3124200"/>
            <a:ext cx="4277995" cy="0"/>
          </a:xfrm>
          <a:custGeom>
            <a:avLst/>
            <a:gdLst/>
            <a:ahLst/>
            <a:cxnLst/>
            <a:rect l="l" t="t" r="r" b="b"/>
            <a:pathLst>
              <a:path w="4277995">
                <a:moveTo>
                  <a:pt x="0" y="0"/>
                </a:moveTo>
                <a:lnTo>
                  <a:pt x="4277855" y="0"/>
                </a:lnTo>
              </a:path>
            </a:pathLst>
          </a:custGeom>
          <a:ln w="160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856994" y="2302482"/>
            <a:ext cx="299085" cy="0"/>
          </a:xfrm>
          <a:custGeom>
            <a:avLst/>
            <a:gdLst/>
            <a:ahLst/>
            <a:cxnLst/>
            <a:rect l="l" t="t" r="r" b="b"/>
            <a:pathLst>
              <a:path w="299085">
                <a:moveTo>
                  <a:pt x="0" y="0"/>
                </a:moveTo>
                <a:lnTo>
                  <a:pt x="298702" y="0"/>
                </a:lnTo>
              </a:path>
            </a:pathLst>
          </a:custGeom>
          <a:ln w="160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2150363" y="2217054"/>
            <a:ext cx="173355" cy="173990"/>
          </a:xfrm>
          <a:custGeom>
            <a:avLst/>
            <a:gdLst/>
            <a:ahLst/>
            <a:cxnLst/>
            <a:rect l="l" t="t" r="r" b="b"/>
            <a:pathLst>
              <a:path w="173355" h="173989">
                <a:moveTo>
                  <a:pt x="0" y="0"/>
                </a:moveTo>
                <a:lnTo>
                  <a:pt x="0" y="173522"/>
                </a:lnTo>
                <a:lnTo>
                  <a:pt x="173354" y="8543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6457560" y="2278484"/>
            <a:ext cx="1120140" cy="3175"/>
          </a:xfrm>
          <a:custGeom>
            <a:avLst/>
            <a:gdLst/>
            <a:ahLst/>
            <a:cxnLst/>
            <a:rect l="l" t="t" r="r" b="b"/>
            <a:pathLst>
              <a:path w="1120140" h="3175">
                <a:moveTo>
                  <a:pt x="0" y="2652"/>
                </a:moveTo>
                <a:lnTo>
                  <a:pt x="1120142" y="0"/>
                </a:lnTo>
              </a:path>
            </a:pathLst>
          </a:custGeom>
          <a:ln w="160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7572389" y="2193036"/>
            <a:ext cx="173355" cy="173990"/>
          </a:xfrm>
          <a:custGeom>
            <a:avLst/>
            <a:gdLst/>
            <a:ahLst/>
            <a:cxnLst/>
            <a:rect l="l" t="t" r="r" b="b"/>
            <a:pathLst>
              <a:path w="173354" h="173989">
                <a:moveTo>
                  <a:pt x="0" y="0"/>
                </a:moveTo>
                <a:lnTo>
                  <a:pt x="0" y="173522"/>
                </a:lnTo>
                <a:lnTo>
                  <a:pt x="173339" y="8543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6734929" y="2291809"/>
            <a:ext cx="0" cy="889000"/>
          </a:xfrm>
          <a:custGeom>
            <a:avLst/>
            <a:gdLst/>
            <a:ahLst/>
            <a:cxnLst/>
            <a:rect l="l" t="t" r="r" b="b"/>
            <a:pathLst>
              <a:path h="889000">
                <a:moveTo>
                  <a:pt x="0" y="0"/>
                </a:moveTo>
                <a:lnTo>
                  <a:pt x="0" y="888874"/>
                </a:lnTo>
              </a:path>
            </a:pathLst>
          </a:custGeom>
          <a:ln w="160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2467737" y="2614792"/>
            <a:ext cx="0" cy="566420"/>
          </a:xfrm>
          <a:custGeom>
            <a:avLst/>
            <a:gdLst/>
            <a:ahLst/>
            <a:cxnLst/>
            <a:rect l="l" t="t" r="r" b="b"/>
            <a:pathLst>
              <a:path h="566419">
                <a:moveTo>
                  <a:pt x="0" y="565891"/>
                </a:moveTo>
                <a:lnTo>
                  <a:pt x="0" y="0"/>
                </a:lnTo>
              </a:path>
            </a:pathLst>
          </a:custGeom>
          <a:ln w="160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2382392" y="2446629"/>
            <a:ext cx="173355" cy="173990"/>
          </a:xfrm>
          <a:custGeom>
            <a:avLst/>
            <a:gdLst/>
            <a:ahLst/>
            <a:cxnLst/>
            <a:rect l="l" t="t" r="r" b="b"/>
            <a:pathLst>
              <a:path w="173355" h="173989">
                <a:moveTo>
                  <a:pt x="85343" y="0"/>
                </a:moveTo>
                <a:lnTo>
                  <a:pt x="0" y="173492"/>
                </a:lnTo>
                <a:lnTo>
                  <a:pt x="173354" y="173492"/>
                </a:lnTo>
                <a:lnTo>
                  <a:pt x="853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4993385" y="2206386"/>
            <a:ext cx="173990" cy="173990"/>
          </a:xfrm>
          <a:custGeom>
            <a:avLst/>
            <a:gdLst/>
            <a:ahLst/>
            <a:cxnLst/>
            <a:rect l="l" t="t" r="r" b="b"/>
            <a:pathLst>
              <a:path w="173989" h="173989">
                <a:moveTo>
                  <a:pt x="0" y="0"/>
                </a:moveTo>
                <a:lnTo>
                  <a:pt x="0" y="173492"/>
                </a:lnTo>
                <a:lnTo>
                  <a:pt x="173370" y="8543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3171840" y="1824676"/>
            <a:ext cx="1160145" cy="910590"/>
          </a:xfrm>
          <a:custGeom>
            <a:avLst/>
            <a:gdLst/>
            <a:ahLst/>
            <a:cxnLst/>
            <a:rect l="l" t="t" r="r" b="b"/>
            <a:pathLst>
              <a:path w="1160145" h="910589">
                <a:moveTo>
                  <a:pt x="0" y="910233"/>
                </a:moveTo>
                <a:lnTo>
                  <a:pt x="1160144" y="910233"/>
                </a:lnTo>
                <a:lnTo>
                  <a:pt x="1160144" y="0"/>
                </a:lnTo>
                <a:lnTo>
                  <a:pt x="0" y="0"/>
                </a:lnTo>
                <a:lnTo>
                  <a:pt x="0" y="91023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3387144" y="2268415"/>
            <a:ext cx="723265" cy="0"/>
          </a:xfrm>
          <a:custGeom>
            <a:avLst/>
            <a:gdLst/>
            <a:ahLst/>
            <a:cxnLst/>
            <a:rect l="l" t="t" r="r" b="b"/>
            <a:pathLst>
              <a:path w="723264">
                <a:moveTo>
                  <a:pt x="0" y="0"/>
                </a:moveTo>
                <a:lnTo>
                  <a:pt x="722921" y="0"/>
                </a:lnTo>
              </a:path>
            </a:pathLst>
          </a:custGeom>
          <a:ln w="111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2240">
              <a:lnSpc>
                <a:spcPct val="100000"/>
              </a:lnSpc>
            </a:pPr>
            <a:r>
              <a:rPr spc="-10" dirty="0">
                <a:latin typeface="Calibri"/>
                <a:cs typeface="Calibri"/>
              </a:rPr>
              <a:t>6</a:t>
            </a:r>
          </a:p>
        </p:txBody>
      </p:sp>
      <p:graphicFrame>
        <p:nvGraphicFramePr>
          <p:cNvPr id="59" name="object 59"/>
          <p:cNvGraphicFramePr>
            <a:graphicFrameLocks noGrp="1"/>
          </p:cNvGraphicFramePr>
          <p:nvPr/>
        </p:nvGraphicFramePr>
        <p:xfrm>
          <a:off x="3163832" y="1816680"/>
          <a:ext cx="1826880" cy="9102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01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67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7123">
                <a:tc rowSpan="2">
                  <a:txBody>
                    <a:bodyPr/>
                    <a:lstStyle/>
                    <a:p>
                      <a:pPr marR="40640" algn="ctr">
                        <a:lnSpc>
                          <a:spcPct val="100000"/>
                        </a:lnSpc>
                      </a:pPr>
                      <a:r>
                        <a:rPr sz="2100" i="1" spc="100" dirty="0">
                          <a:latin typeface="Times New Roman"/>
                          <a:cs typeface="Times New Roman"/>
                        </a:rPr>
                        <a:t>k</a:t>
                      </a:r>
                      <a:r>
                        <a:rPr sz="2625" i="1" baseline="-17460" dirty="0">
                          <a:latin typeface="Times New Roman"/>
                          <a:cs typeface="Times New Roman"/>
                        </a:rPr>
                        <a:t>I</a:t>
                      </a:r>
                      <a:endParaRPr sz="2625" baseline="-17460">
                        <a:latin typeface="Times New Roman"/>
                        <a:cs typeface="Times New Roman"/>
                      </a:endParaRPr>
                    </a:p>
                    <a:p>
                      <a:pPr marR="26670" algn="ctr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210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2100" spc="-3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100" dirty="0">
                          <a:latin typeface="Symbol"/>
                          <a:cs typeface="Symbol"/>
                        </a:rPr>
                        <a:t></a:t>
                      </a:r>
                      <a:r>
                        <a:rPr sz="2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100" i="1" spc="150" dirty="0"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sz="2625" spc="-157" baseline="30158" dirty="0">
                          <a:latin typeface="Symbol"/>
                          <a:cs typeface="Symbol"/>
                        </a:rPr>
                        <a:t></a:t>
                      </a:r>
                      <a:r>
                        <a:rPr sz="2625" baseline="30158" dirty="0">
                          <a:latin typeface="Times New Roman"/>
                          <a:cs typeface="Times New Roman"/>
                        </a:rPr>
                        <a:t>1</a:t>
                      </a:r>
                      <a:endParaRPr sz="2625" baseline="30158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6010">
                      <a:solidFill>
                        <a:srgbClr val="000000"/>
                      </a:solidFill>
                      <a:prstDash val="solid"/>
                    </a:lnL>
                    <a:lnR w="16010">
                      <a:solidFill>
                        <a:srgbClr val="000000"/>
                      </a:solidFill>
                      <a:prstDash val="solid"/>
                    </a:lnR>
                    <a:lnT w="16010">
                      <a:solidFill>
                        <a:srgbClr val="000000"/>
                      </a:solidFill>
                      <a:prstDash val="solid"/>
                    </a:lnT>
                    <a:lnB w="1601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</a:pPr>
                      <a:r>
                        <a:rPr sz="2100" i="1" spc="95" dirty="0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2100" spc="45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100" i="1" spc="175" dirty="0">
                          <a:latin typeface="Times New Roman"/>
                          <a:cs typeface="Times New Roman"/>
                        </a:rPr>
                        <a:t>k</a:t>
                      </a:r>
                      <a:r>
                        <a:rPr sz="2100" dirty="0">
                          <a:latin typeface="Times New Roman"/>
                          <a:cs typeface="Times New Roman"/>
                        </a:rPr>
                        <a:t>)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6010">
                      <a:solidFill>
                        <a:srgbClr val="000000"/>
                      </a:solidFill>
                      <a:prstDash val="solid"/>
                    </a:lnL>
                    <a:lnB w="1601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1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6010">
                      <a:solidFill>
                        <a:srgbClr val="000000"/>
                      </a:solidFill>
                      <a:prstDash val="solid"/>
                    </a:lnL>
                    <a:lnR w="16010">
                      <a:solidFill>
                        <a:srgbClr val="000000"/>
                      </a:solidFill>
                      <a:prstDash val="solid"/>
                    </a:lnR>
                    <a:lnT w="16010">
                      <a:solidFill>
                        <a:srgbClr val="000000"/>
                      </a:solidFill>
                      <a:prstDash val="solid"/>
                    </a:lnT>
                    <a:lnB w="1601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6010">
                      <a:solidFill>
                        <a:srgbClr val="000000"/>
                      </a:solidFill>
                      <a:prstDash val="solid"/>
                    </a:lnL>
                    <a:lnT w="1601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50619" y="5179064"/>
            <a:ext cx="6774180" cy="1178560"/>
          </a:xfrm>
          <a:custGeom>
            <a:avLst/>
            <a:gdLst/>
            <a:ahLst/>
            <a:cxnLst/>
            <a:rect l="l" t="t" r="r" b="b"/>
            <a:pathLst>
              <a:path w="6774180" h="1178560">
                <a:moveTo>
                  <a:pt x="6577736" y="0"/>
                </a:moveTo>
                <a:lnTo>
                  <a:pt x="196428" y="0"/>
                </a:lnTo>
                <a:lnTo>
                  <a:pt x="180318" y="651"/>
                </a:lnTo>
                <a:lnTo>
                  <a:pt x="134344" y="10014"/>
                </a:lnTo>
                <a:lnTo>
                  <a:pt x="92960" y="29430"/>
                </a:lnTo>
                <a:lnTo>
                  <a:pt x="57534" y="57534"/>
                </a:lnTo>
                <a:lnTo>
                  <a:pt x="29430" y="92960"/>
                </a:lnTo>
                <a:lnTo>
                  <a:pt x="10014" y="134344"/>
                </a:lnTo>
                <a:lnTo>
                  <a:pt x="651" y="180318"/>
                </a:lnTo>
                <a:lnTo>
                  <a:pt x="0" y="196428"/>
                </a:lnTo>
                <a:lnTo>
                  <a:pt x="0" y="982123"/>
                </a:lnTo>
                <a:lnTo>
                  <a:pt x="5709" y="1029329"/>
                </a:lnTo>
                <a:lnTo>
                  <a:pt x="21926" y="1072397"/>
                </a:lnTo>
                <a:lnTo>
                  <a:pt x="47285" y="1109963"/>
                </a:lnTo>
                <a:lnTo>
                  <a:pt x="80422" y="1140661"/>
                </a:lnTo>
                <a:lnTo>
                  <a:pt x="119972" y="1163126"/>
                </a:lnTo>
                <a:lnTo>
                  <a:pt x="164568" y="1175992"/>
                </a:lnTo>
                <a:lnTo>
                  <a:pt x="196428" y="1178564"/>
                </a:lnTo>
                <a:lnTo>
                  <a:pt x="6577736" y="1178564"/>
                </a:lnTo>
                <a:lnTo>
                  <a:pt x="6624939" y="1172854"/>
                </a:lnTo>
                <a:lnTo>
                  <a:pt x="6668007" y="1156637"/>
                </a:lnTo>
                <a:lnTo>
                  <a:pt x="6705573" y="1131276"/>
                </a:lnTo>
                <a:lnTo>
                  <a:pt x="6736273" y="1098137"/>
                </a:lnTo>
                <a:lnTo>
                  <a:pt x="6758740" y="1058585"/>
                </a:lnTo>
                <a:lnTo>
                  <a:pt x="6771608" y="1013986"/>
                </a:lnTo>
                <a:lnTo>
                  <a:pt x="6774179" y="982123"/>
                </a:lnTo>
                <a:lnTo>
                  <a:pt x="6774179" y="196428"/>
                </a:lnTo>
                <a:lnTo>
                  <a:pt x="6768469" y="149226"/>
                </a:lnTo>
                <a:lnTo>
                  <a:pt x="6752250" y="106160"/>
                </a:lnTo>
                <a:lnTo>
                  <a:pt x="6726887" y="68597"/>
                </a:lnTo>
                <a:lnTo>
                  <a:pt x="6693747" y="37901"/>
                </a:lnTo>
                <a:lnTo>
                  <a:pt x="6654194" y="15437"/>
                </a:lnTo>
                <a:lnTo>
                  <a:pt x="6609596" y="2571"/>
                </a:lnTo>
                <a:lnTo>
                  <a:pt x="6577736" y="0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51459" y="4257032"/>
            <a:ext cx="8605520" cy="749300"/>
          </a:xfrm>
          <a:custGeom>
            <a:avLst/>
            <a:gdLst/>
            <a:ahLst/>
            <a:cxnLst/>
            <a:rect l="l" t="t" r="r" b="b"/>
            <a:pathLst>
              <a:path w="8605520" h="749300">
                <a:moveTo>
                  <a:pt x="8480633" y="0"/>
                </a:moveTo>
                <a:lnTo>
                  <a:pt x="111566" y="702"/>
                </a:lnTo>
                <a:lnTo>
                  <a:pt x="70798" y="12292"/>
                </a:lnTo>
                <a:lnTo>
                  <a:pt x="37035" y="36133"/>
                </a:lnTo>
                <a:lnTo>
                  <a:pt x="12858" y="69642"/>
                </a:lnTo>
                <a:lnTo>
                  <a:pt x="851" y="110237"/>
                </a:lnTo>
                <a:lnTo>
                  <a:pt x="0" y="124897"/>
                </a:lnTo>
                <a:lnTo>
                  <a:pt x="701" y="637734"/>
                </a:lnTo>
                <a:lnTo>
                  <a:pt x="12289" y="678508"/>
                </a:lnTo>
                <a:lnTo>
                  <a:pt x="36128" y="712274"/>
                </a:lnTo>
                <a:lnTo>
                  <a:pt x="69635" y="736450"/>
                </a:lnTo>
                <a:lnTo>
                  <a:pt x="110227" y="748456"/>
                </a:lnTo>
                <a:lnTo>
                  <a:pt x="124885" y="749308"/>
                </a:lnTo>
                <a:lnTo>
                  <a:pt x="8493939" y="748607"/>
                </a:lnTo>
                <a:lnTo>
                  <a:pt x="8534714" y="737022"/>
                </a:lnTo>
                <a:lnTo>
                  <a:pt x="8568478" y="713186"/>
                </a:lnTo>
                <a:lnTo>
                  <a:pt x="8592653" y="679679"/>
                </a:lnTo>
                <a:lnTo>
                  <a:pt x="8604658" y="639083"/>
                </a:lnTo>
                <a:lnTo>
                  <a:pt x="8605509" y="624422"/>
                </a:lnTo>
                <a:lnTo>
                  <a:pt x="8604808" y="111583"/>
                </a:lnTo>
                <a:lnTo>
                  <a:pt x="8593223" y="70807"/>
                </a:lnTo>
                <a:lnTo>
                  <a:pt x="8569390" y="37039"/>
                </a:lnTo>
                <a:lnTo>
                  <a:pt x="8535887" y="12859"/>
                </a:lnTo>
                <a:lnTo>
                  <a:pt x="8495293" y="851"/>
                </a:lnTo>
                <a:lnTo>
                  <a:pt x="8480633" y="0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87567" y="728606"/>
            <a:ext cx="4469130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g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9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Co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9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u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1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h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8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Si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g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na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590">
              <a:lnSpc>
                <a:spcPct val="100000"/>
              </a:lnSpc>
            </a:pPr>
            <a:r>
              <a:rPr i="1" spc="100" dirty="0">
                <a:latin typeface="Times New Roman"/>
                <a:cs typeface="Times New Roman"/>
              </a:rPr>
              <a:t>u</a:t>
            </a:r>
            <a:r>
              <a:rPr spc="50" dirty="0">
                <a:latin typeface="Times New Roman"/>
                <a:cs typeface="Times New Roman"/>
              </a:rPr>
              <a:t>(</a:t>
            </a:r>
            <a:r>
              <a:rPr i="1" spc="-15" dirty="0">
                <a:latin typeface="Times New Roman"/>
                <a:cs typeface="Times New Roman"/>
              </a:rPr>
              <a:t>k</a:t>
            </a:r>
            <a:r>
              <a:rPr i="1" spc="-415" dirty="0"/>
              <a:t> </a:t>
            </a:r>
            <a:r>
              <a:rPr spc="-10" dirty="0">
                <a:latin typeface="Times New Roman"/>
                <a:cs typeface="Times New Roman"/>
              </a:rPr>
              <a:t>)</a:t>
            </a:r>
            <a:r>
              <a:rPr spc="-55" dirty="0"/>
              <a:t> </a:t>
            </a:r>
            <a:r>
              <a:rPr spc="-15" dirty="0">
                <a:latin typeface="Symbol"/>
                <a:cs typeface="Symbol"/>
              </a:rPr>
              <a:t></a:t>
            </a:r>
            <a:r>
              <a:rPr spc="-130" dirty="0"/>
              <a:t> </a:t>
            </a:r>
            <a:r>
              <a:rPr i="1" spc="100" dirty="0">
                <a:latin typeface="Times New Roman"/>
                <a:cs typeface="Times New Roman"/>
              </a:rPr>
              <a:t>u</a:t>
            </a:r>
            <a:r>
              <a:rPr spc="50" dirty="0">
                <a:latin typeface="Times New Roman"/>
                <a:cs typeface="Times New Roman"/>
              </a:rPr>
              <a:t>(</a:t>
            </a:r>
            <a:r>
              <a:rPr i="1" spc="-15" dirty="0">
                <a:latin typeface="Times New Roman"/>
                <a:cs typeface="Times New Roman"/>
              </a:rPr>
              <a:t>k</a:t>
            </a:r>
            <a:r>
              <a:rPr i="1" spc="-20" dirty="0"/>
              <a:t> </a:t>
            </a:r>
            <a:r>
              <a:rPr spc="135" dirty="0">
                <a:latin typeface="Symbol"/>
                <a:cs typeface="Symbol"/>
              </a:rPr>
              <a:t></a:t>
            </a:r>
            <a:r>
              <a:rPr spc="-215" dirty="0">
                <a:latin typeface="Times New Roman"/>
                <a:cs typeface="Times New Roman"/>
              </a:rPr>
              <a:t>1</a:t>
            </a:r>
            <a:r>
              <a:rPr spc="-10" dirty="0">
                <a:latin typeface="Times New Roman"/>
                <a:cs typeface="Times New Roman"/>
              </a:rPr>
              <a:t>)</a:t>
            </a:r>
            <a:r>
              <a:rPr spc="-215" dirty="0"/>
              <a:t> </a:t>
            </a:r>
            <a:r>
              <a:rPr spc="-15" dirty="0">
                <a:latin typeface="Symbol"/>
                <a:cs typeface="Symbol"/>
              </a:rPr>
              <a:t></a:t>
            </a:r>
            <a:r>
              <a:rPr spc="-170" dirty="0"/>
              <a:t> </a:t>
            </a:r>
            <a:r>
              <a:rPr i="1" spc="75" dirty="0">
                <a:latin typeface="Times New Roman"/>
                <a:cs typeface="Times New Roman"/>
              </a:rPr>
              <a:t>k</a:t>
            </a:r>
            <a:r>
              <a:rPr sz="2175" i="1" baseline="-24904" dirty="0">
                <a:latin typeface="Times New Roman"/>
                <a:cs typeface="Times New Roman"/>
              </a:rPr>
              <a:t>I</a:t>
            </a:r>
            <a:r>
              <a:rPr sz="2175" i="1" baseline="-24904" dirty="0"/>
              <a:t> </a:t>
            </a:r>
            <a:r>
              <a:rPr sz="2175" i="1" spc="-37" baseline="-24904" dirty="0"/>
              <a:t> </a:t>
            </a:r>
            <a:r>
              <a:rPr sz="5025" spc="-419" baseline="-3316" dirty="0">
                <a:latin typeface="Symbol"/>
                <a:cs typeface="Symbol"/>
              </a:rPr>
              <a:t></a:t>
            </a:r>
            <a:r>
              <a:rPr sz="5025" spc="-585" baseline="-3316" dirty="0"/>
              <a:t> </a:t>
            </a:r>
            <a:r>
              <a:rPr sz="2550" i="1" dirty="0">
                <a:latin typeface="Times New Roman"/>
                <a:cs typeface="Times New Roman"/>
              </a:rPr>
              <a:t>y</a:t>
            </a:r>
            <a:r>
              <a:rPr sz="2175" i="1" spc="7" baseline="-24904" dirty="0">
                <a:latin typeface="Times New Roman"/>
                <a:cs typeface="Times New Roman"/>
              </a:rPr>
              <a:t>d</a:t>
            </a:r>
            <a:r>
              <a:rPr sz="2175" i="1" spc="120" baseline="-24904" dirty="0"/>
              <a:t> </a:t>
            </a:r>
            <a:r>
              <a:rPr sz="2550" spc="50" dirty="0">
                <a:latin typeface="Times New Roman"/>
                <a:cs typeface="Times New Roman"/>
              </a:rPr>
              <a:t>(</a:t>
            </a:r>
            <a:r>
              <a:rPr sz="2550" i="1" spc="-15" dirty="0">
                <a:latin typeface="Times New Roman"/>
                <a:cs typeface="Times New Roman"/>
              </a:rPr>
              <a:t>k</a:t>
            </a:r>
            <a:r>
              <a:rPr sz="2550" i="1" spc="-415" dirty="0"/>
              <a:t> </a:t>
            </a:r>
            <a:r>
              <a:rPr sz="2550" spc="-10" dirty="0">
                <a:latin typeface="Times New Roman"/>
                <a:cs typeface="Times New Roman"/>
              </a:rPr>
              <a:t>)</a:t>
            </a:r>
            <a:r>
              <a:rPr sz="2550" spc="-215" dirty="0"/>
              <a:t> </a:t>
            </a:r>
            <a:r>
              <a:rPr sz="2550" spc="-15" dirty="0">
                <a:latin typeface="Symbol"/>
                <a:cs typeface="Symbol"/>
              </a:rPr>
              <a:t></a:t>
            </a:r>
            <a:r>
              <a:rPr sz="2550" spc="30" dirty="0"/>
              <a:t> </a:t>
            </a:r>
            <a:r>
              <a:rPr sz="2550" i="1" spc="90" dirty="0">
                <a:latin typeface="Times New Roman"/>
                <a:cs typeface="Times New Roman"/>
              </a:rPr>
              <a:t>y</a:t>
            </a:r>
            <a:r>
              <a:rPr sz="2550" spc="50" dirty="0">
                <a:latin typeface="Times New Roman"/>
                <a:cs typeface="Times New Roman"/>
              </a:rPr>
              <a:t>(</a:t>
            </a:r>
            <a:r>
              <a:rPr sz="2550" i="1" spc="-15" dirty="0">
                <a:latin typeface="Times New Roman"/>
                <a:cs typeface="Times New Roman"/>
              </a:rPr>
              <a:t>k</a:t>
            </a:r>
            <a:r>
              <a:rPr sz="2550" i="1" spc="-415" dirty="0"/>
              <a:t> </a:t>
            </a:r>
            <a:r>
              <a:rPr sz="2550" spc="145" dirty="0">
                <a:latin typeface="Times New Roman"/>
                <a:cs typeface="Times New Roman"/>
              </a:rPr>
              <a:t>)</a:t>
            </a:r>
            <a:r>
              <a:rPr sz="5025" spc="-419" baseline="-3316" dirty="0">
                <a:latin typeface="Symbol"/>
                <a:cs typeface="Symbol"/>
              </a:rPr>
              <a:t></a:t>
            </a:r>
            <a:endParaRPr sz="5025" baseline="-3316" dirty="0">
              <a:latin typeface="Symbol"/>
              <a:cs typeface="Symbol"/>
            </a:endParaRPr>
          </a:p>
          <a:p>
            <a:pPr marL="22860">
              <a:lnSpc>
                <a:spcPct val="100000"/>
              </a:lnSpc>
              <a:spcBef>
                <a:spcPts val="1645"/>
              </a:spcBef>
            </a:pPr>
            <a:r>
              <a:rPr sz="2650" i="1" spc="100" dirty="0">
                <a:latin typeface="Times New Roman"/>
                <a:cs typeface="Times New Roman"/>
              </a:rPr>
              <a:t>u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/>
              <a:t> </a:t>
            </a:r>
            <a:r>
              <a:rPr sz="2650" spc="140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60" dirty="0"/>
              <a:t> </a:t>
            </a:r>
            <a:r>
              <a:rPr sz="2650" spc="-15" dirty="0">
                <a:latin typeface="Symbol"/>
                <a:cs typeface="Symbol"/>
              </a:rPr>
              <a:t></a:t>
            </a:r>
            <a:r>
              <a:rPr sz="2650" spc="-135" dirty="0"/>
              <a:t> </a:t>
            </a:r>
            <a:r>
              <a:rPr sz="2650" i="1" spc="100" dirty="0">
                <a:latin typeface="Times New Roman"/>
                <a:cs typeface="Times New Roman"/>
              </a:rPr>
              <a:t>u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/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220" dirty="0"/>
              <a:t> </a:t>
            </a:r>
            <a:r>
              <a:rPr sz="2650" spc="-15" dirty="0">
                <a:latin typeface="Times New Roman"/>
                <a:cs typeface="Times New Roman"/>
              </a:rPr>
              <a:t>2)</a:t>
            </a:r>
            <a:r>
              <a:rPr sz="2650" spc="-225" dirty="0"/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180" dirty="0"/>
              <a:t> </a:t>
            </a:r>
            <a:r>
              <a:rPr sz="2650" i="1" spc="85" dirty="0">
                <a:latin typeface="Times New Roman"/>
                <a:cs typeface="Times New Roman"/>
              </a:rPr>
              <a:t>k</a:t>
            </a:r>
            <a:r>
              <a:rPr sz="2250" i="1" spc="7" baseline="-25925" dirty="0">
                <a:latin typeface="Times New Roman"/>
                <a:cs typeface="Times New Roman"/>
              </a:rPr>
              <a:t>I</a:t>
            </a:r>
            <a:r>
              <a:rPr sz="2250" i="1" baseline="-25925" dirty="0"/>
              <a:t> </a:t>
            </a:r>
            <a:r>
              <a:rPr sz="2250" i="1" spc="-37" baseline="-25925" dirty="0"/>
              <a:t> </a:t>
            </a:r>
            <a:r>
              <a:rPr sz="5175" spc="-434" baseline="-3220" dirty="0">
                <a:latin typeface="Symbol"/>
                <a:cs typeface="Symbol"/>
              </a:rPr>
              <a:t></a:t>
            </a:r>
            <a:r>
              <a:rPr sz="5175" spc="-600" baseline="-3220" dirty="0"/>
              <a:t> </a:t>
            </a:r>
            <a:r>
              <a:rPr sz="2650" i="1" dirty="0">
                <a:latin typeface="Times New Roman"/>
                <a:cs typeface="Times New Roman"/>
              </a:rPr>
              <a:t>y</a:t>
            </a:r>
            <a:r>
              <a:rPr sz="2250" i="1" spc="7" baseline="-25925" dirty="0">
                <a:latin typeface="Times New Roman"/>
                <a:cs typeface="Times New Roman"/>
              </a:rPr>
              <a:t>d</a:t>
            </a:r>
            <a:r>
              <a:rPr sz="2250" i="1" spc="120" baseline="-25925" dirty="0"/>
              <a:t> 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/>
              <a:t> </a:t>
            </a:r>
            <a:r>
              <a:rPr sz="2650" spc="140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/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25" dirty="0"/>
              <a:t> </a:t>
            </a: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/>
              <a:t> </a:t>
            </a:r>
            <a:r>
              <a:rPr sz="2650" spc="145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</a:t>
            </a:r>
            <a:r>
              <a:rPr sz="2650" spc="150" dirty="0">
                <a:latin typeface="Times New Roman"/>
                <a:cs typeface="Times New Roman"/>
              </a:rPr>
              <a:t>)</a:t>
            </a:r>
            <a:r>
              <a:rPr sz="5175" spc="-434" baseline="-3220" dirty="0">
                <a:latin typeface="Symbol"/>
                <a:cs typeface="Symbol"/>
              </a:rPr>
              <a:t></a:t>
            </a:r>
            <a:endParaRPr sz="5175" baseline="-3220" dirty="0">
              <a:latin typeface="Symbol"/>
              <a:cs typeface="Symbol"/>
            </a:endParaRPr>
          </a:p>
          <a:p>
            <a:pPr marL="12700">
              <a:lnSpc>
                <a:spcPct val="100000"/>
              </a:lnSpc>
              <a:spcBef>
                <a:spcPts val="1830"/>
              </a:spcBef>
            </a:pPr>
            <a:r>
              <a:rPr sz="2600" i="1" spc="120" dirty="0">
                <a:latin typeface="Times New Roman"/>
                <a:cs typeface="Times New Roman"/>
              </a:rPr>
              <a:t>u</a:t>
            </a:r>
            <a:r>
              <a:rPr sz="2600" spc="65" dirty="0">
                <a:latin typeface="Times New Roman"/>
                <a:cs typeface="Times New Roman"/>
              </a:rPr>
              <a:t>(</a:t>
            </a:r>
            <a:r>
              <a:rPr sz="2600" i="1" dirty="0">
                <a:latin typeface="Times New Roman"/>
                <a:cs typeface="Times New Roman"/>
              </a:rPr>
              <a:t>k</a:t>
            </a:r>
            <a:r>
              <a:rPr sz="2600" i="1" spc="-15" dirty="0"/>
              <a:t> </a:t>
            </a:r>
            <a:r>
              <a:rPr sz="2600" dirty="0">
                <a:latin typeface="Symbol"/>
                <a:cs typeface="Symbol"/>
              </a:rPr>
              <a:t></a:t>
            </a:r>
            <a:r>
              <a:rPr sz="2600" spc="-210" dirty="0"/>
              <a:t> </a:t>
            </a:r>
            <a:r>
              <a:rPr sz="2600" dirty="0">
                <a:latin typeface="Times New Roman"/>
                <a:cs typeface="Times New Roman"/>
              </a:rPr>
              <a:t>2)</a:t>
            </a:r>
            <a:r>
              <a:rPr sz="2600" spc="-50" dirty="0"/>
              <a:t> </a:t>
            </a:r>
            <a:r>
              <a:rPr sz="2600" dirty="0">
                <a:latin typeface="Symbol"/>
                <a:cs typeface="Symbol"/>
              </a:rPr>
              <a:t></a:t>
            </a:r>
            <a:r>
              <a:rPr sz="2600" spc="-130" dirty="0"/>
              <a:t> </a:t>
            </a:r>
            <a:r>
              <a:rPr sz="2600" i="1" spc="120" dirty="0">
                <a:latin typeface="Times New Roman"/>
                <a:cs typeface="Times New Roman"/>
              </a:rPr>
              <a:t>u</a:t>
            </a:r>
            <a:r>
              <a:rPr sz="2600" spc="65" dirty="0">
                <a:latin typeface="Times New Roman"/>
                <a:cs typeface="Times New Roman"/>
              </a:rPr>
              <a:t>(</a:t>
            </a:r>
            <a:r>
              <a:rPr sz="2600" i="1" dirty="0">
                <a:latin typeface="Times New Roman"/>
                <a:cs typeface="Times New Roman"/>
              </a:rPr>
              <a:t>k</a:t>
            </a:r>
            <a:r>
              <a:rPr sz="2600" i="1" spc="-15" dirty="0"/>
              <a:t> </a:t>
            </a:r>
            <a:r>
              <a:rPr sz="2600" dirty="0">
                <a:latin typeface="Symbol"/>
                <a:cs typeface="Symbol"/>
              </a:rPr>
              <a:t></a:t>
            </a:r>
            <a:r>
              <a:rPr sz="2600" spc="-290" dirty="0"/>
              <a:t> </a:t>
            </a:r>
            <a:r>
              <a:rPr sz="2600" spc="-85" dirty="0">
                <a:latin typeface="Times New Roman"/>
                <a:cs typeface="Times New Roman"/>
              </a:rPr>
              <a:t>3</a:t>
            </a:r>
            <a:r>
              <a:rPr sz="2600" dirty="0">
                <a:latin typeface="Times New Roman"/>
                <a:cs typeface="Times New Roman"/>
              </a:rPr>
              <a:t>)</a:t>
            </a:r>
            <a:r>
              <a:rPr sz="2600" spc="-215" dirty="0"/>
              <a:t> </a:t>
            </a:r>
            <a:r>
              <a:rPr sz="2600" dirty="0">
                <a:latin typeface="Symbol"/>
                <a:cs typeface="Symbol"/>
              </a:rPr>
              <a:t></a:t>
            </a:r>
            <a:r>
              <a:rPr sz="2600" spc="-170" dirty="0"/>
              <a:t> </a:t>
            </a:r>
            <a:r>
              <a:rPr sz="2600" i="1" spc="100" dirty="0">
                <a:latin typeface="Times New Roman"/>
                <a:cs typeface="Times New Roman"/>
              </a:rPr>
              <a:t>k</a:t>
            </a:r>
            <a:r>
              <a:rPr sz="2250" i="1" baseline="-24074" dirty="0">
                <a:latin typeface="Times New Roman"/>
                <a:cs typeface="Times New Roman"/>
              </a:rPr>
              <a:t>I</a:t>
            </a:r>
            <a:r>
              <a:rPr sz="2250" i="1" baseline="-24074" dirty="0"/>
              <a:t> </a:t>
            </a:r>
            <a:r>
              <a:rPr sz="2250" i="1" spc="-44" baseline="-24074" dirty="0"/>
              <a:t> </a:t>
            </a:r>
            <a:r>
              <a:rPr sz="5100" spc="-412" baseline="-3267" dirty="0">
                <a:latin typeface="Symbol"/>
                <a:cs typeface="Symbol"/>
              </a:rPr>
              <a:t></a:t>
            </a:r>
            <a:r>
              <a:rPr sz="5100" spc="-585" baseline="-3267" dirty="0"/>
              <a:t> </a:t>
            </a:r>
            <a:r>
              <a:rPr sz="2600" i="1" spc="15" dirty="0">
                <a:latin typeface="Times New Roman"/>
                <a:cs typeface="Times New Roman"/>
              </a:rPr>
              <a:t>y</a:t>
            </a:r>
            <a:r>
              <a:rPr sz="2250" i="1" baseline="-24074" dirty="0">
                <a:latin typeface="Times New Roman"/>
                <a:cs typeface="Times New Roman"/>
              </a:rPr>
              <a:t>d</a:t>
            </a:r>
            <a:r>
              <a:rPr sz="2250" i="1" spc="120" baseline="-24074" dirty="0"/>
              <a:t> </a:t>
            </a:r>
            <a:r>
              <a:rPr sz="2600" spc="65" dirty="0">
                <a:latin typeface="Times New Roman"/>
                <a:cs typeface="Times New Roman"/>
              </a:rPr>
              <a:t>(</a:t>
            </a:r>
            <a:r>
              <a:rPr sz="2600" i="1" dirty="0">
                <a:latin typeface="Times New Roman"/>
                <a:cs typeface="Times New Roman"/>
              </a:rPr>
              <a:t>k</a:t>
            </a:r>
            <a:r>
              <a:rPr sz="2600" i="1" spc="-15" dirty="0"/>
              <a:t> </a:t>
            </a:r>
            <a:r>
              <a:rPr sz="2600" dirty="0">
                <a:latin typeface="Symbol"/>
                <a:cs typeface="Symbol"/>
              </a:rPr>
              <a:t></a:t>
            </a:r>
            <a:r>
              <a:rPr sz="2600" spc="-210" dirty="0"/>
              <a:t> </a:t>
            </a:r>
            <a:r>
              <a:rPr sz="2600" dirty="0">
                <a:latin typeface="Times New Roman"/>
                <a:cs typeface="Times New Roman"/>
              </a:rPr>
              <a:t>2)</a:t>
            </a:r>
            <a:r>
              <a:rPr sz="2600" spc="-215" dirty="0"/>
              <a:t> </a:t>
            </a:r>
            <a:r>
              <a:rPr sz="2600" dirty="0">
                <a:latin typeface="Symbol"/>
                <a:cs typeface="Symbol"/>
              </a:rPr>
              <a:t></a:t>
            </a:r>
            <a:r>
              <a:rPr sz="2600" spc="35" dirty="0"/>
              <a:t> </a:t>
            </a:r>
            <a:r>
              <a:rPr sz="2600" i="1" spc="105" dirty="0">
                <a:latin typeface="Times New Roman"/>
                <a:cs typeface="Times New Roman"/>
              </a:rPr>
              <a:t>y</a:t>
            </a:r>
            <a:r>
              <a:rPr sz="2600" spc="65" dirty="0">
                <a:latin typeface="Times New Roman"/>
                <a:cs typeface="Times New Roman"/>
              </a:rPr>
              <a:t>(</a:t>
            </a:r>
            <a:r>
              <a:rPr sz="2600" i="1" dirty="0">
                <a:latin typeface="Times New Roman"/>
                <a:cs typeface="Times New Roman"/>
              </a:rPr>
              <a:t>k</a:t>
            </a:r>
            <a:r>
              <a:rPr sz="2600" i="1" spc="-15" dirty="0"/>
              <a:t> </a:t>
            </a:r>
            <a:r>
              <a:rPr sz="2600" dirty="0">
                <a:latin typeface="Symbol"/>
                <a:cs typeface="Symbol"/>
              </a:rPr>
              <a:t></a:t>
            </a:r>
            <a:r>
              <a:rPr sz="2600" spc="-210" dirty="0"/>
              <a:t> </a:t>
            </a:r>
            <a:r>
              <a:rPr sz="2600" dirty="0">
                <a:latin typeface="Times New Roman"/>
                <a:cs typeface="Times New Roman"/>
              </a:rPr>
              <a:t>2</a:t>
            </a:r>
            <a:r>
              <a:rPr sz="2600" spc="165" dirty="0">
                <a:latin typeface="Times New Roman"/>
                <a:cs typeface="Times New Roman"/>
              </a:rPr>
              <a:t>)</a:t>
            </a:r>
            <a:r>
              <a:rPr sz="5100" spc="-412" baseline="-3267" dirty="0">
                <a:latin typeface="Symbol"/>
                <a:cs typeface="Symbol"/>
              </a:rPr>
              <a:t></a:t>
            </a:r>
            <a:endParaRPr sz="5100" baseline="-3267" dirty="0">
              <a:latin typeface="Symbol"/>
              <a:cs typeface="Symbol"/>
            </a:endParaRPr>
          </a:p>
          <a:p>
            <a:pPr marL="15875">
              <a:lnSpc>
                <a:spcPct val="100000"/>
              </a:lnSpc>
              <a:spcBef>
                <a:spcPts val="2465"/>
              </a:spcBef>
            </a:pPr>
            <a:r>
              <a:rPr sz="2350" i="1" spc="110" dirty="0">
                <a:latin typeface="Times New Roman"/>
                <a:cs typeface="Times New Roman"/>
              </a:rPr>
              <a:t>u</a:t>
            </a:r>
            <a:r>
              <a:rPr sz="2350" spc="60" dirty="0">
                <a:latin typeface="Times New Roman"/>
                <a:cs typeface="Times New Roman"/>
              </a:rPr>
              <a:t>(</a:t>
            </a:r>
            <a:r>
              <a:rPr sz="2350" i="1" dirty="0">
                <a:latin typeface="Times New Roman"/>
                <a:cs typeface="Times New Roman"/>
              </a:rPr>
              <a:t>k</a:t>
            </a:r>
            <a:r>
              <a:rPr sz="2350" i="1" spc="-15" dirty="0"/>
              <a:t> </a:t>
            </a:r>
            <a:r>
              <a:rPr sz="2350" spc="140" dirty="0">
                <a:latin typeface="Symbol"/>
                <a:cs typeface="Symbol"/>
              </a:rPr>
              <a:t></a:t>
            </a:r>
            <a:r>
              <a:rPr sz="2350" spc="-185" dirty="0">
                <a:latin typeface="Times New Roman"/>
                <a:cs typeface="Times New Roman"/>
              </a:rPr>
              <a:t>1</a:t>
            </a:r>
            <a:r>
              <a:rPr sz="2350" dirty="0">
                <a:latin typeface="Times New Roman"/>
                <a:cs typeface="Times New Roman"/>
              </a:rPr>
              <a:t>)</a:t>
            </a:r>
            <a:r>
              <a:rPr sz="2350" spc="-50" dirty="0"/>
              <a:t> </a:t>
            </a:r>
            <a:r>
              <a:rPr sz="2350" dirty="0">
                <a:latin typeface="Symbol"/>
                <a:cs typeface="Symbol"/>
              </a:rPr>
              <a:t></a:t>
            </a:r>
            <a:r>
              <a:rPr sz="2350" spc="-114" dirty="0"/>
              <a:t> </a:t>
            </a:r>
            <a:r>
              <a:rPr sz="2350" i="1" spc="110" dirty="0">
                <a:latin typeface="Times New Roman"/>
                <a:cs typeface="Times New Roman"/>
              </a:rPr>
              <a:t>u</a:t>
            </a:r>
            <a:r>
              <a:rPr sz="2350" spc="60" dirty="0">
                <a:latin typeface="Times New Roman"/>
                <a:cs typeface="Times New Roman"/>
              </a:rPr>
              <a:t>(</a:t>
            </a:r>
            <a:r>
              <a:rPr sz="2350" i="1" dirty="0">
                <a:latin typeface="Times New Roman"/>
                <a:cs typeface="Times New Roman"/>
              </a:rPr>
              <a:t>k</a:t>
            </a:r>
            <a:r>
              <a:rPr sz="2350" i="1" spc="-15" dirty="0"/>
              <a:t> </a:t>
            </a:r>
            <a:r>
              <a:rPr sz="2350" dirty="0">
                <a:latin typeface="Symbol"/>
                <a:cs typeface="Symbol"/>
              </a:rPr>
              <a:t></a:t>
            </a:r>
            <a:r>
              <a:rPr sz="2350" spc="-265" dirty="0"/>
              <a:t> </a:t>
            </a:r>
            <a:r>
              <a:rPr sz="2350" spc="-75" dirty="0">
                <a:latin typeface="Times New Roman"/>
                <a:cs typeface="Times New Roman"/>
              </a:rPr>
              <a:t>3</a:t>
            </a:r>
            <a:r>
              <a:rPr sz="2350" dirty="0">
                <a:latin typeface="Times New Roman"/>
                <a:cs typeface="Times New Roman"/>
              </a:rPr>
              <a:t>)</a:t>
            </a:r>
            <a:r>
              <a:rPr sz="2350" spc="-195" dirty="0"/>
              <a:t> </a:t>
            </a:r>
            <a:r>
              <a:rPr sz="2350" dirty="0">
                <a:latin typeface="Symbol"/>
                <a:cs typeface="Symbol"/>
              </a:rPr>
              <a:t></a:t>
            </a:r>
            <a:r>
              <a:rPr sz="2350" spc="-155" dirty="0"/>
              <a:t> </a:t>
            </a:r>
            <a:r>
              <a:rPr sz="2350" i="1" spc="85" dirty="0">
                <a:latin typeface="Times New Roman"/>
                <a:cs typeface="Times New Roman"/>
              </a:rPr>
              <a:t>k</a:t>
            </a:r>
            <a:r>
              <a:rPr sz="2025" i="1" baseline="-24691" dirty="0">
                <a:latin typeface="Times New Roman"/>
                <a:cs typeface="Times New Roman"/>
              </a:rPr>
              <a:t>I</a:t>
            </a:r>
            <a:r>
              <a:rPr sz="2025" i="1" baseline="-24691" dirty="0"/>
              <a:t> </a:t>
            </a:r>
            <a:r>
              <a:rPr sz="2025" i="1" spc="-37" baseline="-24691" dirty="0"/>
              <a:t> </a:t>
            </a:r>
            <a:r>
              <a:rPr sz="4650" spc="-390" baseline="-2688" dirty="0">
                <a:latin typeface="Symbol"/>
                <a:cs typeface="Symbol"/>
              </a:rPr>
              <a:t></a:t>
            </a:r>
            <a:r>
              <a:rPr sz="4650" spc="-547" baseline="-2688" dirty="0"/>
              <a:t> </a:t>
            </a:r>
            <a:r>
              <a:rPr sz="2350" i="1" spc="15" dirty="0">
                <a:latin typeface="Times New Roman"/>
                <a:cs typeface="Times New Roman"/>
              </a:rPr>
              <a:t>y</a:t>
            </a:r>
            <a:r>
              <a:rPr sz="2025" i="1" baseline="-24691" dirty="0">
                <a:latin typeface="Times New Roman"/>
                <a:cs typeface="Times New Roman"/>
              </a:rPr>
              <a:t>d</a:t>
            </a:r>
            <a:r>
              <a:rPr sz="2025" i="1" spc="104" baseline="-24691" dirty="0"/>
              <a:t> </a:t>
            </a:r>
            <a:r>
              <a:rPr sz="2350" spc="60" dirty="0">
                <a:latin typeface="Times New Roman"/>
                <a:cs typeface="Times New Roman"/>
              </a:rPr>
              <a:t>(</a:t>
            </a:r>
            <a:r>
              <a:rPr sz="2350" i="1" dirty="0">
                <a:latin typeface="Times New Roman"/>
                <a:cs typeface="Times New Roman"/>
              </a:rPr>
              <a:t>k</a:t>
            </a:r>
            <a:r>
              <a:rPr sz="2350" i="1" spc="-15" dirty="0"/>
              <a:t> </a:t>
            </a:r>
            <a:r>
              <a:rPr sz="2350" dirty="0">
                <a:latin typeface="Symbol"/>
                <a:cs typeface="Symbol"/>
              </a:rPr>
              <a:t></a:t>
            </a:r>
            <a:r>
              <a:rPr sz="2350" spc="-190" dirty="0"/>
              <a:t> </a:t>
            </a:r>
            <a:r>
              <a:rPr sz="2350" dirty="0">
                <a:latin typeface="Times New Roman"/>
                <a:cs typeface="Times New Roman"/>
              </a:rPr>
              <a:t>2)</a:t>
            </a:r>
            <a:r>
              <a:rPr sz="2350" spc="-195" dirty="0"/>
              <a:t> </a:t>
            </a:r>
            <a:r>
              <a:rPr sz="2350" dirty="0">
                <a:latin typeface="Symbol"/>
                <a:cs typeface="Symbol"/>
              </a:rPr>
              <a:t></a:t>
            </a:r>
            <a:r>
              <a:rPr sz="2350" spc="30" dirty="0"/>
              <a:t> </a:t>
            </a:r>
            <a:r>
              <a:rPr sz="2350" i="1" spc="95" dirty="0">
                <a:latin typeface="Times New Roman"/>
                <a:cs typeface="Times New Roman"/>
              </a:rPr>
              <a:t>y</a:t>
            </a:r>
            <a:r>
              <a:rPr sz="2350" spc="60" dirty="0">
                <a:latin typeface="Times New Roman"/>
                <a:cs typeface="Times New Roman"/>
              </a:rPr>
              <a:t>(</a:t>
            </a:r>
            <a:r>
              <a:rPr sz="2350" i="1" dirty="0">
                <a:latin typeface="Times New Roman"/>
                <a:cs typeface="Times New Roman"/>
              </a:rPr>
              <a:t>k</a:t>
            </a:r>
            <a:r>
              <a:rPr sz="2350" i="1" spc="-15" dirty="0"/>
              <a:t> </a:t>
            </a:r>
            <a:r>
              <a:rPr sz="2350" dirty="0">
                <a:latin typeface="Symbol"/>
                <a:cs typeface="Symbol"/>
              </a:rPr>
              <a:t></a:t>
            </a:r>
            <a:r>
              <a:rPr sz="2350" spc="-190" dirty="0"/>
              <a:t> </a:t>
            </a:r>
            <a:r>
              <a:rPr sz="2350" spc="-5" dirty="0">
                <a:latin typeface="Times New Roman"/>
                <a:cs typeface="Times New Roman"/>
              </a:rPr>
              <a:t>2</a:t>
            </a:r>
            <a:r>
              <a:rPr sz="2350" spc="145" dirty="0">
                <a:latin typeface="Times New Roman"/>
                <a:cs typeface="Times New Roman"/>
              </a:rPr>
              <a:t>)</a:t>
            </a:r>
            <a:r>
              <a:rPr sz="4650" spc="-390" baseline="-2688" dirty="0">
                <a:latin typeface="Symbol"/>
                <a:cs typeface="Symbol"/>
              </a:rPr>
              <a:t></a:t>
            </a:r>
            <a:r>
              <a:rPr sz="4650" spc="-615" baseline="-2688" dirty="0"/>
              <a:t> </a:t>
            </a:r>
            <a:r>
              <a:rPr sz="2350" dirty="0">
                <a:latin typeface="Symbol"/>
                <a:cs typeface="Symbol"/>
              </a:rPr>
              <a:t></a:t>
            </a:r>
            <a:r>
              <a:rPr sz="2350" spc="-155" dirty="0"/>
              <a:t> </a:t>
            </a:r>
            <a:r>
              <a:rPr sz="2350" i="1" spc="85" dirty="0">
                <a:latin typeface="Times New Roman"/>
                <a:cs typeface="Times New Roman"/>
              </a:rPr>
              <a:t>k</a:t>
            </a:r>
            <a:r>
              <a:rPr sz="2025" i="1" baseline="-24691" dirty="0">
                <a:latin typeface="Times New Roman"/>
                <a:cs typeface="Times New Roman"/>
              </a:rPr>
              <a:t>I</a:t>
            </a:r>
            <a:r>
              <a:rPr sz="2025" i="1" baseline="-24691" dirty="0"/>
              <a:t> </a:t>
            </a:r>
            <a:r>
              <a:rPr sz="2025" i="1" spc="-37" baseline="-24691" dirty="0"/>
              <a:t> </a:t>
            </a:r>
            <a:r>
              <a:rPr sz="4650" spc="-390" baseline="-2688" dirty="0">
                <a:latin typeface="Symbol"/>
                <a:cs typeface="Symbol"/>
              </a:rPr>
              <a:t></a:t>
            </a:r>
            <a:r>
              <a:rPr sz="4650" spc="-540" baseline="-2688" dirty="0"/>
              <a:t> </a:t>
            </a:r>
            <a:r>
              <a:rPr sz="2350" i="1" spc="15" dirty="0">
                <a:latin typeface="Times New Roman"/>
                <a:cs typeface="Times New Roman"/>
              </a:rPr>
              <a:t>y</a:t>
            </a:r>
            <a:r>
              <a:rPr sz="2025" i="1" baseline="-24691" dirty="0">
                <a:latin typeface="Times New Roman"/>
                <a:cs typeface="Times New Roman"/>
              </a:rPr>
              <a:t>d</a:t>
            </a:r>
            <a:r>
              <a:rPr sz="2025" i="1" spc="104" baseline="-24691" dirty="0"/>
              <a:t> </a:t>
            </a:r>
            <a:r>
              <a:rPr sz="2350" spc="60" dirty="0">
                <a:latin typeface="Times New Roman"/>
                <a:cs typeface="Times New Roman"/>
              </a:rPr>
              <a:t>(</a:t>
            </a:r>
            <a:r>
              <a:rPr sz="2350" i="1" dirty="0">
                <a:latin typeface="Times New Roman"/>
                <a:cs typeface="Times New Roman"/>
              </a:rPr>
              <a:t>k</a:t>
            </a:r>
            <a:r>
              <a:rPr sz="2350" i="1" spc="-15" dirty="0"/>
              <a:t> </a:t>
            </a:r>
            <a:r>
              <a:rPr sz="2350" spc="140" dirty="0">
                <a:latin typeface="Symbol"/>
                <a:cs typeface="Symbol"/>
              </a:rPr>
              <a:t></a:t>
            </a:r>
            <a:r>
              <a:rPr sz="2350" spc="-185" dirty="0">
                <a:latin typeface="Times New Roman"/>
                <a:cs typeface="Times New Roman"/>
              </a:rPr>
              <a:t>1</a:t>
            </a:r>
            <a:r>
              <a:rPr sz="2350" dirty="0">
                <a:latin typeface="Times New Roman"/>
                <a:cs typeface="Times New Roman"/>
              </a:rPr>
              <a:t>)</a:t>
            </a:r>
            <a:r>
              <a:rPr sz="2350" spc="-195" dirty="0"/>
              <a:t> </a:t>
            </a:r>
            <a:r>
              <a:rPr sz="2350" dirty="0">
                <a:latin typeface="Symbol"/>
                <a:cs typeface="Symbol"/>
              </a:rPr>
              <a:t></a:t>
            </a:r>
            <a:r>
              <a:rPr sz="2350" spc="30" dirty="0"/>
              <a:t> </a:t>
            </a:r>
            <a:r>
              <a:rPr sz="2350" i="1" spc="95" dirty="0">
                <a:latin typeface="Times New Roman"/>
                <a:cs typeface="Times New Roman"/>
              </a:rPr>
              <a:t>y</a:t>
            </a:r>
            <a:r>
              <a:rPr sz="2350" spc="60" dirty="0">
                <a:latin typeface="Times New Roman"/>
                <a:cs typeface="Times New Roman"/>
              </a:rPr>
              <a:t>(</a:t>
            </a:r>
            <a:r>
              <a:rPr sz="2350" i="1" dirty="0">
                <a:latin typeface="Times New Roman"/>
                <a:cs typeface="Times New Roman"/>
              </a:rPr>
              <a:t>k</a:t>
            </a:r>
            <a:r>
              <a:rPr sz="2350" i="1" spc="-15" dirty="0"/>
              <a:t> </a:t>
            </a:r>
            <a:r>
              <a:rPr sz="2350" spc="140" dirty="0">
                <a:latin typeface="Symbol"/>
                <a:cs typeface="Symbol"/>
              </a:rPr>
              <a:t></a:t>
            </a:r>
            <a:r>
              <a:rPr sz="2350" spc="-185" dirty="0">
                <a:latin typeface="Times New Roman"/>
                <a:cs typeface="Times New Roman"/>
              </a:rPr>
              <a:t>1</a:t>
            </a:r>
            <a:r>
              <a:rPr sz="2350" spc="145" dirty="0">
                <a:latin typeface="Times New Roman"/>
                <a:cs typeface="Times New Roman"/>
              </a:rPr>
              <a:t>)</a:t>
            </a:r>
            <a:r>
              <a:rPr sz="4650" spc="-390" baseline="-2688" dirty="0">
                <a:latin typeface="Symbol"/>
                <a:cs typeface="Symbol"/>
              </a:rPr>
              <a:t></a:t>
            </a:r>
            <a:endParaRPr sz="4650" baseline="-2688" dirty="0">
              <a:latin typeface="Symbol"/>
              <a:cs typeface="Symbol"/>
            </a:endParaRPr>
          </a:p>
          <a:p>
            <a:pPr>
              <a:lnSpc>
                <a:spcPct val="100000"/>
              </a:lnSpc>
              <a:spcBef>
                <a:spcPts val="41"/>
              </a:spcBef>
            </a:pPr>
            <a:endParaRPr sz="2600" dirty="0"/>
          </a:p>
          <a:p>
            <a:pPr marL="882015">
              <a:lnSpc>
                <a:spcPct val="100000"/>
              </a:lnSpc>
            </a:pPr>
            <a:r>
              <a:rPr sz="2350" i="1" spc="110" dirty="0">
                <a:latin typeface="Times New Roman"/>
                <a:cs typeface="Times New Roman"/>
              </a:rPr>
              <a:t>u</a:t>
            </a:r>
            <a:r>
              <a:rPr sz="2350" spc="60" dirty="0">
                <a:latin typeface="Times New Roman"/>
                <a:cs typeface="Times New Roman"/>
              </a:rPr>
              <a:t>(</a:t>
            </a:r>
            <a:r>
              <a:rPr sz="2350" i="1" dirty="0">
                <a:latin typeface="Times New Roman"/>
                <a:cs typeface="Times New Roman"/>
              </a:rPr>
              <a:t>k</a:t>
            </a:r>
            <a:r>
              <a:rPr sz="2350" i="1" spc="-385" dirty="0"/>
              <a:t> </a:t>
            </a:r>
            <a:r>
              <a:rPr sz="2350" dirty="0">
                <a:latin typeface="Times New Roman"/>
                <a:cs typeface="Times New Roman"/>
              </a:rPr>
              <a:t>)</a:t>
            </a:r>
            <a:r>
              <a:rPr sz="2350" spc="-50" dirty="0"/>
              <a:t> </a:t>
            </a:r>
            <a:r>
              <a:rPr sz="2350" dirty="0">
                <a:latin typeface="Symbol"/>
                <a:cs typeface="Symbol"/>
              </a:rPr>
              <a:t></a:t>
            </a:r>
            <a:r>
              <a:rPr sz="2350" spc="-114" dirty="0"/>
              <a:t> </a:t>
            </a:r>
            <a:r>
              <a:rPr sz="2350" i="1" spc="110" dirty="0">
                <a:latin typeface="Times New Roman"/>
                <a:cs typeface="Times New Roman"/>
              </a:rPr>
              <a:t>u</a:t>
            </a:r>
            <a:r>
              <a:rPr sz="2350" spc="60" dirty="0">
                <a:latin typeface="Times New Roman"/>
                <a:cs typeface="Times New Roman"/>
              </a:rPr>
              <a:t>(</a:t>
            </a:r>
            <a:r>
              <a:rPr sz="2350" i="1" dirty="0">
                <a:latin typeface="Times New Roman"/>
                <a:cs typeface="Times New Roman"/>
              </a:rPr>
              <a:t>k</a:t>
            </a:r>
            <a:r>
              <a:rPr sz="2350" i="1" spc="-15" dirty="0"/>
              <a:t> </a:t>
            </a:r>
            <a:r>
              <a:rPr sz="2350" dirty="0">
                <a:latin typeface="Symbol"/>
                <a:cs typeface="Symbol"/>
              </a:rPr>
              <a:t></a:t>
            </a:r>
            <a:r>
              <a:rPr sz="2350" spc="-265" dirty="0"/>
              <a:t> </a:t>
            </a:r>
            <a:r>
              <a:rPr sz="2350" spc="-75" dirty="0">
                <a:latin typeface="Times New Roman"/>
                <a:cs typeface="Times New Roman"/>
              </a:rPr>
              <a:t>3</a:t>
            </a:r>
            <a:r>
              <a:rPr sz="2350" dirty="0">
                <a:latin typeface="Times New Roman"/>
                <a:cs typeface="Times New Roman"/>
              </a:rPr>
              <a:t>)</a:t>
            </a:r>
            <a:r>
              <a:rPr sz="2350" spc="-195" dirty="0"/>
              <a:t> </a:t>
            </a:r>
            <a:r>
              <a:rPr sz="2350" dirty="0">
                <a:latin typeface="Symbol"/>
                <a:cs typeface="Symbol"/>
              </a:rPr>
              <a:t></a:t>
            </a:r>
            <a:r>
              <a:rPr sz="2350" spc="-155" dirty="0"/>
              <a:t> </a:t>
            </a:r>
            <a:r>
              <a:rPr sz="2350" i="1" spc="90" dirty="0">
                <a:latin typeface="Times New Roman"/>
                <a:cs typeface="Times New Roman"/>
              </a:rPr>
              <a:t>k</a:t>
            </a:r>
            <a:r>
              <a:rPr sz="2025" i="1" baseline="-24691" dirty="0">
                <a:latin typeface="Times New Roman"/>
                <a:cs typeface="Times New Roman"/>
              </a:rPr>
              <a:t>I</a:t>
            </a:r>
            <a:r>
              <a:rPr sz="2025" i="1" baseline="-24691" dirty="0"/>
              <a:t> </a:t>
            </a:r>
            <a:r>
              <a:rPr sz="2025" i="1" spc="-37" baseline="-24691" dirty="0"/>
              <a:t> </a:t>
            </a:r>
            <a:r>
              <a:rPr sz="4650" spc="-390" baseline="-2688" dirty="0">
                <a:latin typeface="Symbol"/>
                <a:cs typeface="Symbol"/>
              </a:rPr>
              <a:t></a:t>
            </a:r>
            <a:r>
              <a:rPr sz="4650" spc="-547" baseline="-2688" dirty="0"/>
              <a:t> </a:t>
            </a:r>
            <a:r>
              <a:rPr sz="2350" i="1" spc="15" dirty="0">
                <a:latin typeface="Times New Roman"/>
                <a:cs typeface="Times New Roman"/>
              </a:rPr>
              <a:t>y</a:t>
            </a:r>
            <a:r>
              <a:rPr sz="2025" i="1" baseline="-24691" dirty="0">
                <a:latin typeface="Times New Roman"/>
                <a:cs typeface="Times New Roman"/>
              </a:rPr>
              <a:t>d</a:t>
            </a:r>
            <a:r>
              <a:rPr sz="2025" i="1" spc="104" baseline="-24691" dirty="0"/>
              <a:t> </a:t>
            </a:r>
            <a:r>
              <a:rPr sz="2350" spc="60" dirty="0">
                <a:latin typeface="Times New Roman"/>
                <a:cs typeface="Times New Roman"/>
              </a:rPr>
              <a:t>(</a:t>
            </a:r>
            <a:r>
              <a:rPr sz="2350" i="1" dirty="0">
                <a:latin typeface="Times New Roman"/>
                <a:cs typeface="Times New Roman"/>
              </a:rPr>
              <a:t>k</a:t>
            </a:r>
            <a:r>
              <a:rPr sz="2350" i="1" spc="-15" dirty="0"/>
              <a:t> </a:t>
            </a:r>
            <a:r>
              <a:rPr sz="2350" dirty="0">
                <a:latin typeface="Symbol"/>
                <a:cs typeface="Symbol"/>
              </a:rPr>
              <a:t></a:t>
            </a:r>
            <a:r>
              <a:rPr sz="2350" spc="-190" dirty="0"/>
              <a:t> </a:t>
            </a:r>
            <a:r>
              <a:rPr sz="2350" dirty="0">
                <a:latin typeface="Times New Roman"/>
                <a:cs typeface="Times New Roman"/>
              </a:rPr>
              <a:t>2)</a:t>
            </a:r>
            <a:r>
              <a:rPr sz="2350" spc="-195" dirty="0"/>
              <a:t> </a:t>
            </a:r>
            <a:r>
              <a:rPr sz="2350" dirty="0">
                <a:latin typeface="Symbol"/>
                <a:cs typeface="Symbol"/>
              </a:rPr>
              <a:t></a:t>
            </a:r>
            <a:r>
              <a:rPr sz="2350" spc="30" dirty="0"/>
              <a:t> </a:t>
            </a:r>
            <a:r>
              <a:rPr sz="2350" i="1" spc="95" dirty="0">
                <a:latin typeface="Times New Roman"/>
                <a:cs typeface="Times New Roman"/>
              </a:rPr>
              <a:t>y</a:t>
            </a:r>
            <a:r>
              <a:rPr sz="2350" spc="60" dirty="0">
                <a:latin typeface="Times New Roman"/>
                <a:cs typeface="Times New Roman"/>
              </a:rPr>
              <a:t>(</a:t>
            </a:r>
            <a:r>
              <a:rPr sz="2350" i="1" dirty="0">
                <a:latin typeface="Times New Roman"/>
                <a:cs typeface="Times New Roman"/>
              </a:rPr>
              <a:t>k</a:t>
            </a:r>
            <a:r>
              <a:rPr sz="2350" i="1" spc="-15" dirty="0"/>
              <a:t> </a:t>
            </a:r>
            <a:r>
              <a:rPr sz="2350" dirty="0">
                <a:latin typeface="Symbol"/>
                <a:cs typeface="Symbol"/>
              </a:rPr>
              <a:t></a:t>
            </a:r>
            <a:r>
              <a:rPr sz="2350" spc="-190" dirty="0"/>
              <a:t> </a:t>
            </a:r>
            <a:r>
              <a:rPr sz="2350" dirty="0">
                <a:latin typeface="Times New Roman"/>
                <a:cs typeface="Times New Roman"/>
              </a:rPr>
              <a:t>2</a:t>
            </a:r>
            <a:r>
              <a:rPr sz="2350" spc="145" dirty="0">
                <a:latin typeface="Times New Roman"/>
                <a:cs typeface="Times New Roman"/>
              </a:rPr>
              <a:t>)</a:t>
            </a:r>
            <a:r>
              <a:rPr sz="4650" spc="-390" baseline="-2688" dirty="0">
                <a:latin typeface="Symbol"/>
                <a:cs typeface="Symbol"/>
              </a:rPr>
              <a:t></a:t>
            </a:r>
            <a:endParaRPr sz="4650" baseline="-2688" dirty="0">
              <a:latin typeface="Symbol"/>
              <a:cs typeface="Symbol"/>
            </a:endParaRPr>
          </a:p>
          <a:p>
            <a:pPr marL="2087880">
              <a:lnSpc>
                <a:spcPct val="100000"/>
              </a:lnSpc>
              <a:spcBef>
                <a:spcPts val="295"/>
              </a:spcBef>
            </a:pPr>
            <a:r>
              <a:rPr sz="2350" dirty="0">
                <a:latin typeface="Symbol"/>
                <a:cs typeface="Symbol"/>
              </a:rPr>
              <a:t></a:t>
            </a:r>
            <a:r>
              <a:rPr sz="2350" spc="-155" dirty="0"/>
              <a:t> </a:t>
            </a:r>
            <a:r>
              <a:rPr sz="2350" i="1" spc="85" dirty="0">
                <a:latin typeface="Times New Roman"/>
                <a:cs typeface="Times New Roman"/>
              </a:rPr>
              <a:t>k</a:t>
            </a:r>
            <a:r>
              <a:rPr sz="2025" i="1" baseline="-24691" dirty="0">
                <a:latin typeface="Times New Roman"/>
                <a:cs typeface="Times New Roman"/>
              </a:rPr>
              <a:t>I</a:t>
            </a:r>
            <a:r>
              <a:rPr sz="2025" i="1" baseline="-24691" dirty="0"/>
              <a:t> </a:t>
            </a:r>
            <a:r>
              <a:rPr sz="2025" i="1" spc="-37" baseline="-24691" dirty="0"/>
              <a:t> </a:t>
            </a:r>
            <a:r>
              <a:rPr sz="4650" spc="-390" baseline="-2688" dirty="0">
                <a:latin typeface="Symbol"/>
                <a:cs typeface="Symbol"/>
              </a:rPr>
              <a:t></a:t>
            </a:r>
            <a:r>
              <a:rPr sz="4650" spc="-540" baseline="-2688" dirty="0"/>
              <a:t> </a:t>
            </a:r>
            <a:r>
              <a:rPr sz="2350" i="1" spc="15" dirty="0">
                <a:latin typeface="Times New Roman"/>
                <a:cs typeface="Times New Roman"/>
              </a:rPr>
              <a:t>y</a:t>
            </a:r>
            <a:r>
              <a:rPr sz="2025" i="1" baseline="-24691" dirty="0">
                <a:latin typeface="Times New Roman"/>
                <a:cs typeface="Times New Roman"/>
              </a:rPr>
              <a:t>d</a:t>
            </a:r>
            <a:r>
              <a:rPr sz="2025" i="1" spc="104" baseline="-24691" dirty="0"/>
              <a:t> </a:t>
            </a:r>
            <a:r>
              <a:rPr sz="2350" spc="60" dirty="0">
                <a:latin typeface="Times New Roman"/>
                <a:cs typeface="Times New Roman"/>
              </a:rPr>
              <a:t>(</a:t>
            </a:r>
            <a:r>
              <a:rPr sz="2350" i="1" dirty="0">
                <a:latin typeface="Times New Roman"/>
                <a:cs typeface="Times New Roman"/>
              </a:rPr>
              <a:t>k</a:t>
            </a:r>
            <a:r>
              <a:rPr sz="2350" i="1" spc="-15" dirty="0"/>
              <a:t> </a:t>
            </a:r>
            <a:r>
              <a:rPr sz="2350" spc="140" dirty="0">
                <a:latin typeface="Symbol"/>
                <a:cs typeface="Symbol"/>
              </a:rPr>
              <a:t></a:t>
            </a:r>
            <a:r>
              <a:rPr sz="2350" spc="-185" dirty="0">
                <a:latin typeface="Times New Roman"/>
                <a:cs typeface="Times New Roman"/>
              </a:rPr>
              <a:t>1</a:t>
            </a:r>
            <a:r>
              <a:rPr sz="2350" dirty="0">
                <a:latin typeface="Times New Roman"/>
                <a:cs typeface="Times New Roman"/>
              </a:rPr>
              <a:t>)</a:t>
            </a:r>
            <a:r>
              <a:rPr sz="2350" spc="-195" dirty="0"/>
              <a:t> </a:t>
            </a:r>
            <a:r>
              <a:rPr sz="2350" dirty="0">
                <a:latin typeface="Symbol"/>
                <a:cs typeface="Symbol"/>
              </a:rPr>
              <a:t></a:t>
            </a:r>
            <a:r>
              <a:rPr sz="2350" spc="30" dirty="0"/>
              <a:t> </a:t>
            </a:r>
            <a:r>
              <a:rPr sz="2350" i="1" spc="95" dirty="0">
                <a:latin typeface="Times New Roman"/>
                <a:cs typeface="Times New Roman"/>
              </a:rPr>
              <a:t>y</a:t>
            </a:r>
            <a:r>
              <a:rPr sz="2350" spc="60" dirty="0">
                <a:latin typeface="Times New Roman"/>
                <a:cs typeface="Times New Roman"/>
              </a:rPr>
              <a:t>(</a:t>
            </a:r>
            <a:r>
              <a:rPr sz="2350" i="1" dirty="0">
                <a:latin typeface="Times New Roman"/>
                <a:cs typeface="Times New Roman"/>
              </a:rPr>
              <a:t>k</a:t>
            </a:r>
            <a:r>
              <a:rPr sz="2350" i="1" spc="-15" dirty="0"/>
              <a:t> </a:t>
            </a:r>
            <a:r>
              <a:rPr sz="2350" spc="140" dirty="0">
                <a:latin typeface="Symbol"/>
                <a:cs typeface="Symbol"/>
              </a:rPr>
              <a:t></a:t>
            </a:r>
            <a:r>
              <a:rPr sz="2350" spc="-185" dirty="0">
                <a:latin typeface="Times New Roman"/>
                <a:cs typeface="Times New Roman"/>
              </a:rPr>
              <a:t>1</a:t>
            </a:r>
            <a:r>
              <a:rPr sz="2350" spc="145" dirty="0">
                <a:latin typeface="Times New Roman"/>
                <a:cs typeface="Times New Roman"/>
              </a:rPr>
              <a:t>)</a:t>
            </a:r>
            <a:r>
              <a:rPr sz="4650" spc="-390" baseline="-2688" dirty="0">
                <a:latin typeface="Symbol"/>
                <a:cs typeface="Symbol"/>
              </a:rPr>
              <a:t></a:t>
            </a:r>
            <a:r>
              <a:rPr sz="4650" spc="-615" baseline="-2688" dirty="0"/>
              <a:t> </a:t>
            </a:r>
            <a:r>
              <a:rPr sz="2350" dirty="0">
                <a:latin typeface="Symbol"/>
                <a:cs typeface="Symbol"/>
              </a:rPr>
              <a:t></a:t>
            </a:r>
            <a:r>
              <a:rPr sz="2350" spc="-150" dirty="0"/>
              <a:t> </a:t>
            </a:r>
            <a:r>
              <a:rPr sz="2350" i="1" spc="85" dirty="0">
                <a:latin typeface="Times New Roman"/>
                <a:cs typeface="Times New Roman"/>
              </a:rPr>
              <a:t>k</a:t>
            </a:r>
            <a:r>
              <a:rPr sz="2025" i="1" baseline="-24691" dirty="0">
                <a:latin typeface="Times New Roman"/>
                <a:cs typeface="Times New Roman"/>
              </a:rPr>
              <a:t>I</a:t>
            </a:r>
            <a:r>
              <a:rPr sz="2025" i="1" baseline="-24691" dirty="0"/>
              <a:t> </a:t>
            </a:r>
            <a:r>
              <a:rPr sz="2025" i="1" spc="-37" baseline="-24691" dirty="0"/>
              <a:t> </a:t>
            </a:r>
            <a:r>
              <a:rPr sz="4650" spc="-390" baseline="-2688" dirty="0">
                <a:latin typeface="Symbol"/>
                <a:cs typeface="Symbol"/>
              </a:rPr>
              <a:t></a:t>
            </a:r>
            <a:r>
              <a:rPr sz="4650" spc="-540" baseline="-2688" dirty="0"/>
              <a:t> </a:t>
            </a:r>
            <a:r>
              <a:rPr sz="2350" i="1" spc="10" dirty="0">
                <a:latin typeface="Times New Roman"/>
                <a:cs typeface="Times New Roman"/>
              </a:rPr>
              <a:t>y</a:t>
            </a:r>
            <a:r>
              <a:rPr sz="2025" i="1" baseline="-24691" dirty="0">
                <a:latin typeface="Times New Roman"/>
                <a:cs typeface="Times New Roman"/>
              </a:rPr>
              <a:t>d</a:t>
            </a:r>
            <a:r>
              <a:rPr sz="2025" i="1" spc="104" baseline="-24691" dirty="0"/>
              <a:t> </a:t>
            </a:r>
            <a:r>
              <a:rPr sz="2350" spc="60" dirty="0">
                <a:latin typeface="Times New Roman"/>
                <a:cs typeface="Times New Roman"/>
              </a:rPr>
              <a:t>(</a:t>
            </a:r>
            <a:r>
              <a:rPr sz="2350" i="1" dirty="0">
                <a:latin typeface="Times New Roman"/>
                <a:cs typeface="Times New Roman"/>
              </a:rPr>
              <a:t>k</a:t>
            </a:r>
            <a:r>
              <a:rPr sz="2350" i="1" spc="-385" dirty="0"/>
              <a:t> </a:t>
            </a:r>
            <a:r>
              <a:rPr sz="2350" dirty="0">
                <a:latin typeface="Times New Roman"/>
                <a:cs typeface="Times New Roman"/>
              </a:rPr>
              <a:t>)</a:t>
            </a:r>
            <a:r>
              <a:rPr sz="2350" spc="-200" dirty="0"/>
              <a:t> </a:t>
            </a:r>
            <a:r>
              <a:rPr sz="2350" dirty="0">
                <a:latin typeface="Symbol"/>
                <a:cs typeface="Symbol"/>
              </a:rPr>
              <a:t></a:t>
            </a:r>
            <a:r>
              <a:rPr sz="2350" spc="30" dirty="0"/>
              <a:t> </a:t>
            </a:r>
            <a:r>
              <a:rPr sz="2350" i="1" spc="95" dirty="0">
                <a:latin typeface="Times New Roman"/>
                <a:cs typeface="Times New Roman"/>
              </a:rPr>
              <a:t>y</a:t>
            </a:r>
            <a:r>
              <a:rPr sz="2350" spc="60" dirty="0">
                <a:latin typeface="Times New Roman"/>
                <a:cs typeface="Times New Roman"/>
              </a:rPr>
              <a:t>(</a:t>
            </a:r>
            <a:r>
              <a:rPr sz="2350" i="1" dirty="0">
                <a:latin typeface="Times New Roman"/>
                <a:cs typeface="Times New Roman"/>
              </a:rPr>
              <a:t>k</a:t>
            </a:r>
            <a:r>
              <a:rPr sz="2350" i="1" spc="-385" dirty="0"/>
              <a:t> </a:t>
            </a:r>
            <a:r>
              <a:rPr sz="2350" spc="145" dirty="0">
                <a:latin typeface="Times New Roman"/>
                <a:cs typeface="Times New Roman"/>
              </a:rPr>
              <a:t>)</a:t>
            </a:r>
            <a:r>
              <a:rPr sz="4650" spc="-390" baseline="-2688" dirty="0">
                <a:latin typeface="Symbol"/>
                <a:cs typeface="Symbol"/>
              </a:rPr>
              <a:t></a:t>
            </a:r>
            <a:endParaRPr sz="4650" baseline="-2688" dirty="0">
              <a:latin typeface="Symbol"/>
              <a:cs typeface="Symbo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2240">
              <a:lnSpc>
                <a:spcPct val="100000"/>
              </a:lnSpc>
            </a:pPr>
            <a:r>
              <a:rPr spc="-10" dirty="0">
                <a:latin typeface="Calibri"/>
                <a:cs typeface="Calibri"/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7567" y="728606"/>
            <a:ext cx="4001770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In</a:t>
            </a:r>
            <a:r>
              <a:rPr sz="3400" spc="-8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1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t,</a:t>
            </a:r>
            <a:r>
              <a:rPr sz="3400" spc="-12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anda</a:t>
            </a:r>
            <a:r>
              <a:rPr sz="3400" spc="-6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45" dirty="0">
                <a:solidFill>
                  <a:srgbClr val="B5121B"/>
                </a:solidFill>
                <a:latin typeface="Calibri"/>
                <a:cs typeface="Calibri"/>
              </a:rPr>
              <a:t>g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b</a:t>
            </a:r>
            <a:r>
              <a:rPr sz="3400" spc="-70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1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app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li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…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2240">
              <a:lnSpc>
                <a:spcPct val="100000"/>
              </a:lnSpc>
            </a:pPr>
            <a:r>
              <a:rPr spc="-10" dirty="0">
                <a:latin typeface="Calibri"/>
                <a:cs typeface="Calibri"/>
              </a:rPr>
              <a:t>8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07390" y="2237822"/>
            <a:ext cx="5340985" cy="861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30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b</a:t>
            </a:r>
            <a:r>
              <a:rPr sz="2600" spc="-70" dirty="0">
                <a:latin typeface="Calibri"/>
                <a:cs typeface="Calibri"/>
              </a:rPr>
              <a:t>r</a:t>
            </a:r>
            <a:r>
              <a:rPr sz="2600" spc="-25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100" dirty="0">
                <a:latin typeface="Calibri"/>
                <a:cs typeface="Calibri"/>
              </a:rPr>
              <a:t>k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dirty="0">
                <a:latin typeface="Calibri"/>
                <a:cs typeface="Calibri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ua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w</a:t>
            </a:r>
            <a:r>
              <a:rPr sz="2600" spc="-5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y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80" dirty="0">
                <a:latin typeface="Calibri"/>
                <a:cs typeface="Calibri"/>
              </a:rPr>
              <a:t>P</a:t>
            </a:r>
            <a:r>
              <a:rPr sz="2600" spc="-15" dirty="0">
                <a:latin typeface="Calibri"/>
                <a:cs typeface="Calibri"/>
              </a:rPr>
              <a:t>o</a:t>
            </a:r>
            <a:r>
              <a:rPr sz="2600" spc="-40" dirty="0">
                <a:latin typeface="Calibri"/>
                <a:cs typeface="Calibri"/>
              </a:rPr>
              <a:t>w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dirty="0">
                <a:latin typeface="Calibri"/>
                <a:cs typeface="Calibri"/>
              </a:rPr>
              <a:t>m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ua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w</a:t>
            </a:r>
            <a:r>
              <a:rPr sz="2600" spc="-5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y</a:t>
            </a:r>
            <a:endParaRPr sz="2600">
              <a:latin typeface="Calibri"/>
              <a:cs typeface="Calibri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ADF7486-F6B7-A602-08AC-A37F3AF55309}"/>
              </a:ext>
            </a:extLst>
          </p:cNvPr>
          <p:cNvGrpSpPr/>
          <p:nvPr/>
        </p:nvGrpSpPr>
        <p:grpSpPr>
          <a:xfrm>
            <a:off x="1273595" y="3493884"/>
            <a:ext cx="2366232" cy="537210"/>
            <a:chOff x="1273595" y="3493884"/>
            <a:chExt cx="2366232" cy="537210"/>
          </a:xfrm>
        </p:grpSpPr>
        <p:sp>
          <p:nvSpPr>
            <p:cNvPr id="6" name="object 6"/>
            <p:cNvSpPr txBox="1"/>
            <p:nvPr/>
          </p:nvSpPr>
          <p:spPr>
            <a:xfrm>
              <a:off x="1273595" y="3493884"/>
              <a:ext cx="1196975" cy="5372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938530" algn="l"/>
                </a:tabLst>
              </a:pPr>
              <a:r>
                <a:rPr sz="4000" spc="-495" dirty="0">
                  <a:latin typeface="Symbol"/>
                  <a:cs typeface="Symbol"/>
                </a:rPr>
                <a:t></a:t>
              </a:r>
              <a:r>
                <a:rPr sz="4000" spc="-495" dirty="0">
                  <a:latin typeface="Times New Roman"/>
                  <a:cs typeface="Times New Roman"/>
                </a:rPr>
                <a:t>	</a:t>
              </a:r>
              <a:r>
                <a:rPr sz="4000" spc="-254" dirty="0">
                  <a:latin typeface="Symbol"/>
                  <a:cs typeface="Symbol"/>
                </a:rPr>
                <a:t></a:t>
              </a:r>
              <a:r>
                <a:rPr sz="4000" spc="-495" dirty="0">
                  <a:latin typeface="Symbol"/>
                  <a:cs typeface="Symbol"/>
                </a:rPr>
                <a:t></a:t>
              </a:r>
              <a:endParaRPr sz="4000">
                <a:latin typeface="Symbol"/>
                <a:cs typeface="Symbol"/>
              </a:endParaRPr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3270257" y="3493884"/>
              <a:ext cx="369570" cy="5372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50" spc="5" dirty="0">
                  <a:latin typeface="Symbol"/>
                  <a:cs typeface="Symbol"/>
                </a:rPr>
                <a:t></a:t>
              </a:r>
              <a:r>
                <a:rPr sz="1450" spc="10" dirty="0">
                  <a:latin typeface="Times New Roman"/>
                  <a:cs typeface="Times New Roman"/>
                </a:rPr>
                <a:t>1</a:t>
              </a:r>
              <a:r>
                <a:rPr sz="1450" spc="-55" dirty="0">
                  <a:latin typeface="Times New Roman"/>
                  <a:cs typeface="Times New Roman"/>
                </a:rPr>
                <a:t> </a:t>
              </a:r>
              <a:r>
                <a:rPr sz="6000" spc="-742" baseline="-20138" dirty="0">
                  <a:latin typeface="Symbol"/>
                  <a:cs typeface="Symbol"/>
                </a:rPr>
                <a:t></a:t>
              </a:r>
              <a:endParaRPr sz="6000" baseline="-20138" dirty="0">
                <a:latin typeface="Symbol"/>
                <a:cs typeface="Symbol"/>
              </a:endParaRPr>
            </a:p>
          </p:txBody>
        </p:sp>
        <p:sp>
          <p:nvSpPr>
            <p:cNvPr id="8" name="object 8"/>
            <p:cNvSpPr txBox="1"/>
            <p:nvPr/>
          </p:nvSpPr>
          <p:spPr>
            <a:xfrm>
              <a:off x="1962977" y="3576107"/>
              <a:ext cx="222885" cy="21462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50" spc="5" dirty="0">
                  <a:latin typeface="Symbol"/>
                  <a:cs typeface="Symbol"/>
                </a:rPr>
                <a:t></a:t>
              </a:r>
              <a:r>
                <a:rPr sz="1450" spc="10" dirty="0">
                  <a:latin typeface="Times New Roman"/>
                  <a:cs typeface="Times New Roman"/>
                </a:rPr>
                <a:t>1</a:t>
              </a:r>
              <a:endParaRPr sz="1450">
                <a:latin typeface="Times New Roman"/>
                <a:cs typeface="Times New Roman"/>
              </a:endParaRPr>
            </a:p>
          </p:txBody>
        </p:sp>
        <p:sp>
          <p:nvSpPr>
            <p:cNvPr id="10" name="object 10"/>
            <p:cNvSpPr txBox="1"/>
            <p:nvPr/>
          </p:nvSpPr>
          <p:spPr>
            <a:xfrm>
              <a:off x="1373163" y="3608793"/>
              <a:ext cx="1899285" cy="40894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1076325" algn="l"/>
                </a:tabLst>
              </a:pPr>
              <a:r>
                <a:rPr sz="2500" spc="225" dirty="0">
                  <a:latin typeface="Times New Roman"/>
                  <a:cs typeface="Times New Roman"/>
                </a:rPr>
                <a:t>1</a:t>
              </a:r>
              <a:r>
                <a:rPr sz="2500" spc="25" dirty="0">
                  <a:latin typeface="Symbol"/>
                  <a:cs typeface="Symbol"/>
                </a:rPr>
                <a:t></a:t>
              </a:r>
              <a:r>
                <a:rPr sz="2500" spc="-70" dirty="0">
                  <a:latin typeface="Times New Roman"/>
                  <a:cs typeface="Times New Roman"/>
                </a:rPr>
                <a:t> </a:t>
              </a:r>
              <a:r>
                <a:rPr sz="2500" i="1" spc="15" dirty="0">
                  <a:latin typeface="Times New Roman"/>
                  <a:cs typeface="Times New Roman"/>
                </a:rPr>
                <a:t>z</a:t>
              </a:r>
              <a:r>
                <a:rPr sz="2500" i="1" dirty="0">
                  <a:latin typeface="Times New Roman"/>
                  <a:cs typeface="Times New Roman"/>
                </a:rPr>
                <a:t>	</a:t>
              </a:r>
              <a:r>
                <a:rPr sz="2500" spc="225" dirty="0">
                  <a:latin typeface="Times New Roman"/>
                  <a:cs typeface="Times New Roman"/>
                </a:rPr>
                <a:t>1</a:t>
              </a:r>
              <a:r>
                <a:rPr sz="2500" spc="25" dirty="0">
                  <a:latin typeface="Symbol"/>
                  <a:cs typeface="Symbol"/>
                </a:rPr>
                <a:t></a:t>
              </a:r>
              <a:r>
                <a:rPr sz="2500" spc="-150" dirty="0">
                  <a:latin typeface="Times New Roman"/>
                  <a:cs typeface="Times New Roman"/>
                </a:rPr>
                <a:t> </a:t>
              </a:r>
              <a:r>
                <a:rPr sz="2500" i="1" spc="-145" dirty="0">
                  <a:latin typeface="Times New Roman"/>
                  <a:cs typeface="Times New Roman"/>
                </a:rPr>
                <a:t>a</a:t>
              </a:r>
              <a:r>
                <a:rPr sz="2175" spc="15" baseline="-24904" dirty="0">
                  <a:latin typeface="Times New Roman"/>
                  <a:cs typeface="Times New Roman"/>
                </a:rPr>
                <a:t>1</a:t>
              </a:r>
              <a:r>
                <a:rPr sz="2175" spc="-345" baseline="-24904" dirty="0">
                  <a:latin typeface="Times New Roman"/>
                  <a:cs typeface="Times New Roman"/>
                </a:rPr>
                <a:t> </a:t>
              </a:r>
              <a:r>
                <a:rPr sz="2500" i="1" spc="15" dirty="0">
                  <a:latin typeface="Times New Roman"/>
                  <a:cs typeface="Times New Roman"/>
                </a:rPr>
                <a:t>z</a:t>
              </a:r>
              <a:endParaRPr sz="2500" dirty="0">
                <a:latin typeface="Times New Roman"/>
                <a:cs typeface="Times New Roman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2CCAD5D-CD4D-147E-18A4-4A39AEF3F5D6}"/>
              </a:ext>
            </a:extLst>
          </p:cNvPr>
          <p:cNvGrpSpPr/>
          <p:nvPr/>
        </p:nvGrpSpPr>
        <p:grpSpPr>
          <a:xfrm>
            <a:off x="3685610" y="3576107"/>
            <a:ext cx="3222565" cy="441626"/>
            <a:chOff x="3685610" y="3576107"/>
            <a:chExt cx="3222565" cy="441626"/>
          </a:xfrm>
        </p:grpSpPr>
        <p:sp>
          <p:nvSpPr>
            <p:cNvPr id="9" name="object 9"/>
            <p:cNvSpPr txBox="1"/>
            <p:nvPr/>
          </p:nvSpPr>
          <p:spPr>
            <a:xfrm>
              <a:off x="4738380" y="3576107"/>
              <a:ext cx="2169795" cy="21462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683895" algn="l"/>
                  <a:tab pos="1593850" algn="l"/>
                  <a:tab pos="1958975" algn="l"/>
                </a:tabLst>
              </a:pPr>
              <a:r>
                <a:rPr sz="1450" spc="5" dirty="0">
                  <a:latin typeface="Symbol"/>
                  <a:cs typeface="Symbol"/>
                </a:rPr>
                <a:t></a:t>
              </a:r>
              <a:r>
                <a:rPr sz="1450" spc="10" dirty="0">
                  <a:latin typeface="Times New Roman"/>
                  <a:cs typeface="Times New Roman"/>
                </a:rPr>
                <a:t>1</a:t>
              </a:r>
              <a:r>
                <a:rPr sz="1450" dirty="0">
                  <a:latin typeface="Times New Roman"/>
                  <a:cs typeface="Times New Roman"/>
                </a:rPr>
                <a:t>	</a:t>
              </a:r>
              <a:r>
                <a:rPr sz="1450" spc="5" dirty="0">
                  <a:latin typeface="Symbol"/>
                  <a:cs typeface="Symbol"/>
                </a:rPr>
                <a:t></a:t>
              </a:r>
              <a:r>
                <a:rPr sz="1450" spc="10" dirty="0">
                  <a:latin typeface="Times New Roman"/>
                  <a:cs typeface="Times New Roman"/>
                </a:rPr>
                <a:t>1</a:t>
              </a:r>
              <a:r>
                <a:rPr sz="1450" dirty="0">
                  <a:latin typeface="Times New Roman"/>
                  <a:cs typeface="Times New Roman"/>
                </a:rPr>
                <a:t>	</a:t>
              </a:r>
              <a:r>
                <a:rPr sz="1450" spc="5" dirty="0">
                  <a:latin typeface="Symbol"/>
                  <a:cs typeface="Symbol"/>
                </a:rPr>
                <a:t></a:t>
              </a:r>
              <a:r>
                <a:rPr sz="1450" spc="10" dirty="0">
                  <a:latin typeface="Times New Roman"/>
                  <a:cs typeface="Times New Roman"/>
                </a:rPr>
                <a:t>1</a:t>
              </a:r>
              <a:r>
                <a:rPr sz="1450" dirty="0">
                  <a:latin typeface="Times New Roman"/>
                  <a:cs typeface="Times New Roman"/>
                </a:rPr>
                <a:t>	</a:t>
              </a:r>
              <a:r>
                <a:rPr sz="1450" spc="5" dirty="0">
                  <a:latin typeface="Symbol"/>
                  <a:cs typeface="Symbol"/>
                </a:rPr>
                <a:t></a:t>
              </a:r>
              <a:r>
                <a:rPr sz="1450" spc="10" dirty="0">
                  <a:latin typeface="Times New Roman"/>
                  <a:cs typeface="Times New Roman"/>
                </a:rPr>
                <a:t>1</a:t>
              </a:r>
              <a:endParaRPr sz="1450">
                <a:latin typeface="Times New Roman"/>
                <a:cs typeface="Times New Roman"/>
              </a:endParaRPr>
            </a:p>
          </p:txBody>
        </p:sp>
        <p:sp>
          <p:nvSpPr>
            <p:cNvPr id="11" name="object 11"/>
            <p:cNvSpPr txBox="1"/>
            <p:nvPr/>
          </p:nvSpPr>
          <p:spPr>
            <a:xfrm>
              <a:off x="3685610" y="3608793"/>
              <a:ext cx="3001645" cy="40894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1336040" algn="l"/>
                  <a:tab pos="2007235" algn="l"/>
                  <a:tab pos="2861310" algn="l"/>
                </a:tabLst>
              </a:pPr>
              <a:r>
                <a:rPr sz="2500" spc="25" dirty="0">
                  <a:latin typeface="Symbol"/>
                  <a:cs typeface="Symbol"/>
                </a:rPr>
                <a:t></a:t>
              </a:r>
              <a:r>
                <a:rPr sz="2500" spc="-310" dirty="0">
                  <a:latin typeface="Times New Roman"/>
                  <a:cs typeface="Times New Roman"/>
                </a:rPr>
                <a:t> </a:t>
              </a:r>
              <a:r>
                <a:rPr sz="2500" spc="225" dirty="0">
                  <a:latin typeface="Times New Roman"/>
                  <a:cs typeface="Times New Roman"/>
                </a:rPr>
                <a:t>1</a:t>
              </a:r>
              <a:r>
                <a:rPr sz="2500" spc="25" dirty="0">
                  <a:latin typeface="Symbol"/>
                  <a:cs typeface="Symbol"/>
                </a:rPr>
                <a:t></a:t>
              </a:r>
              <a:r>
                <a:rPr sz="2500" spc="-150" dirty="0">
                  <a:latin typeface="Times New Roman"/>
                  <a:cs typeface="Times New Roman"/>
                </a:rPr>
                <a:t> </a:t>
              </a:r>
              <a:r>
                <a:rPr sz="2500" i="1" spc="-145" dirty="0">
                  <a:latin typeface="Times New Roman"/>
                  <a:cs typeface="Times New Roman"/>
                </a:rPr>
                <a:t>a</a:t>
              </a:r>
              <a:r>
                <a:rPr sz="2175" spc="15" baseline="-24904" dirty="0">
                  <a:latin typeface="Times New Roman"/>
                  <a:cs typeface="Times New Roman"/>
                </a:rPr>
                <a:t>1</a:t>
              </a:r>
              <a:r>
                <a:rPr sz="2175" spc="-345" baseline="-24904" dirty="0">
                  <a:latin typeface="Times New Roman"/>
                  <a:cs typeface="Times New Roman"/>
                </a:rPr>
                <a:t> </a:t>
              </a:r>
              <a:r>
                <a:rPr sz="2500" i="1" spc="15" dirty="0">
                  <a:latin typeface="Times New Roman"/>
                  <a:cs typeface="Times New Roman"/>
                </a:rPr>
                <a:t>z</a:t>
              </a:r>
              <a:r>
                <a:rPr sz="2500" i="1" dirty="0">
                  <a:latin typeface="Times New Roman"/>
                  <a:cs typeface="Times New Roman"/>
                </a:rPr>
                <a:t>	</a:t>
              </a:r>
              <a:r>
                <a:rPr sz="2500" spc="25" dirty="0">
                  <a:latin typeface="Symbol"/>
                  <a:cs typeface="Symbol"/>
                </a:rPr>
                <a:t></a:t>
              </a:r>
              <a:r>
                <a:rPr sz="2500" spc="-70" dirty="0">
                  <a:latin typeface="Times New Roman"/>
                  <a:cs typeface="Times New Roman"/>
                </a:rPr>
                <a:t> </a:t>
              </a:r>
              <a:r>
                <a:rPr sz="2500" i="1" spc="15" dirty="0">
                  <a:latin typeface="Times New Roman"/>
                  <a:cs typeface="Times New Roman"/>
                </a:rPr>
                <a:t>z</a:t>
              </a:r>
              <a:r>
                <a:rPr sz="2500" i="1" dirty="0">
                  <a:latin typeface="Times New Roman"/>
                  <a:cs typeface="Times New Roman"/>
                </a:rPr>
                <a:t>	</a:t>
              </a:r>
              <a:r>
                <a:rPr sz="2500" spc="25" dirty="0">
                  <a:latin typeface="Symbol"/>
                  <a:cs typeface="Symbol"/>
                </a:rPr>
                <a:t></a:t>
              </a:r>
              <a:r>
                <a:rPr sz="2500" spc="-190" dirty="0">
                  <a:latin typeface="Times New Roman"/>
                  <a:cs typeface="Times New Roman"/>
                </a:rPr>
                <a:t> </a:t>
              </a:r>
              <a:r>
                <a:rPr sz="2500" i="1" spc="-145" dirty="0">
                  <a:latin typeface="Times New Roman"/>
                  <a:cs typeface="Times New Roman"/>
                </a:rPr>
                <a:t>a</a:t>
              </a:r>
              <a:r>
                <a:rPr sz="2175" spc="15" baseline="-24904" dirty="0">
                  <a:latin typeface="Times New Roman"/>
                  <a:cs typeface="Times New Roman"/>
                </a:rPr>
                <a:t>1</a:t>
              </a:r>
              <a:r>
                <a:rPr sz="2175" spc="-345" baseline="-24904" dirty="0">
                  <a:latin typeface="Times New Roman"/>
                  <a:cs typeface="Times New Roman"/>
                </a:rPr>
                <a:t> </a:t>
              </a:r>
              <a:r>
                <a:rPr sz="2500" i="1" spc="15" dirty="0">
                  <a:latin typeface="Times New Roman"/>
                  <a:cs typeface="Times New Roman"/>
                </a:rPr>
                <a:t>z</a:t>
              </a:r>
              <a:r>
                <a:rPr sz="2500" i="1" dirty="0">
                  <a:latin typeface="Times New Roman"/>
                  <a:cs typeface="Times New Roman"/>
                </a:rPr>
                <a:t>	</a:t>
              </a:r>
              <a:r>
                <a:rPr sz="2500" i="1" spc="15" dirty="0">
                  <a:latin typeface="Times New Roman"/>
                  <a:cs typeface="Times New Roman"/>
                </a:rPr>
                <a:t>z</a:t>
              </a:r>
              <a:endParaRPr sz="2500" dirty="0">
                <a:latin typeface="Times New Roman"/>
                <a:cs typeface="Times New Roman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110A89A-4642-E2C6-E6F6-2B9F22DF0DC2}"/>
              </a:ext>
            </a:extLst>
          </p:cNvPr>
          <p:cNvGrpSpPr/>
          <p:nvPr/>
        </p:nvGrpSpPr>
        <p:grpSpPr>
          <a:xfrm>
            <a:off x="4696755" y="4323154"/>
            <a:ext cx="2810571" cy="434097"/>
            <a:chOff x="4696755" y="4323154"/>
            <a:chExt cx="2810571" cy="434097"/>
          </a:xfrm>
        </p:grpSpPr>
        <p:sp>
          <p:nvSpPr>
            <p:cNvPr id="12" name="object 12"/>
            <p:cNvSpPr txBox="1"/>
            <p:nvPr/>
          </p:nvSpPr>
          <p:spPr>
            <a:xfrm>
              <a:off x="5732264" y="4323154"/>
              <a:ext cx="880110" cy="21145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673100" algn="l"/>
                </a:tabLst>
              </a:pPr>
              <a:r>
                <a:rPr sz="1400" spc="20" dirty="0">
                  <a:latin typeface="Symbol"/>
                  <a:cs typeface="Symbol"/>
                </a:rPr>
                <a:t></a:t>
              </a:r>
              <a:r>
                <a:rPr sz="1400" spc="25" dirty="0">
                  <a:latin typeface="Times New Roman"/>
                  <a:cs typeface="Times New Roman"/>
                </a:rPr>
                <a:t>1</a:t>
              </a:r>
              <a:r>
                <a:rPr sz="1400" dirty="0">
                  <a:latin typeface="Times New Roman"/>
                  <a:cs typeface="Times New Roman"/>
                </a:rPr>
                <a:t>	</a:t>
              </a:r>
              <a:r>
                <a:rPr sz="1400" spc="20" dirty="0">
                  <a:latin typeface="Symbol"/>
                  <a:cs typeface="Symbol"/>
                </a:rPr>
                <a:t></a:t>
              </a:r>
              <a:r>
                <a:rPr sz="1400" spc="25" dirty="0">
                  <a:latin typeface="Times New Roman"/>
                  <a:cs typeface="Times New Roman"/>
                </a:rPr>
                <a:t>1</a:t>
              </a:r>
              <a:endParaRPr sz="1400">
                <a:latin typeface="Times New Roman"/>
                <a:cs typeface="Times New Roman"/>
              </a:endParaRPr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7287616" y="4323154"/>
              <a:ext cx="219710" cy="21145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spc="20" dirty="0">
                  <a:latin typeface="Symbol"/>
                  <a:cs typeface="Symbol"/>
                </a:rPr>
                <a:t></a:t>
              </a:r>
              <a:r>
                <a:rPr sz="1400" spc="25" dirty="0">
                  <a:latin typeface="Times New Roman"/>
                  <a:cs typeface="Times New Roman"/>
                </a:rPr>
                <a:t>2</a:t>
              </a:r>
              <a:endParaRPr sz="1400">
                <a:latin typeface="Times New Roman"/>
                <a:cs typeface="Times New Roman"/>
              </a:endParaRPr>
            </a:p>
          </p:txBody>
        </p:sp>
        <p:sp>
          <p:nvSpPr>
            <p:cNvPr id="14" name="object 14"/>
            <p:cNvSpPr txBox="1"/>
            <p:nvPr/>
          </p:nvSpPr>
          <p:spPr>
            <a:xfrm>
              <a:off x="4696755" y="4355296"/>
              <a:ext cx="2593340" cy="40195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1313815" algn="l"/>
                  <a:tab pos="1974850" algn="l"/>
                </a:tabLst>
              </a:pPr>
              <a:r>
                <a:rPr sz="2450" spc="40" dirty="0">
                  <a:latin typeface="Symbol"/>
                  <a:cs typeface="Symbol"/>
                </a:rPr>
                <a:t></a:t>
              </a:r>
              <a:r>
                <a:rPr sz="2450" spc="-305" dirty="0">
                  <a:latin typeface="Times New Roman"/>
                  <a:cs typeface="Times New Roman"/>
                </a:rPr>
                <a:t> </a:t>
              </a:r>
              <a:r>
                <a:rPr sz="2450" spc="225" dirty="0">
                  <a:latin typeface="Times New Roman"/>
                  <a:cs typeface="Times New Roman"/>
                </a:rPr>
                <a:t>1</a:t>
              </a:r>
              <a:r>
                <a:rPr sz="2450" spc="40" dirty="0">
                  <a:latin typeface="Symbol"/>
                  <a:cs typeface="Symbol"/>
                </a:rPr>
                <a:t></a:t>
              </a:r>
              <a:r>
                <a:rPr sz="2450" spc="-145" dirty="0">
                  <a:latin typeface="Times New Roman"/>
                  <a:cs typeface="Times New Roman"/>
                </a:rPr>
                <a:t> </a:t>
              </a:r>
              <a:r>
                <a:rPr sz="2450" i="1" spc="-130" dirty="0">
                  <a:latin typeface="Times New Roman"/>
                  <a:cs typeface="Times New Roman"/>
                </a:rPr>
                <a:t>a</a:t>
              </a:r>
              <a:r>
                <a:rPr sz="2100" spc="37" baseline="-25793" dirty="0">
                  <a:latin typeface="Times New Roman"/>
                  <a:cs typeface="Times New Roman"/>
                </a:rPr>
                <a:t>1</a:t>
              </a:r>
              <a:r>
                <a:rPr sz="2100" spc="-330" baseline="-25793" dirty="0">
                  <a:latin typeface="Times New Roman"/>
                  <a:cs typeface="Times New Roman"/>
                </a:rPr>
                <a:t> </a:t>
              </a:r>
              <a:r>
                <a:rPr sz="2450" i="1" spc="25" dirty="0">
                  <a:latin typeface="Times New Roman"/>
                  <a:cs typeface="Times New Roman"/>
                </a:rPr>
                <a:t>z</a:t>
              </a:r>
              <a:r>
                <a:rPr sz="2450" i="1" dirty="0">
                  <a:latin typeface="Times New Roman"/>
                  <a:cs typeface="Times New Roman"/>
                </a:rPr>
                <a:t>	</a:t>
              </a:r>
              <a:r>
                <a:rPr sz="2450" spc="40" dirty="0">
                  <a:latin typeface="Symbol"/>
                  <a:cs typeface="Symbol"/>
                </a:rPr>
                <a:t></a:t>
              </a:r>
              <a:r>
                <a:rPr sz="2450" spc="-70" dirty="0">
                  <a:latin typeface="Times New Roman"/>
                  <a:cs typeface="Times New Roman"/>
                </a:rPr>
                <a:t> </a:t>
              </a:r>
              <a:r>
                <a:rPr sz="2450" i="1" spc="25" dirty="0">
                  <a:latin typeface="Times New Roman"/>
                  <a:cs typeface="Times New Roman"/>
                </a:rPr>
                <a:t>z</a:t>
              </a:r>
              <a:r>
                <a:rPr sz="2450" i="1" dirty="0">
                  <a:latin typeface="Times New Roman"/>
                  <a:cs typeface="Times New Roman"/>
                </a:rPr>
                <a:t>	</a:t>
              </a:r>
              <a:r>
                <a:rPr sz="2450" spc="40" dirty="0">
                  <a:latin typeface="Symbol"/>
                  <a:cs typeface="Symbol"/>
                </a:rPr>
                <a:t></a:t>
              </a:r>
              <a:r>
                <a:rPr sz="2450" spc="-185" dirty="0">
                  <a:latin typeface="Times New Roman"/>
                  <a:cs typeface="Times New Roman"/>
                </a:rPr>
                <a:t> </a:t>
              </a:r>
              <a:r>
                <a:rPr sz="2450" i="1" spc="-130" dirty="0">
                  <a:latin typeface="Times New Roman"/>
                  <a:cs typeface="Times New Roman"/>
                </a:rPr>
                <a:t>a</a:t>
              </a:r>
              <a:r>
                <a:rPr sz="2100" spc="37" baseline="-25793" dirty="0">
                  <a:latin typeface="Times New Roman"/>
                  <a:cs typeface="Times New Roman"/>
                </a:rPr>
                <a:t>1</a:t>
              </a:r>
              <a:r>
                <a:rPr sz="2100" spc="-330" baseline="-25793" dirty="0">
                  <a:latin typeface="Times New Roman"/>
                  <a:cs typeface="Times New Roman"/>
                </a:rPr>
                <a:t> </a:t>
              </a:r>
              <a:r>
                <a:rPr sz="2450" i="1" spc="25" dirty="0">
                  <a:latin typeface="Times New Roman"/>
                  <a:cs typeface="Times New Roman"/>
                </a:rPr>
                <a:t>z</a:t>
              </a:r>
              <a:endParaRPr sz="2450" dirty="0">
                <a:latin typeface="Times New Roman"/>
                <a:cs typeface="Times New Roman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roup 100">
            <a:extLst>
              <a:ext uri="{FF2B5EF4-FFF2-40B4-BE49-F238E27FC236}">
                <a16:creationId xmlns:a16="http://schemas.microsoft.com/office/drawing/2014/main" id="{87D07757-553E-12AB-F4E4-963B65A4B7F3}"/>
              </a:ext>
            </a:extLst>
          </p:cNvPr>
          <p:cNvGrpSpPr/>
          <p:nvPr/>
        </p:nvGrpSpPr>
        <p:grpSpPr>
          <a:xfrm>
            <a:off x="708690" y="3861694"/>
            <a:ext cx="3240866" cy="1327521"/>
            <a:chOff x="708690" y="3861694"/>
            <a:chExt cx="3240866" cy="1327521"/>
          </a:xfrm>
        </p:grpSpPr>
        <p:sp>
          <p:nvSpPr>
            <p:cNvPr id="2" name="object 2"/>
            <p:cNvSpPr/>
            <p:nvPr/>
          </p:nvSpPr>
          <p:spPr>
            <a:xfrm>
              <a:off x="1717035" y="4833615"/>
              <a:ext cx="1546860" cy="355600"/>
            </a:xfrm>
            <a:custGeom>
              <a:avLst/>
              <a:gdLst/>
              <a:ahLst/>
              <a:cxnLst/>
              <a:rect l="l" t="t" r="r" b="b"/>
              <a:pathLst>
                <a:path w="1546860" h="355600">
                  <a:moveTo>
                    <a:pt x="1487600" y="0"/>
                  </a:moveTo>
                  <a:lnTo>
                    <a:pt x="50512" y="642"/>
                  </a:lnTo>
                  <a:lnTo>
                    <a:pt x="14539" y="20384"/>
                  </a:lnTo>
                  <a:lnTo>
                    <a:pt x="0" y="59268"/>
                  </a:lnTo>
                  <a:lnTo>
                    <a:pt x="641" y="305094"/>
                  </a:lnTo>
                  <a:lnTo>
                    <a:pt x="20381" y="341067"/>
                  </a:lnTo>
                  <a:lnTo>
                    <a:pt x="59268" y="355604"/>
                  </a:lnTo>
                  <a:lnTo>
                    <a:pt x="1496337" y="354964"/>
                  </a:lnTo>
                  <a:lnTo>
                    <a:pt x="1532316" y="335233"/>
                  </a:lnTo>
                  <a:lnTo>
                    <a:pt x="1546853" y="296347"/>
                  </a:lnTo>
                  <a:lnTo>
                    <a:pt x="1546213" y="50523"/>
                  </a:lnTo>
                  <a:lnTo>
                    <a:pt x="1526484" y="14542"/>
                  </a:lnTo>
                  <a:lnTo>
                    <a:pt x="1487600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" name="object 3"/>
            <p:cNvSpPr/>
            <p:nvPr/>
          </p:nvSpPr>
          <p:spPr>
            <a:xfrm>
              <a:off x="2446644" y="4164233"/>
              <a:ext cx="672465" cy="0"/>
            </a:xfrm>
            <a:custGeom>
              <a:avLst/>
              <a:gdLst/>
              <a:ahLst/>
              <a:cxnLst/>
              <a:rect l="l" t="t" r="r" b="b"/>
              <a:pathLst>
                <a:path w="672464">
                  <a:moveTo>
                    <a:pt x="0" y="0"/>
                  </a:moveTo>
                  <a:lnTo>
                    <a:pt x="672120" y="0"/>
                  </a:lnTo>
                </a:path>
              </a:pathLst>
            </a:custGeom>
            <a:ln w="46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584161" y="4822281"/>
              <a:ext cx="672465" cy="0"/>
            </a:xfrm>
            <a:custGeom>
              <a:avLst/>
              <a:gdLst/>
              <a:ahLst/>
              <a:cxnLst/>
              <a:rect l="l" t="t" r="r" b="b"/>
              <a:pathLst>
                <a:path w="672464">
                  <a:moveTo>
                    <a:pt x="0" y="0"/>
                  </a:moveTo>
                  <a:lnTo>
                    <a:pt x="672110" y="0"/>
                  </a:lnTo>
                </a:path>
              </a:pathLst>
            </a:custGeom>
            <a:ln w="46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46509" y="4493251"/>
              <a:ext cx="2040889" cy="0"/>
            </a:xfrm>
            <a:custGeom>
              <a:avLst/>
              <a:gdLst/>
              <a:ahLst/>
              <a:cxnLst/>
              <a:rect l="l" t="t" r="r" b="b"/>
              <a:pathLst>
                <a:path w="2040889">
                  <a:moveTo>
                    <a:pt x="0" y="0"/>
                  </a:moveTo>
                  <a:lnTo>
                    <a:pt x="2040729" y="0"/>
                  </a:lnTo>
                </a:path>
              </a:pathLst>
            </a:custGeom>
            <a:ln w="93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2583438" y="3861694"/>
              <a:ext cx="383540" cy="27749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625" i="1" spc="22" baseline="-25396" dirty="0">
                  <a:latin typeface="Times New Roman"/>
                  <a:cs typeface="Times New Roman"/>
                </a:rPr>
                <a:t>b</a:t>
              </a:r>
              <a:r>
                <a:rPr sz="2625" i="1" spc="202" baseline="-25396" dirty="0">
                  <a:latin typeface="Times New Roman"/>
                  <a:cs typeface="Times New Roman"/>
                </a:rPr>
                <a:t>z</a:t>
              </a:r>
              <a:r>
                <a:rPr sz="1000" spc="15" dirty="0">
                  <a:latin typeface="Symbol"/>
                  <a:cs typeface="Symbol"/>
                </a:rPr>
                <a:t></a:t>
              </a:r>
              <a:r>
                <a:rPr sz="1000" spc="20" dirty="0">
                  <a:latin typeface="Times New Roman"/>
                  <a:cs typeface="Times New Roman"/>
                </a:rPr>
                <a:t>1</a:t>
              </a:r>
              <a:endParaRPr sz="1000">
                <a:latin typeface="Times New Roman"/>
                <a:cs typeface="Times New Roman"/>
              </a:endParaRPr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2005338" y="4172484"/>
              <a:ext cx="163830" cy="15811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000" spc="15" dirty="0">
                  <a:latin typeface="Symbol"/>
                  <a:cs typeface="Symbol"/>
                </a:rPr>
                <a:t></a:t>
              </a:r>
              <a:r>
                <a:rPr sz="1000" spc="20" dirty="0">
                  <a:latin typeface="Times New Roman"/>
                  <a:cs typeface="Times New Roman"/>
                </a:rPr>
                <a:t>1</a:t>
              </a:r>
              <a:endParaRPr sz="1000">
                <a:latin typeface="Times New Roman"/>
                <a:cs typeface="Times New Roman"/>
              </a:endParaRPr>
            </a:p>
          </p:txBody>
        </p:sp>
        <p:sp>
          <p:nvSpPr>
            <p:cNvPr id="8" name="object 8"/>
            <p:cNvSpPr txBox="1"/>
            <p:nvPr/>
          </p:nvSpPr>
          <p:spPr>
            <a:xfrm>
              <a:off x="2944193" y="4172484"/>
              <a:ext cx="163830" cy="15811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000" spc="15" dirty="0">
                  <a:latin typeface="Symbol"/>
                  <a:cs typeface="Symbol"/>
                </a:rPr>
                <a:t></a:t>
              </a:r>
              <a:r>
                <a:rPr sz="1000" spc="20" dirty="0">
                  <a:latin typeface="Times New Roman"/>
                  <a:cs typeface="Times New Roman"/>
                </a:rPr>
                <a:t>1</a:t>
              </a:r>
              <a:endParaRPr sz="1000">
                <a:latin typeface="Times New Roman"/>
                <a:cs typeface="Times New Roman"/>
              </a:endParaRPr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2720824" y="4519730"/>
              <a:ext cx="383540" cy="27749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625" i="1" spc="22" baseline="-25396" dirty="0">
                  <a:latin typeface="Times New Roman"/>
                  <a:cs typeface="Times New Roman"/>
                </a:rPr>
                <a:t>b</a:t>
              </a:r>
              <a:r>
                <a:rPr sz="2625" i="1" spc="209" baseline="-25396" dirty="0">
                  <a:latin typeface="Times New Roman"/>
                  <a:cs typeface="Times New Roman"/>
                </a:rPr>
                <a:t>z</a:t>
              </a:r>
              <a:r>
                <a:rPr sz="1000" spc="15" dirty="0">
                  <a:latin typeface="Symbol"/>
                  <a:cs typeface="Symbol"/>
                </a:rPr>
                <a:t></a:t>
              </a:r>
              <a:r>
                <a:rPr sz="1000" spc="20" dirty="0">
                  <a:latin typeface="Times New Roman"/>
                  <a:cs typeface="Times New Roman"/>
                </a:rPr>
                <a:t>1</a:t>
              </a:r>
              <a:endParaRPr sz="1000">
                <a:latin typeface="Times New Roman"/>
                <a:cs typeface="Times New Roman"/>
              </a:endParaRPr>
            </a:p>
          </p:txBody>
        </p:sp>
        <p:sp>
          <p:nvSpPr>
            <p:cNvPr id="10" name="object 10"/>
            <p:cNvSpPr txBox="1"/>
            <p:nvPr/>
          </p:nvSpPr>
          <p:spPr>
            <a:xfrm>
              <a:off x="2142914" y="4830520"/>
              <a:ext cx="163830" cy="15811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000" spc="15" dirty="0">
                  <a:latin typeface="Symbol"/>
                  <a:cs typeface="Symbol"/>
                </a:rPr>
                <a:t></a:t>
              </a:r>
              <a:r>
                <a:rPr sz="1000" spc="20" dirty="0">
                  <a:latin typeface="Times New Roman"/>
                  <a:cs typeface="Times New Roman"/>
                </a:rPr>
                <a:t>1</a:t>
              </a:r>
              <a:endParaRPr sz="1000">
                <a:latin typeface="Times New Roman"/>
                <a:cs typeface="Times New Roman"/>
              </a:endParaRPr>
            </a:p>
          </p:txBody>
        </p:sp>
        <p:sp>
          <p:nvSpPr>
            <p:cNvPr id="11" name="object 11"/>
            <p:cNvSpPr txBox="1"/>
            <p:nvPr/>
          </p:nvSpPr>
          <p:spPr>
            <a:xfrm>
              <a:off x="3081770" y="4830520"/>
              <a:ext cx="163830" cy="15811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000" spc="15" dirty="0">
                  <a:latin typeface="Symbol"/>
                  <a:cs typeface="Symbol"/>
                </a:rPr>
                <a:t></a:t>
              </a:r>
              <a:r>
                <a:rPr sz="1000" spc="20" dirty="0">
                  <a:latin typeface="Times New Roman"/>
                  <a:cs typeface="Times New Roman"/>
                </a:rPr>
                <a:t>1</a:t>
              </a:r>
              <a:endParaRPr sz="1000">
                <a:latin typeface="Times New Roman"/>
                <a:cs typeface="Times New Roman"/>
              </a:endParaRPr>
            </a:p>
          </p:txBody>
        </p:sp>
        <p:sp>
          <p:nvSpPr>
            <p:cNvPr id="12" name="object 12"/>
            <p:cNvSpPr txBox="1"/>
            <p:nvPr/>
          </p:nvSpPr>
          <p:spPr>
            <a:xfrm>
              <a:off x="1592771" y="4022130"/>
              <a:ext cx="421640" cy="4279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R="48895" algn="r">
                <a:lnSpc>
                  <a:spcPct val="100000"/>
                </a:lnSpc>
              </a:pPr>
              <a:r>
                <a:rPr sz="1000" i="1" spc="10" dirty="0">
                  <a:latin typeface="Times New Roman"/>
                  <a:cs typeface="Times New Roman"/>
                </a:rPr>
                <a:t>I</a:t>
              </a:r>
              <a:endParaRPr sz="1000">
                <a:latin typeface="Times New Roman"/>
                <a:cs typeface="Times New Roman"/>
              </a:endParaRPr>
            </a:p>
            <a:p>
              <a:pPr marR="5080" algn="r">
                <a:lnSpc>
                  <a:spcPct val="100000"/>
                </a:lnSpc>
                <a:spcBef>
                  <a:spcPts val="45"/>
                </a:spcBef>
              </a:pPr>
              <a:r>
                <a:rPr sz="1750" spc="150" dirty="0">
                  <a:latin typeface="Times New Roman"/>
                  <a:cs typeface="Times New Roman"/>
                </a:rPr>
                <a:t>1</a:t>
              </a:r>
              <a:r>
                <a:rPr sz="1750" spc="15" dirty="0">
                  <a:latin typeface="Symbol"/>
                  <a:cs typeface="Symbol"/>
                </a:rPr>
                <a:t></a:t>
              </a:r>
              <a:r>
                <a:rPr sz="1750" spc="-50" dirty="0">
                  <a:latin typeface="Times New Roman"/>
                  <a:cs typeface="Times New Roman"/>
                </a:rPr>
                <a:t> </a:t>
              </a:r>
              <a:r>
                <a:rPr sz="1750" i="1" spc="10" dirty="0">
                  <a:latin typeface="Times New Roman"/>
                  <a:cs typeface="Times New Roman"/>
                </a:rPr>
                <a:t>z</a:t>
              </a:r>
              <a:endParaRPr sz="1750">
                <a:latin typeface="Times New Roman"/>
                <a:cs typeface="Times New Roman"/>
              </a:endParaRPr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2424419" y="4195513"/>
              <a:ext cx="528955" cy="25463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750" spc="150" dirty="0">
                  <a:latin typeface="Times New Roman"/>
                  <a:cs typeface="Times New Roman"/>
                </a:rPr>
                <a:t>1</a:t>
              </a:r>
              <a:r>
                <a:rPr sz="1750" spc="15" dirty="0">
                  <a:latin typeface="Symbol"/>
                  <a:cs typeface="Symbol"/>
                </a:rPr>
                <a:t></a:t>
              </a:r>
              <a:r>
                <a:rPr sz="1750" spc="-105" dirty="0">
                  <a:latin typeface="Times New Roman"/>
                  <a:cs typeface="Times New Roman"/>
                </a:rPr>
                <a:t> </a:t>
              </a:r>
              <a:r>
                <a:rPr sz="1750" i="1" spc="15" dirty="0">
                  <a:latin typeface="Times New Roman"/>
                  <a:cs typeface="Times New Roman"/>
                </a:rPr>
                <a:t>az</a:t>
              </a:r>
              <a:endParaRPr sz="1750">
                <a:latin typeface="Times New Roman"/>
                <a:cs typeface="Times New Roman"/>
              </a:endParaRPr>
            </a:p>
          </p:txBody>
        </p:sp>
        <p:sp>
          <p:nvSpPr>
            <p:cNvPr id="14" name="object 14"/>
            <p:cNvSpPr txBox="1"/>
            <p:nvPr/>
          </p:nvSpPr>
          <p:spPr>
            <a:xfrm>
              <a:off x="708690" y="4352033"/>
              <a:ext cx="594360" cy="25463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750" i="1" spc="80" dirty="0">
                  <a:latin typeface="Times New Roman"/>
                  <a:cs typeface="Times New Roman"/>
                </a:rPr>
                <a:t>y</a:t>
              </a:r>
              <a:r>
                <a:rPr sz="1750" spc="50" dirty="0">
                  <a:latin typeface="Times New Roman"/>
                  <a:cs typeface="Times New Roman"/>
                </a:rPr>
                <a:t>(</a:t>
              </a:r>
              <a:r>
                <a:rPr sz="1750" i="1" spc="15" dirty="0">
                  <a:latin typeface="Times New Roman"/>
                  <a:cs typeface="Times New Roman"/>
                </a:rPr>
                <a:t>k</a:t>
              </a:r>
              <a:r>
                <a:rPr sz="1750" i="1" spc="-280" dirty="0">
                  <a:latin typeface="Times New Roman"/>
                  <a:cs typeface="Times New Roman"/>
                </a:rPr>
                <a:t> </a:t>
              </a:r>
              <a:r>
                <a:rPr sz="1750" spc="10" dirty="0">
                  <a:latin typeface="Times New Roman"/>
                  <a:cs typeface="Times New Roman"/>
                </a:rPr>
                <a:t>)</a:t>
              </a:r>
              <a:r>
                <a:rPr sz="1750" spc="-25" dirty="0">
                  <a:latin typeface="Times New Roman"/>
                  <a:cs typeface="Times New Roman"/>
                </a:rPr>
                <a:t> </a:t>
              </a:r>
              <a:r>
                <a:rPr sz="1750" spc="15" dirty="0">
                  <a:latin typeface="Symbol"/>
                  <a:cs typeface="Symbol"/>
                </a:rPr>
                <a:t></a:t>
              </a:r>
              <a:endParaRPr sz="1750">
                <a:latin typeface="Symbol"/>
                <a:cs typeface="Symbol"/>
              </a:endParaRPr>
            </a:p>
          </p:txBody>
        </p:sp>
        <p:sp>
          <p:nvSpPr>
            <p:cNvPr id="15" name="object 15"/>
            <p:cNvSpPr txBox="1"/>
            <p:nvPr/>
          </p:nvSpPr>
          <p:spPr>
            <a:xfrm>
              <a:off x="3435206" y="4355563"/>
              <a:ext cx="514350" cy="25082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750" i="1" spc="15" dirty="0">
                  <a:latin typeface="Times New Roman"/>
                  <a:cs typeface="Times New Roman"/>
                </a:rPr>
                <a:t>y </a:t>
              </a:r>
              <a:r>
                <a:rPr sz="1750" i="1" spc="-30" dirty="0">
                  <a:latin typeface="Times New Roman"/>
                  <a:cs typeface="Times New Roman"/>
                </a:rPr>
                <a:t> </a:t>
              </a:r>
              <a:r>
                <a:rPr sz="1750" spc="50" dirty="0">
                  <a:latin typeface="Times New Roman"/>
                  <a:cs typeface="Times New Roman"/>
                </a:rPr>
                <a:t>(</a:t>
              </a:r>
              <a:r>
                <a:rPr sz="1750" i="1" spc="15" dirty="0">
                  <a:latin typeface="Times New Roman"/>
                  <a:cs typeface="Times New Roman"/>
                </a:rPr>
                <a:t>k</a:t>
              </a:r>
              <a:r>
                <a:rPr sz="1750" i="1" spc="-280" dirty="0">
                  <a:latin typeface="Times New Roman"/>
                  <a:cs typeface="Times New Roman"/>
                </a:rPr>
                <a:t> </a:t>
              </a:r>
              <a:r>
                <a:rPr sz="1750" spc="10" dirty="0">
                  <a:latin typeface="Times New Roman"/>
                  <a:cs typeface="Times New Roman"/>
                </a:rPr>
                <a:t>)</a:t>
              </a:r>
              <a:endParaRPr sz="1750">
                <a:latin typeface="Times New Roman"/>
                <a:cs typeface="Times New Roman"/>
              </a:endParaRPr>
            </a:p>
          </p:txBody>
        </p:sp>
        <p:sp>
          <p:nvSpPr>
            <p:cNvPr id="16" name="object 16"/>
            <p:cNvSpPr txBox="1"/>
            <p:nvPr/>
          </p:nvSpPr>
          <p:spPr>
            <a:xfrm>
              <a:off x="1324403" y="4681062"/>
              <a:ext cx="283210" cy="25463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750" spc="150" dirty="0">
                  <a:latin typeface="Times New Roman"/>
                  <a:cs typeface="Times New Roman"/>
                </a:rPr>
                <a:t>1</a:t>
              </a:r>
              <a:r>
                <a:rPr sz="1750" spc="15" dirty="0">
                  <a:latin typeface="Symbol"/>
                  <a:cs typeface="Symbol"/>
                </a:rPr>
                <a:t></a:t>
              </a:r>
              <a:endParaRPr sz="1750">
                <a:latin typeface="Symbol"/>
                <a:cs typeface="Symbol"/>
              </a:endParaRPr>
            </a:p>
          </p:txBody>
        </p:sp>
        <p:sp>
          <p:nvSpPr>
            <p:cNvPr id="17" name="object 17"/>
            <p:cNvSpPr txBox="1"/>
            <p:nvPr/>
          </p:nvSpPr>
          <p:spPr>
            <a:xfrm>
              <a:off x="1730396" y="4680165"/>
              <a:ext cx="421640" cy="4279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R="48895" algn="r">
                <a:lnSpc>
                  <a:spcPct val="100000"/>
                </a:lnSpc>
              </a:pPr>
              <a:r>
                <a:rPr sz="1000" i="1" spc="10" dirty="0">
                  <a:latin typeface="Times New Roman"/>
                  <a:cs typeface="Times New Roman"/>
                </a:rPr>
                <a:t>I</a:t>
              </a:r>
              <a:endParaRPr sz="1000">
                <a:latin typeface="Times New Roman"/>
                <a:cs typeface="Times New Roman"/>
              </a:endParaRPr>
            </a:p>
            <a:p>
              <a:pPr marR="5080" algn="r">
                <a:lnSpc>
                  <a:spcPct val="100000"/>
                </a:lnSpc>
                <a:spcBef>
                  <a:spcPts val="45"/>
                </a:spcBef>
              </a:pPr>
              <a:r>
                <a:rPr sz="1750" spc="150" dirty="0">
                  <a:latin typeface="Times New Roman"/>
                  <a:cs typeface="Times New Roman"/>
                </a:rPr>
                <a:t>1</a:t>
              </a:r>
              <a:r>
                <a:rPr sz="1750" spc="15" dirty="0">
                  <a:latin typeface="Symbol"/>
                  <a:cs typeface="Symbol"/>
                </a:rPr>
                <a:t></a:t>
              </a:r>
              <a:r>
                <a:rPr sz="1750" spc="-50" dirty="0">
                  <a:latin typeface="Times New Roman"/>
                  <a:cs typeface="Times New Roman"/>
                </a:rPr>
                <a:t> </a:t>
              </a:r>
              <a:r>
                <a:rPr sz="1750" i="1" spc="10" dirty="0">
                  <a:latin typeface="Times New Roman"/>
                  <a:cs typeface="Times New Roman"/>
                </a:rPr>
                <a:t>z</a:t>
              </a:r>
              <a:endParaRPr sz="1750">
                <a:latin typeface="Times New Roman"/>
                <a:cs typeface="Times New Roman"/>
              </a:endParaRPr>
            </a:p>
          </p:txBody>
        </p:sp>
        <p:sp>
          <p:nvSpPr>
            <p:cNvPr id="18" name="object 18"/>
            <p:cNvSpPr txBox="1"/>
            <p:nvPr/>
          </p:nvSpPr>
          <p:spPr>
            <a:xfrm>
              <a:off x="2562044" y="4853583"/>
              <a:ext cx="528955" cy="25463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750" spc="150" dirty="0">
                  <a:latin typeface="Times New Roman"/>
                  <a:cs typeface="Times New Roman"/>
                </a:rPr>
                <a:t>1</a:t>
              </a:r>
              <a:r>
                <a:rPr sz="1750" spc="15" dirty="0">
                  <a:latin typeface="Symbol"/>
                  <a:cs typeface="Symbol"/>
                </a:rPr>
                <a:t></a:t>
              </a:r>
              <a:r>
                <a:rPr sz="1750" spc="-105" dirty="0">
                  <a:latin typeface="Times New Roman"/>
                  <a:cs typeface="Times New Roman"/>
                </a:rPr>
                <a:t> </a:t>
              </a:r>
              <a:r>
                <a:rPr sz="1750" i="1" spc="15" dirty="0">
                  <a:latin typeface="Times New Roman"/>
                  <a:cs typeface="Times New Roman"/>
                </a:rPr>
                <a:t>az</a:t>
              </a:r>
              <a:endParaRPr sz="1750">
                <a:latin typeface="Times New Roman"/>
                <a:cs typeface="Times New Roman"/>
              </a:endParaRPr>
            </a:p>
          </p:txBody>
        </p:sp>
        <p:sp>
          <p:nvSpPr>
            <p:cNvPr id="19" name="object 19"/>
            <p:cNvSpPr txBox="1"/>
            <p:nvPr/>
          </p:nvSpPr>
          <p:spPr>
            <a:xfrm>
              <a:off x="3538266" y="4490201"/>
              <a:ext cx="92075" cy="1562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000" i="1" spc="20" dirty="0">
                  <a:latin typeface="Times New Roman"/>
                  <a:cs typeface="Times New Roman"/>
                </a:rPr>
                <a:t>d</a:t>
              </a:r>
              <a:endParaRPr sz="1000">
                <a:latin typeface="Times New Roman"/>
                <a:cs typeface="Times New Roman"/>
              </a:endParaRPr>
            </a:p>
          </p:txBody>
        </p:sp>
        <p:sp>
          <p:nvSpPr>
            <p:cNvPr id="20" name="object 20"/>
            <p:cNvSpPr txBox="1"/>
            <p:nvPr/>
          </p:nvSpPr>
          <p:spPr>
            <a:xfrm>
              <a:off x="1479672" y="3873450"/>
              <a:ext cx="944880" cy="27813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323215" algn="l"/>
                  <a:tab pos="733425" algn="l"/>
                </a:tabLst>
              </a:pPr>
              <a:r>
                <a:rPr sz="2625" spc="15" baseline="-4761" dirty="0">
                  <a:latin typeface="Symbol"/>
                  <a:cs typeface="Symbol"/>
                </a:rPr>
                <a:t></a:t>
              </a:r>
              <a:r>
                <a:rPr sz="2625" spc="-247" baseline="-4761" dirty="0">
                  <a:latin typeface="Times New Roman"/>
                  <a:cs typeface="Times New Roman"/>
                </a:rPr>
                <a:t> </a:t>
              </a:r>
              <a:r>
                <a:rPr sz="1750" u="sng" spc="5" dirty="0">
                  <a:latin typeface="Times New Roman"/>
                  <a:cs typeface="Times New Roman"/>
                </a:rPr>
                <a:t> </a:t>
              </a:r>
              <a:r>
                <a:rPr sz="1750" u="sng" dirty="0">
                  <a:latin typeface="Times New Roman"/>
                  <a:cs typeface="Times New Roman"/>
                </a:rPr>
                <a:t>	</a:t>
              </a:r>
              <a:r>
                <a:rPr sz="1750" i="1" u="sng" spc="15" dirty="0">
                  <a:latin typeface="Times New Roman"/>
                  <a:cs typeface="Times New Roman"/>
                </a:rPr>
                <a:t>k</a:t>
              </a:r>
              <a:r>
                <a:rPr sz="1750" u="sng" spc="5" dirty="0">
                  <a:latin typeface="Times New Roman"/>
                  <a:cs typeface="Times New Roman"/>
                </a:rPr>
                <a:t> </a:t>
              </a:r>
              <a:r>
                <a:rPr sz="1750" u="sng" dirty="0">
                  <a:latin typeface="Times New Roman"/>
                  <a:cs typeface="Times New Roman"/>
                </a:rPr>
                <a:t>	</a:t>
              </a:r>
              <a:r>
                <a:rPr sz="2625" spc="284" baseline="-4761" dirty="0">
                  <a:latin typeface="Symbol"/>
                  <a:cs typeface="Symbol"/>
                </a:rPr>
                <a:t></a:t>
              </a:r>
              <a:r>
                <a:rPr sz="2625" spc="15" baseline="3174" dirty="0">
                  <a:latin typeface="Symbol"/>
                  <a:cs typeface="Symbol"/>
                </a:rPr>
                <a:t></a:t>
              </a:r>
              <a:endParaRPr sz="2625" baseline="3174">
                <a:latin typeface="Symbol"/>
                <a:cs typeface="Symbol"/>
              </a:endParaRPr>
            </a:p>
          </p:txBody>
        </p:sp>
        <p:sp>
          <p:nvSpPr>
            <p:cNvPr id="21" name="object 21"/>
            <p:cNvSpPr txBox="1"/>
            <p:nvPr/>
          </p:nvSpPr>
          <p:spPr>
            <a:xfrm>
              <a:off x="1617059" y="4531519"/>
              <a:ext cx="944880" cy="27813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323215" algn="l"/>
                  <a:tab pos="733425" algn="l"/>
                </a:tabLst>
              </a:pPr>
              <a:r>
                <a:rPr sz="2625" spc="15" baseline="-4761" dirty="0">
                  <a:latin typeface="Symbol"/>
                  <a:cs typeface="Symbol"/>
                </a:rPr>
                <a:t></a:t>
              </a:r>
              <a:r>
                <a:rPr sz="2625" spc="-247" baseline="-4761" dirty="0">
                  <a:latin typeface="Times New Roman"/>
                  <a:cs typeface="Times New Roman"/>
                </a:rPr>
                <a:t> </a:t>
              </a:r>
              <a:r>
                <a:rPr sz="1750" u="sng" spc="5" dirty="0">
                  <a:latin typeface="Times New Roman"/>
                  <a:cs typeface="Times New Roman"/>
                </a:rPr>
                <a:t> </a:t>
              </a:r>
              <a:r>
                <a:rPr sz="1750" u="sng" dirty="0">
                  <a:latin typeface="Times New Roman"/>
                  <a:cs typeface="Times New Roman"/>
                </a:rPr>
                <a:t>	</a:t>
              </a:r>
              <a:r>
                <a:rPr sz="1750" i="1" u="sng" spc="15" dirty="0">
                  <a:latin typeface="Times New Roman"/>
                  <a:cs typeface="Times New Roman"/>
                </a:rPr>
                <a:t>k</a:t>
              </a:r>
              <a:r>
                <a:rPr sz="1750" u="sng" spc="5" dirty="0">
                  <a:latin typeface="Times New Roman"/>
                  <a:cs typeface="Times New Roman"/>
                </a:rPr>
                <a:t> </a:t>
              </a:r>
              <a:r>
                <a:rPr sz="1750" u="sng" dirty="0">
                  <a:latin typeface="Times New Roman"/>
                  <a:cs typeface="Times New Roman"/>
                </a:rPr>
                <a:t>	</a:t>
              </a:r>
              <a:r>
                <a:rPr sz="2625" spc="284" baseline="-4761" dirty="0">
                  <a:latin typeface="Symbol"/>
                  <a:cs typeface="Symbol"/>
                </a:rPr>
                <a:t></a:t>
              </a:r>
              <a:r>
                <a:rPr sz="2625" spc="15" baseline="3174" dirty="0">
                  <a:latin typeface="Symbol"/>
                  <a:cs typeface="Symbol"/>
                </a:rPr>
                <a:t></a:t>
              </a:r>
              <a:endParaRPr sz="2625" baseline="3174">
                <a:latin typeface="Symbol"/>
                <a:cs typeface="Symbol"/>
              </a:endParaRPr>
            </a:p>
          </p:txBody>
        </p:sp>
        <p:sp>
          <p:nvSpPr>
            <p:cNvPr id="22" name="object 22"/>
            <p:cNvSpPr txBox="1"/>
            <p:nvPr/>
          </p:nvSpPr>
          <p:spPr>
            <a:xfrm>
              <a:off x="3139346" y="3873450"/>
              <a:ext cx="113664" cy="25082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750" spc="10" dirty="0">
                  <a:latin typeface="Symbol"/>
                  <a:cs typeface="Symbol"/>
                </a:rPr>
                <a:t></a:t>
              </a:r>
              <a:endParaRPr sz="1750">
                <a:latin typeface="Symbol"/>
                <a:cs typeface="Symbol"/>
              </a:endParaRPr>
            </a:p>
          </p:txBody>
        </p:sp>
        <p:sp>
          <p:nvSpPr>
            <p:cNvPr id="23" name="object 23"/>
            <p:cNvSpPr txBox="1"/>
            <p:nvPr/>
          </p:nvSpPr>
          <p:spPr>
            <a:xfrm>
              <a:off x="2200628" y="4079975"/>
              <a:ext cx="224154" cy="25272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750" spc="190" dirty="0">
                  <a:latin typeface="Symbol"/>
                  <a:cs typeface="Symbol"/>
                </a:rPr>
                <a:t></a:t>
              </a:r>
              <a:r>
                <a:rPr sz="1750" spc="10" dirty="0">
                  <a:latin typeface="Symbol"/>
                  <a:cs typeface="Symbol"/>
                </a:rPr>
                <a:t></a:t>
              </a:r>
              <a:endParaRPr sz="1750">
                <a:latin typeface="Symbol"/>
                <a:cs typeface="Symbol"/>
              </a:endParaRPr>
            </a:p>
          </p:txBody>
        </p:sp>
        <p:sp>
          <p:nvSpPr>
            <p:cNvPr id="24" name="object 24"/>
            <p:cNvSpPr txBox="1"/>
            <p:nvPr/>
          </p:nvSpPr>
          <p:spPr>
            <a:xfrm>
              <a:off x="3139346" y="4079975"/>
              <a:ext cx="113664" cy="42100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ts val="1720"/>
                </a:lnSpc>
              </a:pPr>
              <a:r>
                <a:rPr sz="1750" spc="10" dirty="0">
                  <a:latin typeface="Symbol"/>
                  <a:cs typeface="Symbol"/>
                </a:rPr>
                <a:t></a:t>
              </a:r>
              <a:endParaRPr sz="1750">
                <a:latin typeface="Symbol"/>
                <a:cs typeface="Symbol"/>
              </a:endParaRPr>
            </a:p>
            <a:p>
              <a:pPr marL="12700">
                <a:lnSpc>
                  <a:spcPts val="1720"/>
                </a:lnSpc>
              </a:pPr>
              <a:r>
                <a:rPr sz="1750" spc="10" dirty="0">
                  <a:latin typeface="Symbol"/>
                  <a:cs typeface="Symbol"/>
                </a:rPr>
                <a:t></a:t>
              </a:r>
              <a:endParaRPr sz="1750">
                <a:latin typeface="Symbol"/>
                <a:cs typeface="Symbol"/>
              </a:endParaRPr>
            </a:p>
          </p:txBody>
        </p:sp>
        <p:sp>
          <p:nvSpPr>
            <p:cNvPr id="25" name="object 25"/>
            <p:cNvSpPr txBox="1"/>
            <p:nvPr/>
          </p:nvSpPr>
          <p:spPr>
            <a:xfrm>
              <a:off x="1479672" y="4081772"/>
              <a:ext cx="113664" cy="25082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750" spc="10" dirty="0">
                  <a:latin typeface="Symbol"/>
                  <a:cs typeface="Symbol"/>
                </a:rPr>
                <a:t></a:t>
              </a:r>
              <a:endParaRPr sz="1750">
                <a:latin typeface="Symbol"/>
                <a:cs typeface="Symbol"/>
              </a:endParaRPr>
            </a:p>
          </p:txBody>
        </p:sp>
        <p:sp>
          <p:nvSpPr>
            <p:cNvPr id="26" name="object 26"/>
            <p:cNvSpPr txBox="1"/>
            <p:nvPr/>
          </p:nvSpPr>
          <p:spPr>
            <a:xfrm>
              <a:off x="1479672" y="4222981"/>
              <a:ext cx="113664" cy="25082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750" spc="10" dirty="0">
                  <a:latin typeface="Symbol"/>
                  <a:cs typeface="Symbol"/>
                </a:rPr>
                <a:t></a:t>
              </a:r>
              <a:endParaRPr sz="1750">
                <a:latin typeface="Symbol"/>
                <a:cs typeface="Symbol"/>
              </a:endParaRPr>
            </a:p>
          </p:txBody>
        </p:sp>
        <p:sp>
          <p:nvSpPr>
            <p:cNvPr id="27" name="object 27"/>
            <p:cNvSpPr txBox="1"/>
            <p:nvPr/>
          </p:nvSpPr>
          <p:spPr>
            <a:xfrm>
              <a:off x="2200628" y="4222981"/>
              <a:ext cx="224154" cy="27813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750" spc="190" dirty="0">
                  <a:latin typeface="Symbol"/>
                  <a:cs typeface="Symbol"/>
                </a:rPr>
                <a:t></a:t>
              </a:r>
              <a:r>
                <a:rPr sz="2625" spc="15" baseline="-6349" dirty="0">
                  <a:latin typeface="Symbol"/>
                  <a:cs typeface="Symbol"/>
                </a:rPr>
                <a:t></a:t>
              </a:r>
              <a:endParaRPr sz="2625" baseline="-6349">
                <a:latin typeface="Symbol"/>
                <a:cs typeface="Symbol"/>
              </a:endParaRPr>
            </a:p>
          </p:txBody>
        </p:sp>
        <p:sp>
          <p:nvSpPr>
            <p:cNvPr id="28" name="object 28"/>
            <p:cNvSpPr txBox="1"/>
            <p:nvPr/>
          </p:nvSpPr>
          <p:spPr>
            <a:xfrm>
              <a:off x="3276744" y="4531519"/>
              <a:ext cx="113664" cy="25082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750" spc="10" dirty="0">
                  <a:latin typeface="Symbol"/>
                  <a:cs typeface="Symbol"/>
                </a:rPr>
                <a:t></a:t>
              </a:r>
              <a:endParaRPr sz="1750">
                <a:latin typeface="Symbol"/>
                <a:cs typeface="Symbol"/>
              </a:endParaRPr>
            </a:p>
          </p:txBody>
        </p:sp>
        <p:sp>
          <p:nvSpPr>
            <p:cNvPr id="29" name="object 29"/>
            <p:cNvSpPr txBox="1"/>
            <p:nvPr/>
          </p:nvSpPr>
          <p:spPr>
            <a:xfrm>
              <a:off x="2338016" y="4738045"/>
              <a:ext cx="224154" cy="25272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750" spc="190" dirty="0">
                  <a:latin typeface="Symbol"/>
                  <a:cs typeface="Symbol"/>
                </a:rPr>
                <a:t></a:t>
              </a:r>
              <a:r>
                <a:rPr sz="1750" spc="10" dirty="0">
                  <a:latin typeface="Symbol"/>
                  <a:cs typeface="Symbol"/>
                </a:rPr>
                <a:t></a:t>
              </a:r>
              <a:endParaRPr sz="1750">
                <a:latin typeface="Symbol"/>
                <a:cs typeface="Symbol"/>
              </a:endParaRPr>
            </a:p>
          </p:txBody>
        </p:sp>
        <p:sp>
          <p:nvSpPr>
            <p:cNvPr id="30" name="object 30"/>
            <p:cNvSpPr txBox="1"/>
            <p:nvPr/>
          </p:nvSpPr>
          <p:spPr>
            <a:xfrm>
              <a:off x="3276744" y="4738045"/>
              <a:ext cx="113664" cy="42100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ts val="1720"/>
                </a:lnSpc>
              </a:pPr>
              <a:r>
                <a:rPr sz="1750" spc="10" dirty="0">
                  <a:latin typeface="Symbol"/>
                  <a:cs typeface="Symbol"/>
                </a:rPr>
                <a:t></a:t>
              </a:r>
              <a:endParaRPr sz="1750">
                <a:latin typeface="Symbol"/>
                <a:cs typeface="Symbol"/>
              </a:endParaRPr>
            </a:p>
            <a:p>
              <a:pPr marL="12700">
                <a:lnSpc>
                  <a:spcPts val="1720"/>
                </a:lnSpc>
              </a:pPr>
              <a:r>
                <a:rPr sz="1750" spc="10" dirty="0">
                  <a:latin typeface="Symbol"/>
                  <a:cs typeface="Symbol"/>
                </a:rPr>
                <a:t></a:t>
              </a:r>
              <a:endParaRPr sz="1750">
                <a:latin typeface="Symbol"/>
                <a:cs typeface="Symbol"/>
              </a:endParaRPr>
            </a:p>
          </p:txBody>
        </p:sp>
        <p:sp>
          <p:nvSpPr>
            <p:cNvPr id="31" name="object 31"/>
            <p:cNvSpPr txBox="1"/>
            <p:nvPr/>
          </p:nvSpPr>
          <p:spPr>
            <a:xfrm>
              <a:off x="1617059" y="4739843"/>
              <a:ext cx="113664" cy="25082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750" spc="10" dirty="0">
                  <a:latin typeface="Symbol"/>
                  <a:cs typeface="Symbol"/>
                </a:rPr>
                <a:t></a:t>
              </a:r>
              <a:endParaRPr sz="1750">
                <a:latin typeface="Symbol"/>
                <a:cs typeface="Symbol"/>
              </a:endParaRPr>
            </a:p>
          </p:txBody>
        </p:sp>
        <p:sp>
          <p:nvSpPr>
            <p:cNvPr id="32" name="object 32"/>
            <p:cNvSpPr txBox="1"/>
            <p:nvPr/>
          </p:nvSpPr>
          <p:spPr>
            <a:xfrm>
              <a:off x="1617059" y="4881051"/>
              <a:ext cx="113664" cy="25082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750" spc="10" dirty="0">
                  <a:latin typeface="Symbol"/>
                  <a:cs typeface="Symbol"/>
                </a:rPr>
                <a:t></a:t>
              </a:r>
              <a:endParaRPr sz="1750">
                <a:latin typeface="Symbol"/>
                <a:cs typeface="Symbol"/>
              </a:endParaRPr>
            </a:p>
          </p:txBody>
        </p:sp>
        <p:sp>
          <p:nvSpPr>
            <p:cNvPr id="33" name="object 33"/>
            <p:cNvSpPr txBox="1"/>
            <p:nvPr/>
          </p:nvSpPr>
          <p:spPr>
            <a:xfrm>
              <a:off x="2338016" y="4881051"/>
              <a:ext cx="224154" cy="27813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750" spc="190" dirty="0">
                  <a:latin typeface="Symbol"/>
                  <a:cs typeface="Symbol"/>
                </a:rPr>
                <a:t></a:t>
              </a:r>
              <a:r>
                <a:rPr sz="2625" spc="15" baseline="-6349" dirty="0">
                  <a:latin typeface="Symbol"/>
                  <a:cs typeface="Symbol"/>
                </a:rPr>
                <a:t></a:t>
              </a:r>
              <a:endParaRPr sz="2625" baseline="-6349">
                <a:latin typeface="Symbol"/>
                <a:cs typeface="Symbol"/>
              </a:endParaRPr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550847" y="688462"/>
            <a:ext cx="4976495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g</a:t>
            </a:r>
            <a:r>
              <a:rPr sz="3400" spc="-80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9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Co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9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12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oop</a:t>
            </a:r>
            <a:r>
              <a:rPr sz="3400" spc="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22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an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80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er</a:t>
            </a:r>
            <a:r>
              <a:rPr sz="3400" spc="-8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un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4262627" y="2014453"/>
            <a:ext cx="875030" cy="514350"/>
          </a:xfrm>
          <a:custGeom>
            <a:avLst/>
            <a:gdLst/>
            <a:ahLst/>
            <a:cxnLst/>
            <a:rect l="l" t="t" r="r" b="b"/>
            <a:pathLst>
              <a:path w="875029" h="514350">
                <a:moveTo>
                  <a:pt x="0" y="514289"/>
                </a:moveTo>
                <a:lnTo>
                  <a:pt x="874775" y="514289"/>
                </a:lnTo>
                <a:lnTo>
                  <a:pt x="874775" y="0"/>
                </a:lnTo>
                <a:lnTo>
                  <a:pt x="0" y="0"/>
                </a:lnTo>
                <a:lnTo>
                  <a:pt x="0" y="51428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372240" y="2014475"/>
            <a:ext cx="875030" cy="535940"/>
          </a:xfrm>
          <a:custGeom>
            <a:avLst/>
            <a:gdLst/>
            <a:ahLst/>
            <a:cxnLst/>
            <a:rect l="l" t="t" r="r" b="b"/>
            <a:pathLst>
              <a:path w="875029" h="535939">
                <a:moveTo>
                  <a:pt x="0" y="535603"/>
                </a:moveTo>
                <a:lnTo>
                  <a:pt x="874775" y="535603"/>
                </a:lnTo>
                <a:lnTo>
                  <a:pt x="874775" y="0"/>
                </a:lnTo>
                <a:lnTo>
                  <a:pt x="0" y="0"/>
                </a:lnTo>
                <a:lnTo>
                  <a:pt x="0" y="53560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238375" y="2158377"/>
            <a:ext cx="400050" cy="384175"/>
          </a:xfrm>
          <a:custGeom>
            <a:avLst/>
            <a:gdLst/>
            <a:ahLst/>
            <a:cxnLst/>
            <a:rect l="l" t="t" r="r" b="b"/>
            <a:pathLst>
              <a:path w="400050" h="384175">
                <a:moveTo>
                  <a:pt x="0" y="383715"/>
                </a:moveTo>
                <a:lnTo>
                  <a:pt x="400049" y="383715"/>
                </a:lnTo>
                <a:lnTo>
                  <a:pt x="400049" y="0"/>
                </a:lnTo>
                <a:lnTo>
                  <a:pt x="0" y="0"/>
                </a:lnTo>
                <a:lnTo>
                  <a:pt x="0" y="3837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222372" y="2723293"/>
            <a:ext cx="400050" cy="384175"/>
          </a:xfrm>
          <a:custGeom>
            <a:avLst/>
            <a:gdLst/>
            <a:ahLst/>
            <a:cxnLst/>
            <a:rect l="l" t="t" r="r" b="b"/>
            <a:pathLst>
              <a:path w="400050" h="384175">
                <a:moveTo>
                  <a:pt x="0" y="383715"/>
                </a:moveTo>
                <a:lnTo>
                  <a:pt x="400049" y="383715"/>
                </a:lnTo>
                <a:lnTo>
                  <a:pt x="400049" y="0"/>
                </a:lnTo>
                <a:lnTo>
                  <a:pt x="0" y="0"/>
                </a:lnTo>
                <a:lnTo>
                  <a:pt x="0" y="3837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140086" y="2057125"/>
            <a:ext cx="1290955" cy="999490"/>
          </a:xfrm>
          <a:custGeom>
            <a:avLst/>
            <a:gdLst/>
            <a:ahLst/>
            <a:cxnLst/>
            <a:rect l="l" t="t" r="r" b="b"/>
            <a:pathLst>
              <a:path w="1290954" h="999489">
                <a:moveTo>
                  <a:pt x="0" y="999256"/>
                </a:moveTo>
                <a:lnTo>
                  <a:pt x="1290827" y="999256"/>
                </a:lnTo>
                <a:lnTo>
                  <a:pt x="1290827" y="0"/>
                </a:lnTo>
                <a:lnTo>
                  <a:pt x="0" y="0"/>
                </a:lnTo>
                <a:lnTo>
                  <a:pt x="0" y="9992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140040" y="2057102"/>
            <a:ext cx="1290955" cy="999490"/>
          </a:xfrm>
          <a:custGeom>
            <a:avLst/>
            <a:gdLst/>
            <a:ahLst/>
            <a:cxnLst/>
            <a:rect l="l" t="t" r="r" b="b"/>
            <a:pathLst>
              <a:path w="1290954" h="999489">
                <a:moveTo>
                  <a:pt x="0" y="0"/>
                </a:moveTo>
                <a:lnTo>
                  <a:pt x="1290834" y="0"/>
                </a:lnTo>
                <a:lnTo>
                  <a:pt x="1290834" y="999280"/>
                </a:lnTo>
                <a:lnTo>
                  <a:pt x="0" y="999280"/>
                </a:lnTo>
                <a:lnTo>
                  <a:pt x="0" y="0"/>
                </a:lnTo>
                <a:close/>
              </a:path>
            </a:pathLst>
          </a:custGeom>
          <a:ln w="159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352608" y="2591414"/>
            <a:ext cx="846455" cy="0"/>
          </a:xfrm>
          <a:custGeom>
            <a:avLst/>
            <a:gdLst/>
            <a:ahLst/>
            <a:cxnLst/>
            <a:rect l="l" t="t" r="r" b="b"/>
            <a:pathLst>
              <a:path w="846454">
                <a:moveTo>
                  <a:pt x="0" y="0"/>
                </a:moveTo>
                <a:lnTo>
                  <a:pt x="845854" y="0"/>
                </a:lnTo>
              </a:path>
            </a:pathLst>
          </a:custGeom>
          <a:ln w="110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638416" y="2558067"/>
            <a:ext cx="365760" cy="0"/>
          </a:xfrm>
          <a:custGeom>
            <a:avLst/>
            <a:gdLst/>
            <a:ahLst/>
            <a:cxnLst/>
            <a:rect l="l" t="t" r="r" b="b"/>
            <a:pathLst>
              <a:path w="365760">
                <a:moveTo>
                  <a:pt x="0" y="0"/>
                </a:moveTo>
                <a:lnTo>
                  <a:pt x="365377" y="0"/>
                </a:lnTo>
              </a:path>
            </a:pathLst>
          </a:custGeom>
          <a:ln w="159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998469" y="2472812"/>
            <a:ext cx="173990" cy="173355"/>
          </a:xfrm>
          <a:custGeom>
            <a:avLst/>
            <a:gdLst/>
            <a:ahLst/>
            <a:cxnLst/>
            <a:rect l="l" t="t" r="r" b="b"/>
            <a:pathLst>
              <a:path w="173989" h="173355">
                <a:moveTo>
                  <a:pt x="0" y="0"/>
                </a:moveTo>
                <a:lnTo>
                  <a:pt x="0" y="173187"/>
                </a:lnTo>
                <a:lnTo>
                  <a:pt x="173370" y="8525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838200" y="2270272"/>
            <a:ext cx="1032510" cy="560070"/>
          </a:xfrm>
          <a:custGeom>
            <a:avLst/>
            <a:gdLst/>
            <a:ahLst/>
            <a:cxnLst/>
            <a:rect l="l" t="t" r="r" b="b"/>
            <a:pathLst>
              <a:path w="1032510" h="560069">
                <a:moveTo>
                  <a:pt x="0" y="559582"/>
                </a:moveTo>
                <a:lnTo>
                  <a:pt x="1032128" y="559582"/>
                </a:lnTo>
                <a:lnTo>
                  <a:pt x="1032128" y="0"/>
                </a:lnTo>
                <a:lnTo>
                  <a:pt x="0" y="0"/>
                </a:lnTo>
                <a:lnTo>
                  <a:pt x="0" y="55958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2331719" y="2393266"/>
            <a:ext cx="283210" cy="282575"/>
          </a:xfrm>
          <a:custGeom>
            <a:avLst/>
            <a:gdLst/>
            <a:ahLst/>
            <a:cxnLst/>
            <a:rect l="l" t="t" r="r" b="b"/>
            <a:pathLst>
              <a:path w="283210" h="282575">
                <a:moveTo>
                  <a:pt x="130487" y="0"/>
                </a:moveTo>
                <a:lnTo>
                  <a:pt x="88736" y="9565"/>
                </a:lnTo>
                <a:lnTo>
                  <a:pt x="52853" y="30387"/>
                </a:lnTo>
                <a:lnTo>
                  <a:pt x="24796" y="60507"/>
                </a:lnTo>
                <a:lnTo>
                  <a:pt x="6525" y="97967"/>
                </a:lnTo>
                <a:lnTo>
                  <a:pt x="0" y="140810"/>
                </a:lnTo>
                <a:lnTo>
                  <a:pt x="438" y="152113"/>
                </a:lnTo>
                <a:lnTo>
                  <a:pt x="10113" y="193697"/>
                </a:lnTo>
                <a:lnTo>
                  <a:pt x="31022" y="229430"/>
                </a:lnTo>
                <a:lnTo>
                  <a:pt x="61239" y="257367"/>
                </a:lnTo>
                <a:lnTo>
                  <a:pt x="98839" y="275557"/>
                </a:lnTo>
                <a:lnTo>
                  <a:pt x="141899" y="282053"/>
                </a:lnTo>
                <a:lnTo>
                  <a:pt x="156378" y="281277"/>
                </a:lnTo>
                <a:lnTo>
                  <a:pt x="196916" y="270783"/>
                </a:lnTo>
                <a:lnTo>
                  <a:pt x="231663" y="249317"/>
                </a:lnTo>
                <a:lnTo>
                  <a:pt x="258764" y="218521"/>
                </a:lnTo>
                <a:lnTo>
                  <a:pt x="276363" y="180037"/>
                </a:lnTo>
                <a:lnTo>
                  <a:pt x="282605" y="135507"/>
                </a:lnTo>
                <a:lnTo>
                  <a:pt x="281402" y="121463"/>
                </a:lnTo>
                <a:lnTo>
                  <a:pt x="269957" y="82233"/>
                </a:lnTo>
                <a:lnTo>
                  <a:pt x="247804" y="48718"/>
                </a:lnTo>
                <a:lnTo>
                  <a:pt x="216282" y="22673"/>
                </a:lnTo>
                <a:lnTo>
                  <a:pt x="176730" y="5849"/>
                </a:lnTo>
                <a:lnTo>
                  <a:pt x="13048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2331713" y="2393251"/>
            <a:ext cx="283210" cy="282575"/>
          </a:xfrm>
          <a:custGeom>
            <a:avLst/>
            <a:gdLst/>
            <a:ahLst/>
            <a:cxnLst/>
            <a:rect l="l" t="t" r="r" b="b"/>
            <a:pathLst>
              <a:path w="283210" h="282575">
                <a:moveTo>
                  <a:pt x="0" y="140838"/>
                </a:moveTo>
                <a:lnTo>
                  <a:pt x="6524" y="97998"/>
                </a:lnTo>
                <a:lnTo>
                  <a:pt x="24791" y="60534"/>
                </a:lnTo>
                <a:lnTo>
                  <a:pt x="52843" y="30406"/>
                </a:lnTo>
                <a:lnTo>
                  <a:pt x="88720" y="9575"/>
                </a:lnTo>
                <a:lnTo>
                  <a:pt x="130463" y="0"/>
                </a:lnTo>
                <a:lnTo>
                  <a:pt x="146539" y="622"/>
                </a:lnTo>
                <a:lnTo>
                  <a:pt x="190702" y="10324"/>
                </a:lnTo>
                <a:lnTo>
                  <a:pt x="227727" y="30417"/>
                </a:lnTo>
                <a:lnTo>
                  <a:pt x="256278" y="59146"/>
                </a:lnTo>
                <a:lnTo>
                  <a:pt x="275016" y="94756"/>
                </a:lnTo>
                <a:lnTo>
                  <a:pt x="282603" y="135493"/>
                </a:lnTo>
                <a:lnTo>
                  <a:pt x="281899" y="150912"/>
                </a:lnTo>
                <a:lnTo>
                  <a:pt x="271666" y="193619"/>
                </a:lnTo>
                <a:lnTo>
                  <a:pt x="250696" y="229725"/>
                </a:lnTo>
                <a:lnTo>
                  <a:pt x="220843" y="257591"/>
                </a:lnTo>
                <a:lnTo>
                  <a:pt x="183962" y="275579"/>
                </a:lnTo>
                <a:lnTo>
                  <a:pt x="141910" y="282051"/>
                </a:lnTo>
                <a:lnTo>
                  <a:pt x="127066" y="281305"/>
                </a:lnTo>
                <a:lnTo>
                  <a:pt x="85605" y="270697"/>
                </a:lnTo>
                <a:lnTo>
                  <a:pt x="50247" y="249046"/>
                </a:lnTo>
                <a:lnTo>
                  <a:pt x="22918" y="218299"/>
                </a:lnTo>
                <a:lnTo>
                  <a:pt x="5541" y="180401"/>
                </a:lnTo>
                <a:lnTo>
                  <a:pt x="0" y="140838"/>
                </a:lnTo>
                <a:close/>
              </a:path>
            </a:pathLst>
          </a:custGeom>
          <a:ln w="159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2363715" y="2432818"/>
            <a:ext cx="216535" cy="200025"/>
          </a:xfrm>
          <a:custGeom>
            <a:avLst/>
            <a:gdLst/>
            <a:ahLst/>
            <a:cxnLst/>
            <a:rect l="l" t="t" r="r" b="b"/>
            <a:pathLst>
              <a:path w="216535" h="200025">
                <a:moveTo>
                  <a:pt x="216028" y="0"/>
                </a:moveTo>
                <a:lnTo>
                  <a:pt x="0" y="199862"/>
                </a:lnTo>
              </a:path>
            </a:pathLst>
          </a:custGeom>
          <a:ln w="159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2371717" y="2459477"/>
            <a:ext cx="210820" cy="165735"/>
          </a:xfrm>
          <a:custGeom>
            <a:avLst/>
            <a:gdLst/>
            <a:ahLst/>
            <a:cxnLst/>
            <a:rect l="l" t="t" r="r" b="b"/>
            <a:pathLst>
              <a:path w="210819" h="165735">
                <a:moveTo>
                  <a:pt x="0" y="0"/>
                </a:moveTo>
                <a:lnTo>
                  <a:pt x="210692" y="165221"/>
                </a:lnTo>
              </a:path>
            </a:pathLst>
          </a:custGeom>
          <a:ln w="159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2467730" y="3434750"/>
            <a:ext cx="4277995" cy="0"/>
          </a:xfrm>
          <a:custGeom>
            <a:avLst/>
            <a:gdLst/>
            <a:ahLst/>
            <a:cxnLst/>
            <a:rect l="l" t="t" r="r" b="b"/>
            <a:pathLst>
              <a:path w="4277995">
                <a:moveTo>
                  <a:pt x="0" y="0"/>
                </a:moveTo>
                <a:lnTo>
                  <a:pt x="4277862" y="0"/>
                </a:lnTo>
              </a:path>
            </a:pathLst>
          </a:custGeom>
          <a:ln w="159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856987" y="2558067"/>
            <a:ext cx="299085" cy="0"/>
          </a:xfrm>
          <a:custGeom>
            <a:avLst/>
            <a:gdLst/>
            <a:ahLst/>
            <a:cxnLst/>
            <a:rect l="l" t="t" r="r" b="b"/>
            <a:pathLst>
              <a:path w="299085">
                <a:moveTo>
                  <a:pt x="0" y="0"/>
                </a:moveTo>
                <a:lnTo>
                  <a:pt x="298704" y="0"/>
                </a:lnTo>
              </a:path>
            </a:pathLst>
          </a:custGeom>
          <a:ln w="159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2150363" y="2472812"/>
            <a:ext cx="173355" cy="173355"/>
          </a:xfrm>
          <a:custGeom>
            <a:avLst/>
            <a:gdLst/>
            <a:ahLst/>
            <a:cxnLst/>
            <a:rect l="l" t="t" r="r" b="b"/>
            <a:pathLst>
              <a:path w="173355" h="173355">
                <a:moveTo>
                  <a:pt x="0" y="0"/>
                </a:moveTo>
                <a:lnTo>
                  <a:pt x="0" y="173187"/>
                </a:lnTo>
                <a:lnTo>
                  <a:pt x="173354" y="8525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6457555" y="2534090"/>
            <a:ext cx="1120140" cy="3175"/>
          </a:xfrm>
          <a:custGeom>
            <a:avLst/>
            <a:gdLst/>
            <a:ahLst/>
            <a:cxnLst/>
            <a:rect l="l" t="t" r="r" b="b"/>
            <a:pathLst>
              <a:path w="1120140" h="3175">
                <a:moveTo>
                  <a:pt x="0" y="2650"/>
                </a:moveTo>
                <a:lnTo>
                  <a:pt x="1120133" y="0"/>
                </a:lnTo>
              </a:path>
            </a:pathLst>
          </a:custGeom>
          <a:ln w="159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7572389" y="2448824"/>
            <a:ext cx="173355" cy="173355"/>
          </a:xfrm>
          <a:custGeom>
            <a:avLst/>
            <a:gdLst/>
            <a:ahLst/>
            <a:cxnLst/>
            <a:rect l="l" t="t" r="r" b="b"/>
            <a:pathLst>
              <a:path w="173354" h="173355">
                <a:moveTo>
                  <a:pt x="0" y="0"/>
                </a:moveTo>
                <a:lnTo>
                  <a:pt x="0" y="173187"/>
                </a:lnTo>
                <a:lnTo>
                  <a:pt x="173339" y="8525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6734920" y="2547404"/>
            <a:ext cx="0" cy="887730"/>
          </a:xfrm>
          <a:custGeom>
            <a:avLst/>
            <a:gdLst/>
            <a:ahLst/>
            <a:cxnLst/>
            <a:rect l="l" t="t" r="r" b="b"/>
            <a:pathLst>
              <a:path h="887729">
                <a:moveTo>
                  <a:pt x="0" y="0"/>
                </a:moveTo>
                <a:lnTo>
                  <a:pt x="0" y="887345"/>
                </a:lnTo>
              </a:path>
            </a:pathLst>
          </a:custGeom>
          <a:ln w="160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2467730" y="2869834"/>
            <a:ext cx="0" cy="565150"/>
          </a:xfrm>
          <a:custGeom>
            <a:avLst/>
            <a:gdLst/>
            <a:ahLst/>
            <a:cxnLst/>
            <a:rect l="l" t="t" r="r" b="b"/>
            <a:pathLst>
              <a:path h="565150">
                <a:moveTo>
                  <a:pt x="0" y="564915"/>
                </a:moveTo>
                <a:lnTo>
                  <a:pt x="0" y="0"/>
                </a:lnTo>
              </a:path>
            </a:pathLst>
          </a:custGeom>
          <a:ln w="160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2382392" y="2701960"/>
            <a:ext cx="173355" cy="173355"/>
          </a:xfrm>
          <a:custGeom>
            <a:avLst/>
            <a:gdLst/>
            <a:ahLst/>
            <a:cxnLst/>
            <a:rect l="l" t="t" r="r" b="b"/>
            <a:pathLst>
              <a:path w="173355" h="173355">
                <a:moveTo>
                  <a:pt x="85343" y="0"/>
                </a:moveTo>
                <a:lnTo>
                  <a:pt x="0" y="173217"/>
                </a:lnTo>
                <a:lnTo>
                  <a:pt x="173354" y="173217"/>
                </a:lnTo>
                <a:lnTo>
                  <a:pt x="853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4993385" y="2462144"/>
            <a:ext cx="173990" cy="173355"/>
          </a:xfrm>
          <a:custGeom>
            <a:avLst/>
            <a:gdLst/>
            <a:ahLst/>
            <a:cxnLst/>
            <a:rect l="l" t="t" r="r" b="b"/>
            <a:pathLst>
              <a:path w="173989" h="173355">
                <a:moveTo>
                  <a:pt x="0" y="0"/>
                </a:moveTo>
                <a:lnTo>
                  <a:pt x="0" y="173187"/>
                </a:lnTo>
                <a:lnTo>
                  <a:pt x="173370" y="8528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3171840" y="2081104"/>
            <a:ext cx="1160145" cy="908685"/>
          </a:xfrm>
          <a:custGeom>
            <a:avLst/>
            <a:gdLst/>
            <a:ahLst/>
            <a:cxnLst/>
            <a:rect l="l" t="t" r="r" b="b"/>
            <a:pathLst>
              <a:path w="1160145" h="908685">
                <a:moveTo>
                  <a:pt x="0" y="908648"/>
                </a:moveTo>
                <a:lnTo>
                  <a:pt x="1160144" y="908648"/>
                </a:lnTo>
                <a:lnTo>
                  <a:pt x="1160144" y="0"/>
                </a:lnTo>
                <a:lnTo>
                  <a:pt x="0" y="0"/>
                </a:lnTo>
                <a:lnTo>
                  <a:pt x="0" y="90864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3387154" y="2524029"/>
            <a:ext cx="723265" cy="0"/>
          </a:xfrm>
          <a:custGeom>
            <a:avLst/>
            <a:gdLst/>
            <a:ahLst/>
            <a:cxnLst/>
            <a:rect l="l" t="t" r="r" b="b"/>
            <a:pathLst>
              <a:path w="723264">
                <a:moveTo>
                  <a:pt x="0" y="0"/>
                </a:moveTo>
                <a:lnTo>
                  <a:pt x="722908" y="0"/>
                </a:lnTo>
              </a:path>
            </a:pathLst>
          </a:custGeom>
          <a:ln w="111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6585153" y="2108572"/>
            <a:ext cx="479425" cy="2914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i="1" spc="70" dirty="0">
                <a:latin typeface="Times New Roman"/>
                <a:cs typeface="Times New Roman"/>
              </a:rPr>
              <a:t>y</a:t>
            </a:r>
            <a:r>
              <a:rPr sz="2100" spc="40" dirty="0">
                <a:latin typeface="Times New Roman"/>
                <a:cs typeface="Times New Roman"/>
              </a:rPr>
              <a:t>(</a:t>
            </a:r>
            <a:r>
              <a:rPr sz="2100" i="1" spc="-10" dirty="0">
                <a:latin typeface="Times New Roman"/>
                <a:cs typeface="Times New Roman"/>
              </a:rPr>
              <a:t>k</a:t>
            </a:r>
            <a:r>
              <a:rPr sz="2100" i="1" spc="-34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)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2257680" y="2204852"/>
            <a:ext cx="150495" cy="2470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50" spc="-10" dirty="0">
                <a:latin typeface="Times New Roman"/>
                <a:cs typeface="Times New Roman"/>
              </a:rPr>
              <a:t>+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2241678" y="2769773"/>
            <a:ext cx="99695" cy="2470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50" spc="-10" dirty="0">
                <a:latin typeface="Times New Roman"/>
                <a:cs typeface="Times New Roman"/>
              </a:rPr>
              <a:t>-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949853" y="2594234"/>
            <a:ext cx="245745" cy="250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50" spc="-114" dirty="0">
                <a:latin typeface="Symbol"/>
                <a:cs typeface="Symbol"/>
              </a:rPr>
              <a:t></a:t>
            </a:r>
            <a:r>
              <a:rPr sz="1750" spc="-10" dirty="0">
                <a:latin typeface="Times New Roman"/>
                <a:cs typeface="Times New Roman"/>
              </a:rPr>
              <a:t>1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515472" y="2179027"/>
            <a:ext cx="514350" cy="379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i="1" spc="-15" dirty="0">
                <a:latin typeface="Times New Roman"/>
                <a:cs typeface="Times New Roman"/>
              </a:rPr>
              <a:t>b</a:t>
            </a:r>
            <a:r>
              <a:rPr sz="2100" i="1" spc="140" dirty="0">
                <a:latin typeface="Times New Roman"/>
                <a:cs typeface="Times New Roman"/>
              </a:rPr>
              <a:t>z</a:t>
            </a:r>
            <a:r>
              <a:rPr sz="2625" spc="-22" baseline="30158" dirty="0">
                <a:latin typeface="Symbol"/>
                <a:cs typeface="Symbol"/>
              </a:rPr>
              <a:t></a:t>
            </a:r>
            <a:r>
              <a:rPr sz="2625" spc="-15" baseline="30158" dirty="0">
                <a:latin typeface="Times New Roman"/>
                <a:cs typeface="Times New Roman"/>
              </a:rPr>
              <a:t>1</a:t>
            </a:r>
            <a:endParaRPr sz="2625" baseline="30158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5328822" y="2677055"/>
            <a:ext cx="627380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spc="-15" dirty="0">
                <a:latin typeface="Times New Roman"/>
                <a:cs typeface="Times New Roman"/>
              </a:rPr>
              <a:t>1</a:t>
            </a:r>
            <a:r>
              <a:rPr sz="2100" spc="-305" dirty="0">
                <a:latin typeface="Times New Roman"/>
                <a:cs typeface="Times New Roman"/>
              </a:rPr>
              <a:t> </a:t>
            </a:r>
            <a:r>
              <a:rPr sz="2100" spc="-15" dirty="0">
                <a:latin typeface="Symbol"/>
                <a:cs typeface="Symbol"/>
              </a:rPr>
              <a:t></a:t>
            </a:r>
            <a:r>
              <a:rPr sz="2100" spc="-80" dirty="0">
                <a:latin typeface="Times New Roman"/>
                <a:cs typeface="Times New Roman"/>
              </a:rPr>
              <a:t> </a:t>
            </a:r>
            <a:r>
              <a:rPr sz="2100" i="1" spc="-10" dirty="0">
                <a:latin typeface="Times New Roman"/>
                <a:cs typeface="Times New Roman"/>
              </a:rPr>
              <a:t>az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1050426" y="2389901"/>
            <a:ext cx="630555" cy="349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i="1" spc="0" dirty="0">
                <a:latin typeface="Times New Roman"/>
                <a:cs typeface="Times New Roman"/>
              </a:rPr>
              <a:t>y</a:t>
            </a:r>
            <a:r>
              <a:rPr sz="2625" i="1" spc="-15" baseline="-15873" dirty="0">
                <a:latin typeface="Times New Roman"/>
                <a:cs typeface="Times New Roman"/>
              </a:rPr>
              <a:t>d</a:t>
            </a:r>
            <a:r>
              <a:rPr sz="2625" i="1" spc="-89" baseline="-15873" dirty="0">
                <a:latin typeface="Times New Roman"/>
                <a:cs typeface="Times New Roman"/>
              </a:rPr>
              <a:t> </a:t>
            </a:r>
            <a:r>
              <a:rPr sz="2100" spc="40" dirty="0">
                <a:latin typeface="Times New Roman"/>
                <a:cs typeface="Times New Roman"/>
              </a:rPr>
              <a:t>(</a:t>
            </a:r>
            <a:r>
              <a:rPr sz="2100" i="1" spc="-10" dirty="0">
                <a:latin typeface="Times New Roman"/>
                <a:cs typeface="Times New Roman"/>
              </a:rPr>
              <a:t>k</a:t>
            </a:r>
            <a:r>
              <a:rPr sz="2100" i="1" spc="-34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)</a:t>
            </a:r>
            <a:endParaRPr sz="2100">
              <a:latin typeface="Times New Roman"/>
              <a:cs typeface="Times New Roman"/>
            </a:endParaRPr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DEDE33C4-3E16-64EB-3925-5F388353176E}"/>
              </a:ext>
            </a:extLst>
          </p:cNvPr>
          <p:cNvGrpSpPr/>
          <p:nvPr/>
        </p:nvGrpSpPr>
        <p:grpSpPr>
          <a:xfrm>
            <a:off x="4134094" y="4158808"/>
            <a:ext cx="3100806" cy="661709"/>
            <a:chOff x="4134094" y="4158808"/>
            <a:chExt cx="3100806" cy="661709"/>
          </a:xfrm>
        </p:grpSpPr>
        <p:sp>
          <p:nvSpPr>
            <p:cNvPr id="68" name="object 68"/>
            <p:cNvSpPr txBox="1"/>
            <p:nvPr/>
          </p:nvSpPr>
          <p:spPr>
            <a:xfrm>
              <a:off x="4324683" y="4435707"/>
              <a:ext cx="845185" cy="3848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660400" algn="l"/>
                </a:tabLst>
              </a:pPr>
              <a:r>
                <a:rPr sz="2800" spc="-345" dirty="0">
                  <a:latin typeface="Symbol"/>
                  <a:cs typeface="Symbol"/>
                </a:rPr>
                <a:t></a:t>
              </a:r>
              <a:r>
                <a:rPr sz="2800" spc="-345" dirty="0">
                  <a:latin typeface="Times New Roman"/>
                  <a:cs typeface="Times New Roman"/>
                </a:rPr>
                <a:t>	</a:t>
              </a:r>
              <a:r>
                <a:rPr sz="2800" spc="-180" dirty="0">
                  <a:latin typeface="Symbol"/>
                  <a:cs typeface="Symbol"/>
                </a:rPr>
                <a:t></a:t>
              </a:r>
              <a:r>
                <a:rPr sz="2800" spc="-345" dirty="0">
                  <a:latin typeface="Symbol"/>
                  <a:cs typeface="Symbol"/>
                </a:rPr>
                <a:t></a:t>
              </a:r>
              <a:endParaRPr sz="2800">
                <a:latin typeface="Symbol"/>
                <a:cs typeface="Symbol"/>
              </a:endParaRPr>
            </a:p>
          </p:txBody>
        </p:sp>
        <p:sp>
          <p:nvSpPr>
            <p:cNvPr id="69" name="object 69"/>
            <p:cNvSpPr txBox="1"/>
            <p:nvPr/>
          </p:nvSpPr>
          <p:spPr>
            <a:xfrm>
              <a:off x="5824396" y="4435707"/>
              <a:ext cx="100965" cy="3848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800" spc="-345" dirty="0">
                  <a:latin typeface="Symbol"/>
                  <a:cs typeface="Symbol"/>
                </a:rPr>
                <a:t></a:t>
              </a:r>
              <a:endParaRPr sz="2800">
                <a:latin typeface="Symbol"/>
                <a:cs typeface="Symbol"/>
              </a:endParaRPr>
            </a:p>
          </p:txBody>
        </p:sp>
        <p:sp>
          <p:nvSpPr>
            <p:cNvPr id="70" name="object 70"/>
            <p:cNvSpPr/>
            <p:nvPr/>
          </p:nvSpPr>
          <p:spPr>
            <a:xfrm>
              <a:off x="4329042" y="4466295"/>
              <a:ext cx="2343150" cy="0"/>
            </a:xfrm>
            <a:custGeom>
              <a:avLst/>
              <a:gdLst/>
              <a:ahLst/>
              <a:cxnLst/>
              <a:rect l="l" t="t" r="r" b="b"/>
              <a:pathLst>
                <a:path w="2343150">
                  <a:moveTo>
                    <a:pt x="0" y="0"/>
                  </a:moveTo>
                  <a:lnTo>
                    <a:pt x="2342880" y="0"/>
                  </a:lnTo>
                </a:path>
              </a:pathLst>
            </a:custGeom>
            <a:ln w="94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 txBox="1"/>
            <p:nvPr/>
          </p:nvSpPr>
          <p:spPr>
            <a:xfrm>
              <a:off x="5217405" y="4158808"/>
              <a:ext cx="558165" cy="27813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750" i="1" spc="15" dirty="0">
                  <a:latin typeface="Times New Roman"/>
                  <a:cs typeface="Times New Roman"/>
                </a:rPr>
                <a:t>k</a:t>
              </a:r>
              <a:r>
                <a:rPr sz="1750" i="1" spc="135" dirty="0">
                  <a:latin typeface="Times New Roman"/>
                  <a:cs typeface="Times New Roman"/>
                </a:rPr>
                <a:t> </a:t>
              </a:r>
              <a:r>
                <a:rPr sz="1750" i="1" spc="15" dirty="0">
                  <a:latin typeface="Times New Roman"/>
                  <a:cs typeface="Times New Roman"/>
                </a:rPr>
                <a:t>b</a:t>
              </a:r>
              <a:r>
                <a:rPr sz="1750" i="1" spc="135" dirty="0">
                  <a:latin typeface="Times New Roman"/>
                  <a:cs typeface="Times New Roman"/>
                </a:rPr>
                <a:t>z</a:t>
              </a:r>
              <a:r>
                <a:rPr sz="1500" spc="22" baseline="44444" dirty="0">
                  <a:latin typeface="Symbol"/>
                  <a:cs typeface="Symbol"/>
                </a:rPr>
                <a:t></a:t>
              </a:r>
              <a:r>
                <a:rPr sz="1500" spc="30" baseline="44444" dirty="0">
                  <a:latin typeface="Times New Roman"/>
                  <a:cs typeface="Times New Roman"/>
                </a:rPr>
                <a:t>1</a:t>
              </a:r>
              <a:endParaRPr sz="1500" baseline="44444">
                <a:latin typeface="Times New Roman"/>
                <a:cs typeface="Times New Roman"/>
              </a:endParaRPr>
            </a:p>
          </p:txBody>
        </p:sp>
        <p:sp>
          <p:nvSpPr>
            <p:cNvPr id="72" name="object 72"/>
            <p:cNvSpPr txBox="1"/>
            <p:nvPr/>
          </p:nvSpPr>
          <p:spPr>
            <a:xfrm>
              <a:off x="4807013" y="4493481"/>
              <a:ext cx="163830" cy="15811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000" spc="15" dirty="0">
                  <a:latin typeface="Symbol"/>
                  <a:cs typeface="Symbol"/>
                </a:rPr>
                <a:t></a:t>
              </a:r>
              <a:r>
                <a:rPr sz="1000" spc="20" dirty="0">
                  <a:latin typeface="Times New Roman"/>
                  <a:cs typeface="Times New Roman"/>
                </a:rPr>
                <a:t>1</a:t>
              </a:r>
              <a:endParaRPr sz="1000">
                <a:latin typeface="Times New Roman"/>
                <a:cs typeface="Times New Roman"/>
              </a:endParaRPr>
            </a:p>
          </p:txBody>
        </p:sp>
        <p:sp>
          <p:nvSpPr>
            <p:cNvPr id="73" name="object 73"/>
            <p:cNvSpPr txBox="1"/>
            <p:nvPr/>
          </p:nvSpPr>
          <p:spPr>
            <a:xfrm>
              <a:off x="5658659" y="4493481"/>
              <a:ext cx="163830" cy="15811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000" spc="15" dirty="0">
                  <a:latin typeface="Symbol"/>
                  <a:cs typeface="Symbol"/>
                </a:rPr>
                <a:t></a:t>
              </a:r>
              <a:r>
                <a:rPr sz="1000" spc="20" dirty="0">
                  <a:latin typeface="Times New Roman"/>
                  <a:cs typeface="Times New Roman"/>
                </a:rPr>
                <a:t>1</a:t>
              </a:r>
              <a:endParaRPr sz="1000">
                <a:latin typeface="Times New Roman"/>
                <a:cs typeface="Times New Roman"/>
              </a:endParaRPr>
            </a:p>
          </p:txBody>
        </p:sp>
        <p:sp>
          <p:nvSpPr>
            <p:cNvPr id="74" name="object 74"/>
            <p:cNvSpPr txBox="1"/>
            <p:nvPr/>
          </p:nvSpPr>
          <p:spPr>
            <a:xfrm>
              <a:off x="6497208" y="4493481"/>
              <a:ext cx="163830" cy="15811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000" spc="15" dirty="0">
                  <a:latin typeface="Symbol"/>
                  <a:cs typeface="Symbol"/>
                </a:rPr>
                <a:t></a:t>
              </a:r>
              <a:r>
                <a:rPr sz="1000" spc="20" dirty="0">
                  <a:latin typeface="Times New Roman"/>
                  <a:cs typeface="Times New Roman"/>
                </a:rPr>
                <a:t>1</a:t>
              </a:r>
              <a:endParaRPr sz="1000">
                <a:latin typeface="Times New Roman"/>
                <a:cs typeface="Times New Roman"/>
              </a:endParaRPr>
            </a:p>
          </p:txBody>
        </p:sp>
        <p:sp>
          <p:nvSpPr>
            <p:cNvPr id="75" name="object 75"/>
            <p:cNvSpPr txBox="1"/>
            <p:nvPr/>
          </p:nvSpPr>
          <p:spPr>
            <a:xfrm>
              <a:off x="6719916" y="4328312"/>
              <a:ext cx="514984" cy="25146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750" i="1" spc="15" dirty="0">
                  <a:latin typeface="Times New Roman"/>
                  <a:cs typeface="Times New Roman"/>
                </a:rPr>
                <a:t>y </a:t>
              </a:r>
              <a:r>
                <a:rPr sz="1750" i="1" spc="-30" dirty="0">
                  <a:latin typeface="Times New Roman"/>
                  <a:cs typeface="Times New Roman"/>
                </a:rPr>
                <a:t> </a:t>
              </a:r>
              <a:r>
                <a:rPr sz="1750" spc="50" dirty="0">
                  <a:latin typeface="Times New Roman"/>
                  <a:cs typeface="Times New Roman"/>
                </a:rPr>
                <a:t>(</a:t>
              </a:r>
              <a:r>
                <a:rPr sz="1750" i="1" spc="15" dirty="0">
                  <a:latin typeface="Times New Roman"/>
                  <a:cs typeface="Times New Roman"/>
                </a:rPr>
                <a:t>k</a:t>
              </a:r>
              <a:r>
                <a:rPr sz="1750" i="1" spc="-280" dirty="0">
                  <a:latin typeface="Times New Roman"/>
                  <a:cs typeface="Times New Roman"/>
                </a:rPr>
                <a:t> </a:t>
              </a:r>
              <a:r>
                <a:rPr sz="1750" spc="10" dirty="0">
                  <a:latin typeface="Times New Roman"/>
                  <a:cs typeface="Times New Roman"/>
                </a:rPr>
                <a:t>)</a:t>
              </a:r>
              <a:endParaRPr sz="1750">
                <a:latin typeface="Times New Roman"/>
                <a:cs typeface="Times New Roman"/>
              </a:endParaRPr>
            </a:p>
          </p:txBody>
        </p:sp>
        <p:sp>
          <p:nvSpPr>
            <p:cNvPr id="76" name="object 76"/>
            <p:cNvSpPr txBox="1"/>
            <p:nvPr/>
          </p:nvSpPr>
          <p:spPr>
            <a:xfrm>
              <a:off x="4394422" y="4516455"/>
              <a:ext cx="2112010" cy="25527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756920" algn="l"/>
                  <a:tab pos="1553210" algn="l"/>
                </a:tabLst>
              </a:pPr>
              <a:r>
                <a:rPr sz="1750" spc="150" dirty="0">
                  <a:latin typeface="Times New Roman"/>
                  <a:cs typeface="Times New Roman"/>
                </a:rPr>
                <a:t>1</a:t>
              </a:r>
              <a:r>
                <a:rPr sz="1750" spc="15" dirty="0">
                  <a:latin typeface="Symbol"/>
                  <a:cs typeface="Symbol"/>
                </a:rPr>
                <a:t></a:t>
              </a:r>
              <a:r>
                <a:rPr sz="1750" spc="-50" dirty="0">
                  <a:latin typeface="Times New Roman"/>
                  <a:cs typeface="Times New Roman"/>
                </a:rPr>
                <a:t> </a:t>
              </a:r>
              <a:r>
                <a:rPr sz="1750" i="1" spc="10" dirty="0">
                  <a:latin typeface="Times New Roman"/>
                  <a:cs typeface="Times New Roman"/>
                </a:rPr>
                <a:t>z</a:t>
              </a:r>
              <a:r>
                <a:rPr sz="1750" i="1" dirty="0">
                  <a:latin typeface="Times New Roman"/>
                  <a:cs typeface="Times New Roman"/>
                </a:rPr>
                <a:t>	</a:t>
              </a:r>
              <a:r>
                <a:rPr sz="1750" spc="150" dirty="0">
                  <a:latin typeface="Times New Roman"/>
                  <a:cs typeface="Times New Roman"/>
                </a:rPr>
                <a:t>1</a:t>
              </a:r>
              <a:r>
                <a:rPr sz="1750" spc="15" dirty="0">
                  <a:latin typeface="Symbol"/>
                  <a:cs typeface="Symbol"/>
                </a:rPr>
                <a:t></a:t>
              </a:r>
              <a:r>
                <a:rPr sz="1750" spc="-105" dirty="0">
                  <a:latin typeface="Times New Roman"/>
                  <a:cs typeface="Times New Roman"/>
                </a:rPr>
                <a:t> </a:t>
              </a:r>
              <a:r>
                <a:rPr sz="1750" i="1" spc="15" dirty="0">
                  <a:latin typeface="Times New Roman"/>
                  <a:cs typeface="Times New Roman"/>
                </a:rPr>
                <a:t>az</a:t>
              </a:r>
              <a:r>
                <a:rPr sz="1750" i="1" dirty="0">
                  <a:latin typeface="Times New Roman"/>
                  <a:cs typeface="Times New Roman"/>
                </a:rPr>
                <a:t>	</a:t>
              </a:r>
              <a:r>
                <a:rPr sz="1750" spc="15" dirty="0">
                  <a:latin typeface="Symbol"/>
                  <a:cs typeface="Symbol"/>
                </a:rPr>
                <a:t></a:t>
              </a:r>
              <a:r>
                <a:rPr sz="1750" spc="-110" dirty="0">
                  <a:latin typeface="Times New Roman"/>
                  <a:cs typeface="Times New Roman"/>
                </a:rPr>
                <a:t> </a:t>
              </a:r>
              <a:r>
                <a:rPr sz="1750" i="1" spc="15" dirty="0">
                  <a:latin typeface="Times New Roman"/>
                  <a:cs typeface="Times New Roman"/>
                </a:rPr>
                <a:t>k</a:t>
              </a:r>
              <a:r>
                <a:rPr sz="1750" i="1" spc="135" dirty="0">
                  <a:latin typeface="Times New Roman"/>
                  <a:cs typeface="Times New Roman"/>
                </a:rPr>
                <a:t> </a:t>
              </a:r>
              <a:r>
                <a:rPr sz="1750" i="1" spc="15" dirty="0">
                  <a:latin typeface="Times New Roman"/>
                  <a:cs typeface="Times New Roman"/>
                </a:rPr>
                <a:t>bz</a:t>
              </a:r>
              <a:endParaRPr sz="1750">
                <a:latin typeface="Times New Roman"/>
                <a:cs typeface="Times New Roman"/>
              </a:endParaRPr>
            </a:p>
          </p:txBody>
        </p:sp>
        <p:sp>
          <p:nvSpPr>
            <p:cNvPr id="77" name="object 77"/>
            <p:cNvSpPr txBox="1"/>
            <p:nvPr/>
          </p:nvSpPr>
          <p:spPr>
            <a:xfrm>
              <a:off x="5327590" y="4320291"/>
              <a:ext cx="69850" cy="1562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000" i="1" spc="10" dirty="0">
                  <a:latin typeface="Times New Roman"/>
                  <a:cs typeface="Times New Roman"/>
                </a:rPr>
                <a:t>I</a:t>
              </a:r>
              <a:endParaRPr sz="1000">
                <a:latin typeface="Times New Roman"/>
                <a:cs typeface="Times New Roman"/>
              </a:endParaRPr>
            </a:p>
          </p:txBody>
        </p:sp>
        <p:sp>
          <p:nvSpPr>
            <p:cNvPr id="78" name="object 78"/>
            <p:cNvSpPr txBox="1"/>
            <p:nvPr/>
          </p:nvSpPr>
          <p:spPr>
            <a:xfrm>
              <a:off x="6823057" y="4463273"/>
              <a:ext cx="92075" cy="1562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000" i="1" spc="20" dirty="0">
                  <a:latin typeface="Times New Roman"/>
                  <a:cs typeface="Times New Roman"/>
                </a:rPr>
                <a:t>d</a:t>
              </a:r>
              <a:endParaRPr sz="1000">
                <a:latin typeface="Times New Roman"/>
                <a:cs typeface="Times New Roman"/>
              </a:endParaRPr>
            </a:p>
          </p:txBody>
        </p:sp>
        <p:sp>
          <p:nvSpPr>
            <p:cNvPr id="79" name="object 79"/>
            <p:cNvSpPr txBox="1"/>
            <p:nvPr/>
          </p:nvSpPr>
          <p:spPr>
            <a:xfrm>
              <a:off x="6213157" y="4654964"/>
              <a:ext cx="69850" cy="1562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000" i="1" spc="10" dirty="0">
                  <a:latin typeface="Times New Roman"/>
                  <a:cs typeface="Times New Roman"/>
                </a:rPr>
                <a:t>I</a:t>
              </a:r>
              <a:endParaRPr sz="1000">
                <a:latin typeface="Times New Roman"/>
                <a:cs typeface="Times New Roman"/>
              </a:endParaRPr>
            </a:p>
          </p:txBody>
        </p:sp>
        <p:sp>
          <p:nvSpPr>
            <p:cNvPr id="80" name="object 80"/>
            <p:cNvSpPr txBox="1"/>
            <p:nvPr/>
          </p:nvSpPr>
          <p:spPr>
            <a:xfrm>
              <a:off x="4134094" y="4324705"/>
              <a:ext cx="151130" cy="25146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750" spc="15" dirty="0">
                  <a:latin typeface="Symbol"/>
                  <a:cs typeface="Symbol"/>
                </a:rPr>
                <a:t></a:t>
              </a:r>
              <a:endParaRPr sz="1750">
                <a:latin typeface="Symbol"/>
                <a:cs typeface="Symbol"/>
              </a:endParaRPr>
            </a:p>
          </p:txBody>
        </p:sp>
      </p:grpSp>
      <p:sp>
        <p:nvSpPr>
          <p:cNvPr id="100" name="object 10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2240">
              <a:lnSpc>
                <a:spcPct val="100000"/>
              </a:lnSpc>
            </a:pPr>
            <a:r>
              <a:rPr spc="-10" dirty="0">
                <a:latin typeface="Calibri"/>
                <a:cs typeface="Calibri"/>
              </a:rPr>
              <a:t>9</a:t>
            </a:r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8FA284C6-18BD-1086-1A0E-13CAFDD75147}"/>
              </a:ext>
            </a:extLst>
          </p:cNvPr>
          <p:cNvGrpSpPr/>
          <p:nvPr/>
        </p:nvGrpSpPr>
        <p:grpSpPr>
          <a:xfrm>
            <a:off x="1724715" y="5418525"/>
            <a:ext cx="3962753" cy="635691"/>
            <a:chOff x="1724715" y="5418525"/>
            <a:chExt cx="3962753" cy="635691"/>
          </a:xfrm>
        </p:grpSpPr>
        <p:sp>
          <p:nvSpPr>
            <p:cNvPr id="86" name="object 86"/>
            <p:cNvSpPr txBox="1"/>
            <p:nvPr/>
          </p:nvSpPr>
          <p:spPr>
            <a:xfrm>
              <a:off x="4888003" y="5586190"/>
              <a:ext cx="799465" cy="25209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660400" algn="l"/>
                </a:tabLst>
              </a:pPr>
              <a:r>
                <a:rPr sz="1750" i="1" spc="15" dirty="0">
                  <a:latin typeface="Times New Roman"/>
                  <a:cs typeface="Times New Roman"/>
                </a:rPr>
                <a:t>y </a:t>
              </a:r>
              <a:r>
                <a:rPr sz="1750" i="1" spc="-30" dirty="0">
                  <a:latin typeface="Times New Roman"/>
                  <a:cs typeface="Times New Roman"/>
                </a:rPr>
                <a:t> </a:t>
              </a:r>
              <a:r>
                <a:rPr sz="1750" spc="50" dirty="0">
                  <a:latin typeface="Times New Roman"/>
                  <a:cs typeface="Times New Roman"/>
                </a:rPr>
                <a:t>(</a:t>
              </a:r>
              <a:r>
                <a:rPr sz="1750" i="1" spc="15" dirty="0">
                  <a:latin typeface="Times New Roman"/>
                  <a:cs typeface="Times New Roman"/>
                </a:rPr>
                <a:t>k</a:t>
              </a:r>
              <a:r>
                <a:rPr sz="1750" i="1" spc="-280" dirty="0">
                  <a:latin typeface="Times New Roman"/>
                  <a:cs typeface="Times New Roman"/>
                </a:rPr>
                <a:t> </a:t>
              </a:r>
              <a:r>
                <a:rPr sz="1750" spc="10" dirty="0">
                  <a:latin typeface="Times New Roman"/>
                  <a:cs typeface="Times New Roman"/>
                </a:rPr>
                <a:t>)</a:t>
              </a:r>
              <a:r>
                <a:rPr sz="1750" dirty="0">
                  <a:latin typeface="Times New Roman"/>
                  <a:cs typeface="Times New Roman"/>
                </a:rPr>
                <a:t>	</a:t>
              </a:r>
              <a:r>
                <a:rPr sz="1750" spc="15" dirty="0">
                  <a:latin typeface="Symbol"/>
                  <a:cs typeface="Symbol"/>
                </a:rPr>
                <a:t></a:t>
              </a:r>
              <a:endParaRPr sz="1750">
                <a:latin typeface="Symbol"/>
                <a:cs typeface="Symbol"/>
              </a:endParaRPr>
            </a:p>
          </p:txBody>
        </p: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1BAE8F07-3879-9D3E-5700-874E22C3DC65}"/>
                </a:ext>
              </a:extLst>
            </p:cNvPr>
            <p:cNvGrpSpPr/>
            <p:nvPr/>
          </p:nvGrpSpPr>
          <p:grpSpPr>
            <a:xfrm>
              <a:off x="1724715" y="5418525"/>
              <a:ext cx="3358549" cy="635691"/>
              <a:chOff x="1724715" y="5418525"/>
              <a:chExt cx="3358549" cy="635691"/>
            </a:xfrm>
          </p:grpSpPr>
          <p:sp>
            <p:nvSpPr>
              <p:cNvPr id="81" name="object 81"/>
              <p:cNvSpPr/>
              <p:nvPr/>
            </p:nvSpPr>
            <p:spPr>
              <a:xfrm>
                <a:off x="2362742" y="5725157"/>
                <a:ext cx="2477770" cy="0"/>
              </a:xfrm>
              <a:custGeom>
                <a:avLst/>
                <a:gdLst/>
                <a:ahLst/>
                <a:cxnLst/>
                <a:rect l="l" t="t" r="r" b="b"/>
                <a:pathLst>
                  <a:path w="2477770">
                    <a:moveTo>
                      <a:pt x="0" y="0"/>
                    </a:moveTo>
                    <a:lnTo>
                      <a:pt x="2477342" y="0"/>
                    </a:lnTo>
                  </a:path>
                </a:pathLst>
              </a:custGeom>
              <a:ln w="9383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2" name="object 82"/>
              <p:cNvSpPr txBox="1"/>
              <p:nvPr/>
            </p:nvSpPr>
            <p:spPr>
              <a:xfrm>
                <a:off x="3318360" y="5418525"/>
                <a:ext cx="558165" cy="27749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</a:pPr>
                <a:r>
                  <a:rPr sz="1750" i="1" spc="15" dirty="0">
                    <a:latin typeface="Times New Roman"/>
                    <a:cs typeface="Times New Roman"/>
                  </a:rPr>
                  <a:t>k</a:t>
                </a:r>
                <a:r>
                  <a:rPr sz="1750" i="1" spc="135" dirty="0">
                    <a:latin typeface="Times New Roman"/>
                    <a:cs typeface="Times New Roman"/>
                  </a:rPr>
                  <a:t> </a:t>
                </a:r>
                <a:r>
                  <a:rPr sz="1750" i="1" spc="15" dirty="0">
                    <a:latin typeface="Times New Roman"/>
                    <a:cs typeface="Times New Roman"/>
                  </a:rPr>
                  <a:t>b</a:t>
                </a:r>
                <a:r>
                  <a:rPr sz="1750" i="1" spc="135" dirty="0">
                    <a:latin typeface="Times New Roman"/>
                    <a:cs typeface="Times New Roman"/>
                  </a:rPr>
                  <a:t>z</a:t>
                </a:r>
                <a:r>
                  <a:rPr sz="1500" spc="22" baseline="44444" dirty="0">
                    <a:latin typeface="Symbol"/>
                    <a:cs typeface="Symbol"/>
                  </a:rPr>
                  <a:t></a:t>
                </a:r>
                <a:r>
                  <a:rPr sz="1500" spc="30" baseline="44444" dirty="0">
                    <a:latin typeface="Times New Roman"/>
                    <a:cs typeface="Times New Roman"/>
                  </a:rPr>
                  <a:t>1</a:t>
                </a:r>
                <a:endParaRPr sz="1500" baseline="44444">
                  <a:latin typeface="Times New Roman"/>
                  <a:cs typeface="Times New Roman"/>
                </a:endParaRPr>
              </a:p>
            </p:txBody>
          </p:sp>
          <p:sp>
            <p:nvSpPr>
              <p:cNvPr id="83" name="object 83"/>
              <p:cNvSpPr txBox="1"/>
              <p:nvPr/>
            </p:nvSpPr>
            <p:spPr>
              <a:xfrm>
                <a:off x="2340439" y="5736995"/>
                <a:ext cx="2488565" cy="27749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</a:pPr>
                <a:r>
                  <a:rPr sz="1750" spc="150" dirty="0">
                    <a:latin typeface="Times New Roman"/>
                    <a:cs typeface="Times New Roman"/>
                  </a:rPr>
                  <a:t>1</a:t>
                </a:r>
                <a:r>
                  <a:rPr sz="1750" spc="15" dirty="0">
                    <a:latin typeface="Symbol"/>
                    <a:cs typeface="Symbol"/>
                  </a:rPr>
                  <a:t></a:t>
                </a:r>
                <a:r>
                  <a:rPr sz="1750" spc="-105" dirty="0">
                    <a:latin typeface="Times New Roman"/>
                    <a:cs typeface="Times New Roman"/>
                  </a:rPr>
                  <a:t> </a:t>
                </a:r>
                <a:r>
                  <a:rPr sz="1750" i="1" spc="15" dirty="0">
                    <a:latin typeface="Times New Roman"/>
                    <a:cs typeface="Times New Roman"/>
                  </a:rPr>
                  <a:t>a</a:t>
                </a:r>
                <a:r>
                  <a:rPr sz="1750" i="1" spc="140" dirty="0">
                    <a:latin typeface="Times New Roman"/>
                    <a:cs typeface="Times New Roman"/>
                  </a:rPr>
                  <a:t>z</a:t>
                </a:r>
                <a:r>
                  <a:rPr sz="1500" spc="22" baseline="44444" dirty="0">
                    <a:latin typeface="Symbol"/>
                    <a:cs typeface="Symbol"/>
                  </a:rPr>
                  <a:t></a:t>
                </a:r>
                <a:r>
                  <a:rPr sz="1500" spc="30" baseline="44444" dirty="0">
                    <a:latin typeface="Times New Roman"/>
                    <a:cs typeface="Times New Roman"/>
                  </a:rPr>
                  <a:t>1</a:t>
                </a:r>
                <a:r>
                  <a:rPr sz="1500" baseline="44444" dirty="0">
                    <a:latin typeface="Times New Roman"/>
                    <a:cs typeface="Times New Roman"/>
                  </a:rPr>
                  <a:t> </a:t>
                </a:r>
                <a:r>
                  <a:rPr sz="1500" spc="-150" baseline="44444" dirty="0">
                    <a:latin typeface="Times New Roman"/>
                    <a:cs typeface="Times New Roman"/>
                  </a:rPr>
                  <a:t> </a:t>
                </a:r>
                <a:r>
                  <a:rPr sz="1750" spc="15" dirty="0">
                    <a:latin typeface="Symbol"/>
                    <a:cs typeface="Symbol"/>
                  </a:rPr>
                  <a:t></a:t>
                </a:r>
                <a:r>
                  <a:rPr sz="1750" spc="-50" dirty="0">
                    <a:latin typeface="Times New Roman"/>
                    <a:cs typeface="Times New Roman"/>
                  </a:rPr>
                  <a:t> </a:t>
                </a:r>
                <a:r>
                  <a:rPr sz="1750" i="1" spc="140" dirty="0">
                    <a:latin typeface="Times New Roman"/>
                    <a:cs typeface="Times New Roman"/>
                  </a:rPr>
                  <a:t>z</a:t>
                </a:r>
                <a:r>
                  <a:rPr sz="1500" spc="22" baseline="44444" dirty="0">
                    <a:latin typeface="Symbol"/>
                    <a:cs typeface="Symbol"/>
                  </a:rPr>
                  <a:t></a:t>
                </a:r>
                <a:r>
                  <a:rPr sz="1500" spc="30" baseline="44444" dirty="0">
                    <a:latin typeface="Times New Roman"/>
                    <a:cs typeface="Times New Roman"/>
                  </a:rPr>
                  <a:t>1</a:t>
                </a:r>
                <a:r>
                  <a:rPr sz="1500" baseline="44444" dirty="0">
                    <a:latin typeface="Times New Roman"/>
                    <a:cs typeface="Times New Roman"/>
                  </a:rPr>
                  <a:t> </a:t>
                </a:r>
                <a:r>
                  <a:rPr sz="1500" spc="-150" baseline="44444" dirty="0">
                    <a:latin typeface="Times New Roman"/>
                    <a:cs typeface="Times New Roman"/>
                  </a:rPr>
                  <a:t> </a:t>
                </a:r>
                <a:r>
                  <a:rPr sz="1750" spc="15" dirty="0">
                    <a:latin typeface="Symbol"/>
                    <a:cs typeface="Symbol"/>
                  </a:rPr>
                  <a:t></a:t>
                </a:r>
                <a:r>
                  <a:rPr sz="1750" spc="-135" dirty="0">
                    <a:latin typeface="Times New Roman"/>
                    <a:cs typeface="Times New Roman"/>
                  </a:rPr>
                  <a:t> </a:t>
                </a:r>
                <a:r>
                  <a:rPr sz="1750" i="1" spc="15" dirty="0">
                    <a:latin typeface="Times New Roman"/>
                    <a:cs typeface="Times New Roman"/>
                  </a:rPr>
                  <a:t>a</a:t>
                </a:r>
                <a:r>
                  <a:rPr sz="1750" i="1" spc="140" dirty="0">
                    <a:latin typeface="Times New Roman"/>
                    <a:cs typeface="Times New Roman"/>
                  </a:rPr>
                  <a:t>z</a:t>
                </a:r>
                <a:r>
                  <a:rPr sz="1500" spc="22" baseline="44444" dirty="0">
                    <a:latin typeface="Symbol"/>
                    <a:cs typeface="Symbol"/>
                  </a:rPr>
                  <a:t></a:t>
                </a:r>
                <a:r>
                  <a:rPr sz="1500" spc="30" baseline="44444" dirty="0">
                    <a:latin typeface="Times New Roman"/>
                    <a:cs typeface="Times New Roman"/>
                  </a:rPr>
                  <a:t>2</a:t>
                </a:r>
                <a:r>
                  <a:rPr sz="1500" baseline="44444" dirty="0">
                    <a:latin typeface="Times New Roman"/>
                    <a:cs typeface="Times New Roman"/>
                  </a:rPr>
                  <a:t> </a:t>
                </a:r>
                <a:r>
                  <a:rPr sz="1500" spc="-30" baseline="44444" dirty="0">
                    <a:latin typeface="Times New Roman"/>
                    <a:cs typeface="Times New Roman"/>
                  </a:rPr>
                  <a:t> </a:t>
                </a:r>
                <a:r>
                  <a:rPr sz="1750" spc="15" dirty="0">
                    <a:latin typeface="Symbol"/>
                    <a:cs typeface="Symbol"/>
                  </a:rPr>
                  <a:t></a:t>
                </a:r>
                <a:r>
                  <a:rPr sz="1750" spc="-105" dirty="0">
                    <a:latin typeface="Times New Roman"/>
                    <a:cs typeface="Times New Roman"/>
                  </a:rPr>
                  <a:t> </a:t>
                </a:r>
                <a:r>
                  <a:rPr sz="1750" i="1" spc="15" dirty="0">
                    <a:latin typeface="Times New Roman"/>
                    <a:cs typeface="Times New Roman"/>
                  </a:rPr>
                  <a:t>k</a:t>
                </a:r>
                <a:r>
                  <a:rPr sz="1750" i="1" spc="135" dirty="0">
                    <a:latin typeface="Times New Roman"/>
                    <a:cs typeface="Times New Roman"/>
                  </a:rPr>
                  <a:t> </a:t>
                </a:r>
                <a:r>
                  <a:rPr sz="1750" i="1" spc="15" dirty="0">
                    <a:latin typeface="Times New Roman"/>
                    <a:cs typeface="Times New Roman"/>
                  </a:rPr>
                  <a:t>b</a:t>
                </a:r>
                <a:r>
                  <a:rPr sz="1750" i="1" spc="140" dirty="0">
                    <a:latin typeface="Times New Roman"/>
                    <a:cs typeface="Times New Roman"/>
                  </a:rPr>
                  <a:t>z</a:t>
                </a:r>
                <a:r>
                  <a:rPr sz="1500" spc="22" baseline="44444" dirty="0">
                    <a:latin typeface="Symbol"/>
                    <a:cs typeface="Symbol"/>
                  </a:rPr>
                  <a:t></a:t>
                </a:r>
                <a:r>
                  <a:rPr sz="1500" spc="30" baseline="44444" dirty="0">
                    <a:latin typeface="Times New Roman"/>
                    <a:cs typeface="Times New Roman"/>
                  </a:rPr>
                  <a:t>1</a:t>
                </a:r>
                <a:endParaRPr sz="1500" baseline="44444" dirty="0">
                  <a:latin typeface="Times New Roman"/>
                  <a:cs typeface="Times New Roman"/>
                </a:endParaRPr>
              </a:p>
            </p:txBody>
          </p:sp>
          <p:sp>
            <p:nvSpPr>
              <p:cNvPr id="84" name="object 84"/>
              <p:cNvSpPr txBox="1"/>
              <p:nvPr/>
            </p:nvSpPr>
            <p:spPr>
              <a:xfrm>
                <a:off x="1724715" y="5583939"/>
                <a:ext cx="594360" cy="25463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</a:pPr>
                <a:r>
                  <a:rPr sz="1750" i="1" spc="80" dirty="0">
                    <a:latin typeface="Times New Roman"/>
                    <a:cs typeface="Times New Roman"/>
                  </a:rPr>
                  <a:t>y</a:t>
                </a:r>
                <a:r>
                  <a:rPr sz="1750" spc="50" dirty="0">
                    <a:latin typeface="Times New Roman"/>
                    <a:cs typeface="Times New Roman"/>
                  </a:rPr>
                  <a:t>(</a:t>
                </a:r>
                <a:r>
                  <a:rPr sz="1750" i="1" spc="15" dirty="0">
                    <a:latin typeface="Times New Roman"/>
                    <a:cs typeface="Times New Roman"/>
                  </a:rPr>
                  <a:t>k</a:t>
                </a:r>
                <a:r>
                  <a:rPr sz="1750" i="1" spc="-280" dirty="0">
                    <a:latin typeface="Times New Roman"/>
                    <a:cs typeface="Times New Roman"/>
                  </a:rPr>
                  <a:t> </a:t>
                </a:r>
                <a:r>
                  <a:rPr sz="1750" spc="10" dirty="0">
                    <a:latin typeface="Times New Roman"/>
                    <a:cs typeface="Times New Roman"/>
                  </a:rPr>
                  <a:t>)</a:t>
                </a:r>
                <a:r>
                  <a:rPr sz="1750" spc="-25" dirty="0">
                    <a:latin typeface="Times New Roman"/>
                    <a:cs typeface="Times New Roman"/>
                  </a:rPr>
                  <a:t> </a:t>
                </a:r>
                <a:r>
                  <a:rPr sz="1750" spc="15" dirty="0">
                    <a:latin typeface="Symbol"/>
                    <a:cs typeface="Symbol"/>
                  </a:rPr>
                  <a:t></a:t>
                </a:r>
                <a:endParaRPr sz="1750">
                  <a:latin typeface="Symbol"/>
                  <a:cs typeface="Symbol"/>
                </a:endParaRPr>
              </a:p>
            </p:txBody>
          </p:sp>
          <p:sp>
            <p:nvSpPr>
              <p:cNvPr id="87" name="object 87"/>
              <p:cNvSpPr txBox="1"/>
              <p:nvPr/>
            </p:nvSpPr>
            <p:spPr>
              <a:xfrm>
                <a:off x="3428532" y="5579538"/>
                <a:ext cx="69850" cy="156210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</a:pPr>
                <a:r>
                  <a:rPr sz="1000" i="1" spc="10" dirty="0">
                    <a:latin typeface="Times New Roman"/>
                    <a:cs typeface="Times New Roman"/>
                  </a:rPr>
                  <a:t>I</a:t>
                </a:r>
                <a:endParaRPr sz="1000">
                  <a:latin typeface="Times New Roman"/>
                  <a:cs typeface="Times New Roman"/>
                </a:endParaRPr>
              </a:p>
            </p:txBody>
          </p:sp>
          <p:sp>
            <p:nvSpPr>
              <p:cNvPr id="88" name="object 88"/>
              <p:cNvSpPr txBox="1"/>
              <p:nvPr/>
            </p:nvSpPr>
            <p:spPr>
              <a:xfrm>
                <a:off x="4991189" y="5722103"/>
                <a:ext cx="92075" cy="156210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</a:pPr>
                <a:r>
                  <a:rPr sz="1000" i="1" spc="20" dirty="0">
                    <a:latin typeface="Times New Roman"/>
                    <a:cs typeface="Times New Roman"/>
                  </a:rPr>
                  <a:t>d</a:t>
                </a:r>
                <a:endParaRPr sz="1000">
                  <a:latin typeface="Times New Roman"/>
                  <a:cs typeface="Times New Roman"/>
                </a:endParaRPr>
              </a:p>
            </p:txBody>
          </p:sp>
          <p:sp>
            <p:nvSpPr>
              <p:cNvPr id="89" name="object 89"/>
              <p:cNvSpPr txBox="1"/>
              <p:nvPr/>
            </p:nvSpPr>
            <p:spPr>
              <a:xfrm>
                <a:off x="4381327" y="5898006"/>
                <a:ext cx="69850" cy="156210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</a:pPr>
                <a:r>
                  <a:rPr sz="1000" i="1" spc="10" dirty="0">
                    <a:latin typeface="Times New Roman"/>
                    <a:cs typeface="Times New Roman"/>
                  </a:rPr>
                  <a:t>I</a:t>
                </a:r>
                <a:endParaRPr sz="1000">
                  <a:latin typeface="Times New Roman"/>
                  <a:cs typeface="Times New Roman"/>
                </a:endParaRPr>
              </a:p>
            </p:txBody>
          </p:sp>
        </p:grp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B50A68B7-D297-D889-129C-20DB2FEB46A4}"/>
              </a:ext>
            </a:extLst>
          </p:cNvPr>
          <p:cNvGrpSpPr/>
          <p:nvPr/>
        </p:nvGrpSpPr>
        <p:grpSpPr>
          <a:xfrm>
            <a:off x="5708780" y="5421002"/>
            <a:ext cx="2827712" cy="634383"/>
            <a:chOff x="5708780" y="5421002"/>
            <a:chExt cx="2827712" cy="634383"/>
          </a:xfrm>
        </p:grpSpPr>
        <p:sp>
          <p:nvSpPr>
            <p:cNvPr id="85" name="object 85"/>
            <p:cNvSpPr/>
            <p:nvPr/>
          </p:nvSpPr>
          <p:spPr>
            <a:xfrm>
              <a:off x="5730993" y="5727214"/>
              <a:ext cx="2243455" cy="0"/>
            </a:xfrm>
            <a:custGeom>
              <a:avLst/>
              <a:gdLst/>
              <a:ahLst/>
              <a:cxnLst/>
              <a:rect l="l" t="t" r="r" b="b"/>
              <a:pathLst>
                <a:path w="2243454">
                  <a:moveTo>
                    <a:pt x="0" y="0"/>
                  </a:moveTo>
                  <a:lnTo>
                    <a:pt x="2243126" y="0"/>
                  </a:lnTo>
                </a:path>
              </a:pathLst>
            </a:custGeom>
            <a:ln w="93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 txBox="1"/>
            <p:nvPr/>
          </p:nvSpPr>
          <p:spPr>
            <a:xfrm>
              <a:off x="6001707" y="5719170"/>
              <a:ext cx="100965" cy="32258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300" spc="-180" dirty="0">
                  <a:latin typeface="Symbol"/>
                  <a:cs typeface="Symbol"/>
                </a:rPr>
                <a:t></a:t>
              </a:r>
              <a:endParaRPr sz="2300">
                <a:latin typeface="Symbol"/>
                <a:cs typeface="Symbol"/>
              </a:endParaRPr>
            </a:p>
          </p:txBody>
        </p:sp>
        <p:sp>
          <p:nvSpPr>
            <p:cNvPr id="91" name="object 91"/>
            <p:cNvSpPr txBox="1"/>
            <p:nvPr/>
          </p:nvSpPr>
          <p:spPr>
            <a:xfrm>
              <a:off x="6996438" y="5719170"/>
              <a:ext cx="100965" cy="32258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300" spc="-180" dirty="0">
                  <a:latin typeface="Symbol"/>
                  <a:cs typeface="Symbol"/>
                </a:rPr>
                <a:t></a:t>
              </a:r>
              <a:endParaRPr sz="2300">
                <a:latin typeface="Symbol"/>
                <a:cs typeface="Symbol"/>
              </a:endParaRPr>
            </a:p>
          </p:txBody>
        </p:sp>
        <p:sp>
          <p:nvSpPr>
            <p:cNvPr id="92" name="object 92"/>
            <p:cNvSpPr txBox="1"/>
            <p:nvPr/>
          </p:nvSpPr>
          <p:spPr>
            <a:xfrm>
              <a:off x="6569626" y="5421002"/>
              <a:ext cx="558165" cy="27686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750" i="1" spc="15" dirty="0">
                  <a:latin typeface="Times New Roman"/>
                  <a:cs typeface="Times New Roman"/>
                </a:rPr>
                <a:t>k</a:t>
              </a:r>
              <a:r>
                <a:rPr sz="1750" i="1" spc="135" dirty="0">
                  <a:latin typeface="Times New Roman"/>
                  <a:cs typeface="Times New Roman"/>
                </a:rPr>
                <a:t> </a:t>
              </a:r>
              <a:r>
                <a:rPr sz="1750" i="1" spc="15" dirty="0">
                  <a:latin typeface="Times New Roman"/>
                  <a:cs typeface="Times New Roman"/>
                </a:rPr>
                <a:t>b</a:t>
              </a:r>
              <a:r>
                <a:rPr sz="1750" i="1" spc="135" dirty="0">
                  <a:latin typeface="Times New Roman"/>
                  <a:cs typeface="Times New Roman"/>
                </a:rPr>
                <a:t>z</a:t>
              </a:r>
              <a:r>
                <a:rPr sz="1500" spc="22" baseline="44444" dirty="0">
                  <a:latin typeface="Symbol"/>
                  <a:cs typeface="Symbol"/>
                </a:rPr>
                <a:t></a:t>
              </a:r>
              <a:r>
                <a:rPr sz="1500" spc="30" baseline="44444" dirty="0">
                  <a:latin typeface="Times New Roman"/>
                  <a:cs typeface="Times New Roman"/>
                </a:rPr>
                <a:t>1</a:t>
              </a:r>
              <a:endParaRPr sz="1500" baseline="44444">
                <a:latin typeface="Times New Roman"/>
                <a:cs typeface="Times New Roman"/>
              </a:endParaRPr>
            </a:p>
          </p:txBody>
        </p:sp>
        <p:sp>
          <p:nvSpPr>
            <p:cNvPr id="93" name="object 93"/>
            <p:cNvSpPr txBox="1"/>
            <p:nvPr/>
          </p:nvSpPr>
          <p:spPr>
            <a:xfrm>
              <a:off x="7216144" y="5739017"/>
              <a:ext cx="163830" cy="15811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000" spc="15" dirty="0">
                  <a:latin typeface="Symbol"/>
                  <a:cs typeface="Symbol"/>
                </a:rPr>
                <a:t></a:t>
              </a:r>
              <a:r>
                <a:rPr sz="1000" spc="20" dirty="0">
                  <a:latin typeface="Times New Roman"/>
                  <a:cs typeface="Times New Roman"/>
                </a:rPr>
                <a:t>1</a:t>
              </a:r>
              <a:endParaRPr sz="1000">
                <a:latin typeface="Times New Roman"/>
                <a:cs typeface="Times New Roman"/>
              </a:endParaRPr>
            </a:p>
          </p:txBody>
        </p:sp>
        <p:sp>
          <p:nvSpPr>
            <p:cNvPr id="94" name="object 94"/>
            <p:cNvSpPr txBox="1"/>
            <p:nvPr/>
          </p:nvSpPr>
          <p:spPr>
            <a:xfrm>
              <a:off x="7789450" y="5739017"/>
              <a:ext cx="163830" cy="15811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000" spc="15" dirty="0">
                  <a:latin typeface="Symbol"/>
                  <a:cs typeface="Symbol"/>
                </a:rPr>
                <a:t></a:t>
              </a:r>
              <a:r>
                <a:rPr sz="1000" spc="20" dirty="0">
                  <a:latin typeface="Times New Roman"/>
                  <a:cs typeface="Times New Roman"/>
                </a:rPr>
                <a:t>2</a:t>
              </a:r>
              <a:endParaRPr sz="1000">
                <a:latin typeface="Times New Roman"/>
                <a:cs typeface="Times New Roman"/>
              </a:endParaRPr>
            </a:p>
          </p:txBody>
        </p:sp>
        <p:sp>
          <p:nvSpPr>
            <p:cNvPr id="95" name="object 95"/>
            <p:cNvSpPr txBox="1"/>
            <p:nvPr/>
          </p:nvSpPr>
          <p:spPr>
            <a:xfrm>
              <a:off x="8022142" y="5589771"/>
              <a:ext cx="514350" cy="25082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750" i="1" spc="15" dirty="0">
                  <a:latin typeface="Times New Roman"/>
                  <a:cs typeface="Times New Roman"/>
                </a:rPr>
                <a:t>y </a:t>
              </a:r>
              <a:r>
                <a:rPr sz="1750" i="1" spc="-30" dirty="0">
                  <a:latin typeface="Times New Roman"/>
                  <a:cs typeface="Times New Roman"/>
                </a:rPr>
                <a:t> </a:t>
              </a:r>
              <a:r>
                <a:rPr sz="1750" spc="50" dirty="0">
                  <a:latin typeface="Times New Roman"/>
                  <a:cs typeface="Times New Roman"/>
                </a:rPr>
                <a:t>(</a:t>
              </a:r>
              <a:r>
                <a:rPr sz="1750" i="1" spc="15" dirty="0">
                  <a:latin typeface="Times New Roman"/>
                  <a:cs typeface="Times New Roman"/>
                </a:rPr>
                <a:t>k</a:t>
              </a:r>
              <a:r>
                <a:rPr sz="1750" i="1" spc="-280" dirty="0">
                  <a:latin typeface="Times New Roman"/>
                  <a:cs typeface="Times New Roman"/>
                </a:rPr>
                <a:t> </a:t>
              </a:r>
              <a:r>
                <a:rPr sz="1750" spc="10" dirty="0">
                  <a:latin typeface="Times New Roman"/>
                  <a:cs typeface="Times New Roman"/>
                </a:rPr>
                <a:t>)</a:t>
              </a:r>
              <a:endParaRPr sz="1750">
                <a:latin typeface="Times New Roman"/>
                <a:cs typeface="Times New Roman"/>
              </a:endParaRPr>
            </a:p>
          </p:txBody>
        </p:sp>
        <p:sp>
          <p:nvSpPr>
            <p:cNvPr id="96" name="object 96"/>
            <p:cNvSpPr txBox="1"/>
            <p:nvPr/>
          </p:nvSpPr>
          <p:spPr>
            <a:xfrm>
              <a:off x="5708780" y="5761832"/>
              <a:ext cx="2089785" cy="25400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399415" algn="l"/>
                  <a:tab pos="1414145" algn="l"/>
                  <a:tab pos="1708785" algn="l"/>
                </a:tabLst>
              </a:pPr>
              <a:r>
                <a:rPr sz="1750" spc="150" dirty="0">
                  <a:latin typeface="Times New Roman"/>
                  <a:cs typeface="Times New Roman"/>
                </a:rPr>
                <a:t>1</a:t>
              </a:r>
              <a:r>
                <a:rPr sz="1750" spc="15" dirty="0">
                  <a:latin typeface="Symbol"/>
                  <a:cs typeface="Symbol"/>
                </a:rPr>
                <a:t></a:t>
              </a:r>
              <a:r>
                <a:rPr sz="1750" dirty="0">
                  <a:latin typeface="Times New Roman"/>
                  <a:cs typeface="Times New Roman"/>
                </a:rPr>
                <a:t>	</a:t>
              </a:r>
              <a:r>
                <a:rPr sz="1750" i="1" spc="15" dirty="0">
                  <a:latin typeface="Times New Roman"/>
                  <a:cs typeface="Times New Roman"/>
                </a:rPr>
                <a:t>a</a:t>
              </a:r>
              <a:r>
                <a:rPr sz="1750" i="1" spc="-105" dirty="0">
                  <a:latin typeface="Times New Roman"/>
                  <a:cs typeface="Times New Roman"/>
                </a:rPr>
                <a:t> </a:t>
              </a:r>
              <a:r>
                <a:rPr sz="1750" spc="125" dirty="0">
                  <a:latin typeface="Symbol"/>
                  <a:cs typeface="Symbol"/>
                </a:rPr>
                <a:t></a:t>
              </a:r>
              <a:r>
                <a:rPr sz="1750" spc="150" dirty="0">
                  <a:latin typeface="Times New Roman"/>
                  <a:cs typeface="Times New Roman"/>
                </a:rPr>
                <a:t>1</a:t>
              </a:r>
              <a:r>
                <a:rPr sz="1750" spc="15" dirty="0">
                  <a:latin typeface="Symbol"/>
                  <a:cs typeface="Symbol"/>
                </a:rPr>
                <a:t></a:t>
              </a:r>
              <a:r>
                <a:rPr sz="1750" spc="-105" dirty="0">
                  <a:latin typeface="Times New Roman"/>
                  <a:cs typeface="Times New Roman"/>
                </a:rPr>
                <a:t> </a:t>
              </a:r>
              <a:r>
                <a:rPr sz="1750" i="1" spc="15" dirty="0">
                  <a:latin typeface="Times New Roman"/>
                  <a:cs typeface="Times New Roman"/>
                </a:rPr>
                <a:t>k</a:t>
              </a:r>
              <a:r>
                <a:rPr sz="1750" i="1" spc="135" dirty="0">
                  <a:latin typeface="Times New Roman"/>
                  <a:cs typeface="Times New Roman"/>
                </a:rPr>
                <a:t> </a:t>
              </a:r>
              <a:r>
                <a:rPr sz="1750" i="1" spc="15" dirty="0">
                  <a:latin typeface="Times New Roman"/>
                  <a:cs typeface="Times New Roman"/>
                </a:rPr>
                <a:t>b</a:t>
              </a:r>
              <a:r>
                <a:rPr sz="1750" i="1" dirty="0">
                  <a:latin typeface="Times New Roman"/>
                  <a:cs typeface="Times New Roman"/>
                </a:rPr>
                <a:t>	</a:t>
              </a:r>
              <a:r>
                <a:rPr sz="1750" i="1" spc="10" dirty="0">
                  <a:latin typeface="Times New Roman"/>
                  <a:cs typeface="Times New Roman"/>
                </a:rPr>
                <a:t>z</a:t>
              </a:r>
              <a:r>
                <a:rPr sz="1750" i="1" dirty="0">
                  <a:latin typeface="Times New Roman"/>
                  <a:cs typeface="Times New Roman"/>
                </a:rPr>
                <a:t>	</a:t>
              </a:r>
              <a:r>
                <a:rPr sz="1750" spc="15" dirty="0">
                  <a:latin typeface="Symbol"/>
                  <a:cs typeface="Symbol"/>
                </a:rPr>
                <a:t></a:t>
              </a:r>
              <a:r>
                <a:rPr sz="1750" spc="-135" dirty="0">
                  <a:latin typeface="Times New Roman"/>
                  <a:cs typeface="Times New Roman"/>
                </a:rPr>
                <a:t> </a:t>
              </a:r>
              <a:r>
                <a:rPr sz="1750" i="1" spc="15" dirty="0">
                  <a:latin typeface="Times New Roman"/>
                  <a:cs typeface="Times New Roman"/>
                </a:rPr>
                <a:t>az</a:t>
              </a:r>
              <a:endParaRPr sz="1750">
                <a:latin typeface="Times New Roman"/>
                <a:cs typeface="Times New Roman"/>
              </a:endParaRPr>
            </a:p>
          </p:txBody>
        </p:sp>
        <p:sp>
          <p:nvSpPr>
            <p:cNvPr id="97" name="object 97"/>
            <p:cNvSpPr txBox="1"/>
            <p:nvPr/>
          </p:nvSpPr>
          <p:spPr>
            <a:xfrm>
              <a:off x="6679760" y="5581782"/>
              <a:ext cx="69850" cy="15557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000" i="1" spc="10" dirty="0">
                  <a:latin typeface="Times New Roman"/>
                  <a:cs typeface="Times New Roman"/>
                </a:rPr>
                <a:t>I</a:t>
              </a:r>
              <a:endParaRPr sz="1000">
                <a:latin typeface="Times New Roman"/>
                <a:cs typeface="Times New Roman"/>
              </a:endParaRPr>
            </a:p>
          </p:txBody>
        </p:sp>
        <p:sp>
          <p:nvSpPr>
            <p:cNvPr id="98" name="object 98"/>
            <p:cNvSpPr txBox="1"/>
            <p:nvPr/>
          </p:nvSpPr>
          <p:spPr>
            <a:xfrm>
              <a:off x="8125176" y="5724157"/>
              <a:ext cx="92075" cy="15557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000" i="1" spc="20" dirty="0">
                  <a:latin typeface="Times New Roman"/>
                  <a:cs typeface="Times New Roman"/>
                </a:rPr>
                <a:t>d</a:t>
              </a:r>
              <a:endParaRPr sz="1000">
                <a:latin typeface="Times New Roman"/>
                <a:cs typeface="Times New Roman"/>
              </a:endParaRPr>
            </a:p>
          </p:txBody>
        </p:sp>
        <p:sp>
          <p:nvSpPr>
            <p:cNvPr id="99" name="object 99"/>
            <p:cNvSpPr txBox="1"/>
            <p:nvPr/>
          </p:nvSpPr>
          <p:spPr>
            <a:xfrm>
              <a:off x="6802399" y="5899810"/>
              <a:ext cx="69850" cy="15557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000" i="1" spc="10" dirty="0">
                  <a:latin typeface="Times New Roman"/>
                  <a:cs typeface="Times New Roman"/>
                </a:rPr>
                <a:t>I</a:t>
              </a:r>
              <a:endParaRPr sz="1000">
                <a:latin typeface="Times New Roman"/>
                <a:cs typeface="Times New Roman"/>
              </a:endParaRPr>
            </a:p>
          </p:txBody>
        </p:sp>
      </p:grpSp>
      <p:graphicFrame>
        <p:nvGraphicFramePr>
          <p:cNvPr id="60" name="object 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2945387"/>
              </p:ext>
            </p:extLst>
          </p:nvPr>
        </p:nvGraphicFramePr>
        <p:xfrm>
          <a:off x="3163804" y="2073082"/>
          <a:ext cx="1826902" cy="90867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0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67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6324">
                <a:tc rowSpan="2">
                  <a:txBody>
                    <a:bodyPr/>
                    <a:lstStyle/>
                    <a:p>
                      <a:pPr marR="40640" algn="ctr">
                        <a:lnSpc>
                          <a:spcPct val="100000"/>
                        </a:lnSpc>
                      </a:pPr>
                      <a:r>
                        <a:rPr sz="2100" i="1" spc="100" dirty="0">
                          <a:latin typeface="Times New Roman"/>
                          <a:cs typeface="Times New Roman"/>
                        </a:rPr>
                        <a:t>k</a:t>
                      </a:r>
                      <a:r>
                        <a:rPr sz="2625" i="1" baseline="-15873" dirty="0">
                          <a:latin typeface="Times New Roman"/>
                          <a:cs typeface="Times New Roman"/>
                        </a:rPr>
                        <a:t>I</a:t>
                      </a:r>
                      <a:endParaRPr sz="2625" baseline="-15873" dirty="0">
                        <a:latin typeface="Times New Roman"/>
                        <a:cs typeface="Times New Roman"/>
                      </a:endParaRPr>
                    </a:p>
                    <a:p>
                      <a:pPr marR="26034"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210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2100" spc="-3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100" dirty="0">
                          <a:latin typeface="Symbol"/>
                          <a:cs typeface="Symbol"/>
                        </a:rPr>
                        <a:t></a:t>
                      </a:r>
                      <a:r>
                        <a:rPr sz="2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100" i="1" spc="150" dirty="0"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sz="2625" spc="-157" baseline="30158" dirty="0">
                          <a:latin typeface="Symbol"/>
                          <a:cs typeface="Symbol"/>
                        </a:rPr>
                        <a:t></a:t>
                      </a:r>
                      <a:r>
                        <a:rPr sz="2625" baseline="30158" dirty="0">
                          <a:latin typeface="Times New Roman"/>
                          <a:cs typeface="Times New Roman"/>
                        </a:rPr>
                        <a:t>1</a:t>
                      </a:r>
                    </a:p>
                  </a:txBody>
                  <a:tcPr marL="0" marR="0" marT="0" marB="0">
                    <a:lnL w="15993">
                      <a:solidFill>
                        <a:srgbClr val="000000"/>
                      </a:solidFill>
                      <a:prstDash val="solid"/>
                    </a:lnL>
                    <a:lnR w="15993">
                      <a:solidFill>
                        <a:srgbClr val="000000"/>
                      </a:solidFill>
                      <a:prstDash val="solid"/>
                    </a:lnR>
                    <a:lnT w="15993">
                      <a:solidFill>
                        <a:srgbClr val="000000"/>
                      </a:solidFill>
                      <a:prstDash val="solid"/>
                    </a:lnT>
                    <a:lnB w="1599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</a:pPr>
                      <a:r>
                        <a:rPr sz="2100" i="1" spc="95" dirty="0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2100" spc="5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100" i="1" spc="175" dirty="0">
                          <a:latin typeface="Times New Roman"/>
                          <a:cs typeface="Times New Roman"/>
                        </a:rPr>
                        <a:t>k</a:t>
                      </a:r>
                      <a:r>
                        <a:rPr sz="2100" dirty="0">
                          <a:latin typeface="Times New Roman"/>
                          <a:cs typeface="Times New Roman"/>
                        </a:rPr>
                        <a:t>)</a:t>
                      </a:r>
                    </a:p>
                  </a:txBody>
                  <a:tcPr marL="0" marR="0" marT="0" marB="0">
                    <a:lnL w="15993">
                      <a:solidFill>
                        <a:srgbClr val="000000"/>
                      </a:solidFill>
                      <a:prstDash val="solid"/>
                    </a:lnL>
                    <a:lnB w="15988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34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5993">
                      <a:solidFill>
                        <a:srgbClr val="000000"/>
                      </a:solidFill>
                      <a:prstDash val="solid"/>
                    </a:lnL>
                    <a:lnR w="15993">
                      <a:solidFill>
                        <a:srgbClr val="000000"/>
                      </a:solidFill>
                      <a:prstDash val="solid"/>
                    </a:lnR>
                    <a:lnT w="15993">
                      <a:solidFill>
                        <a:srgbClr val="000000"/>
                      </a:solidFill>
                      <a:prstDash val="solid"/>
                    </a:lnT>
                    <a:lnB w="1599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5993">
                      <a:solidFill>
                        <a:srgbClr val="000000"/>
                      </a:solidFill>
                      <a:prstDash val="solid"/>
                    </a:lnL>
                    <a:lnT w="15988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7567" y="728606"/>
            <a:ext cx="4030979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g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9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Co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9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4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ad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y</a:t>
            </a:r>
            <a:r>
              <a:rPr sz="3400" spc="-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8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G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034027" y="2037313"/>
            <a:ext cx="875030" cy="514350"/>
          </a:xfrm>
          <a:custGeom>
            <a:avLst/>
            <a:gdLst/>
            <a:ahLst/>
            <a:cxnLst/>
            <a:rect l="l" t="t" r="r" b="b"/>
            <a:pathLst>
              <a:path w="875029" h="514350">
                <a:moveTo>
                  <a:pt x="0" y="514289"/>
                </a:moveTo>
                <a:lnTo>
                  <a:pt x="874775" y="514289"/>
                </a:lnTo>
                <a:lnTo>
                  <a:pt x="874775" y="0"/>
                </a:lnTo>
                <a:lnTo>
                  <a:pt x="0" y="0"/>
                </a:lnTo>
                <a:lnTo>
                  <a:pt x="0" y="51428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143640" y="2037335"/>
            <a:ext cx="875030" cy="535940"/>
          </a:xfrm>
          <a:custGeom>
            <a:avLst/>
            <a:gdLst/>
            <a:ahLst/>
            <a:cxnLst/>
            <a:rect l="l" t="t" r="r" b="b"/>
            <a:pathLst>
              <a:path w="875029" h="535939">
                <a:moveTo>
                  <a:pt x="0" y="535603"/>
                </a:moveTo>
                <a:lnTo>
                  <a:pt x="874775" y="535603"/>
                </a:lnTo>
                <a:lnTo>
                  <a:pt x="874775" y="0"/>
                </a:lnTo>
                <a:lnTo>
                  <a:pt x="0" y="0"/>
                </a:lnTo>
                <a:lnTo>
                  <a:pt x="0" y="53560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009775" y="2181237"/>
            <a:ext cx="400050" cy="384175"/>
          </a:xfrm>
          <a:custGeom>
            <a:avLst/>
            <a:gdLst/>
            <a:ahLst/>
            <a:cxnLst/>
            <a:rect l="l" t="t" r="r" b="b"/>
            <a:pathLst>
              <a:path w="400050" h="384175">
                <a:moveTo>
                  <a:pt x="0" y="383715"/>
                </a:moveTo>
                <a:lnTo>
                  <a:pt x="400049" y="383715"/>
                </a:lnTo>
                <a:lnTo>
                  <a:pt x="400049" y="0"/>
                </a:lnTo>
                <a:lnTo>
                  <a:pt x="0" y="0"/>
                </a:lnTo>
                <a:lnTo>
                  <a:pt x="0" y="3837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93772" y="2746153"/>
            <a:ext cx="400050" cy="384175"/>
          </a:xfrm>
          <a:custGeom>
            <a:avLst/>
            <a:gdLst/>
            <a:ahLst/>
            <a:cxnLst/>
            <a:rect l="l" t="t" r="r" b="b"/>
            <a:pathLst>
              <a:path w="400050" h="384175">
                <a:moveTo>
                  <a:pt x="0" y="383715"/>
                </a:moveTo>
                <a:lnTo>
                  <a:pt x="400049" y="383715"/>
                </a:lnTo>
                <a:lnTo>
                  <a:pt x="400049" y="0"/>
                </a:lnTo>
                <a:lnTo>
                  <a:pt x="0" y="0"/>
                </a:lnTo>
                <a:lnTo>
                  <a:pt x="0" y="3837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911486" y="2079955"/>
            <a:ext cx="1290955" cy="999490"/>
          </a:xfrm>
          <a:custGeom>
            <a:avLst/>
            <a:gdLst/>
            <a:ahLst/>
            <a:cxnLst/>
            <a:rect l="l" t="t" r="r" b="b"/>
            <a:pathLst>
              <a:path w="1290954" h="999489">
                <a:moveTo>
                  <a:pt x="0" y="999256"/>
                </a:moveTo>
                <a:lnTo>
                  <a:pt x="1290827" y="999256"/>
                </a:lnTo>
                <a:lnTo>
                  <a:pt x="1290827" y="0"/>
                </a:lnTo>
                <a:lnTo>
                  <a:pt x="0" y="0"/>
                </a:lnTo>
                <a:lnTo>
                  <a:pt x="0" y="9992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911463" y="2079952"/>
            <a:ext cx="1290955" cy="999490"/>
          </a:xfrm>
          <a:custGeom>
            <a:avLst/>
            <a:gdLst/>
            <a:ahLst/>
            <a:cxnLst/>
            <a:rect l="l" t="t" r="r" b="b"/>
            <a:pathLst>
              <a:path w="1290954" h="999489">
                <a:moveTo>
                  <a:pt x="0" y="0"/>
                </a:moveTo>
                <a:lnTo>
                  <a:pt x="1290803" y="0"/>
                </a:lnTo>
                <a:lnTo>
                  <a:pt x="1290803" y="999280"/>
                </a:lnTo>
                <a:lnTo>
                  <a:pt x="0" y="999280"/>
                </a:lnTo>
                <a:lnTo>
                  <a:pt x="0" y="0"/>
                </a:lnTo>
                <a:close/>
              </a:path>
            </a:pathLst>
          </a:custGeom>
          <a:ln w="159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124013" y="2614262"/>
            <a:ext cx="846455" cy="0"/>
          </a:xfrm>
          <a:custGeom>
            <a:avLst/>
            <a:gdLst/>
            <a:ahLst/>
            <a:cxnLst/>
            <a:rect l="l" t="t" r="r" b="b"/>
            <a:pathLst>
              <a:path w="846454">
                <a:moveTo>
                  <a:pt x="0" y="0"/>
                </a:moveTo>
                <a:lnTo>
                  <a:pt x="845854" y="0"/>
                </a:lnTo>
              </a:path>
            </a:pathLst>
          </a:custGeom>
          <a:ln w="110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409818" y="2580918"/>
            <a:ext cx="365760" cy="0"/>
          </a:xfrm>
          <a:custGeom>
            <a:avLst/>
            <a:gdLst/>
            <a:ahLst/>
            <a:cxnLst/>
            <a:rect l="l" t="t" r="r" b="b"/>
            <a:pathLst>
              <a:path w="365760">
                <a:moveTo>
                  <a:pt x="0" y="0"/>
                </a:moveTo>
                <a:lnTo>
                  <a:pt x="365377" y="0"/>
                </a:lnTo>
              </a:path>
            </a:pathLst>
          </a:custGeom>
          <a:ln w="159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769869" y="2495672"/>
            <a:ext cx="173355" cy="173355"/>
          </a:xfrm>
          <a:custGeom>
            <a:avLst/>
            <a:gdLst/>
            <a:ahLst/>
            <a:cxnLst/>
            <a:rect l="l" t="t" r="r" b="b"/>
            <a:pathLst>
              <a:path w="173355" h="173355">
                <a:moveTo>
                  <a:pt x="0" y="0"/>
                </a:moveTo>
                <a:lnTo>
                  <a:pt x="0" y="173187"/>
                </a:lnTo>
                <a:lnTo>
                  <a:pt x="173354" y="8525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09600" y="2293132"/>
            <a:ext cx="1032510" cy="560070"/>
          </a:xfrm>
          <a:custGeom>
            <a:avLst/>
            <a:gdLst/>
            <a:ahLst/>
            <a:cxnLst/>
            <a:rect l="l" t="t" r="r" b="b"/>
            <a:pathLst>
              <a:path w="1032510" h="560069">
                <a:moveTo>
                  <a:pt x="0" y="559582"/>
                </a:moveTo>
                <a:lnTo>
                  <a:pt x="1032128" y="559582"/>
                </a:lnTo>
                <a:lnTo>
                  <a:pt x="1032128" y="0"/>
                </a:lnTo>
                <a:lnTo>
                  <a:pt x="0" y="0"/>
                </a:lnTo>
                <a:lnTo>
                  <a:pt x="0" y="55958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103119" y="2416126"/>
            <a:ext cx="283210" cy="282575"/>
          </a:xfrm>
          <a:custGeom>
            <a:avLst/>
            <a:gdLst/>
            <a:ahLst/>
            <a:cxnLst/>
            <a:rect l="l" t="t" r="r" b="b"/>
            <a:pathLst>
              <a:path w="283210" h="282575">
                <a:moveTo>
                  <a:pt x="130487" y="0"/>
                </a:moveTo>
                <a:lnTo>
                  <a:pt x="88736" y="9565"/>
                </a:lnTo>
                <a:lnTo>
                  <a:pt x="52853" y="30387"/>
                </a:lnTo>
                <a:lnTo>
                  <a:pt x="24796" y="60507"/>
                </a:lnTo>
                <a:lnTo>
                  <a:pt x="6525" y="97967"/>
                </a:lnTo>
                <a:lnTo>
                  <a:pt x="0" y="140810"/>
                </a:lnTo>
                <a:lnTo>
                  <a:pt x="438" y="152113"/>
                </a:lnTo>
                <a:lnTo>
                  <a:pt x="10113" y="193697"/>
                </a:lnTo>
                <a:lnTo>
                  <a:pt x="31022" y="229430"/>
                </a:lnTo>
                <a:lnTo>
                  <a:pt x="61239" y="257367"/>
                </a:lnTo>
                <a:lnTo>
                  <a:pt x="98839" y="275557"/>
                </a:lnTo>
                <a:lnTo>
                  <a:pt x="141899" y="282053"/>
                </a:lnTo>
                <a:lnTo>
                  <a:pt x="156378" y="281277"/>
                </a:lnTo>
                <a:lnTo>
                  <a:pt x="196916" y="270783"/>
                </a:lnTo>
                <a:lnTo>
                  <a:pt x="231663" y="249317"/>
                </a:lnTo>
                <a:lnTo>
                  <a:pt x="258764" y="218521"/>
                </a:lnTo>
                <a:lnTo>
                  <a:pt x="276363" y="180037"/>
                </a:lnTo>
                <a:lnTo>
                  <a:pt x="282605" y="135507"/>
                </a:lnTo>
                <a:lnTo>
                  <a:pt x="281402" y="121463"/>
                </a:lnTo>
                <a:lnTo>
                  <a:pt x="269957" y="82233"/>
                </a:lnTo>
                <a:lnTo>
                  <a:pt x="247804" y="48718"/>
                </a:lnTo>
                <a:lnTo>
                  <a:pt x="216282" y="22673"/>
                </a:lnTo>
                <a:lnTo>
                  <a:pt x="176730" y="5849"/>
                </a:lnTo>
                <a:lnTo>
                  <a:pt x="13048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103112" y="2416130"/>
            <a:ext cx="283210" cy="282575"/>
          </a:xfrm>
          <a:custGeom>
            <a:avLst/>
            <a:gdLst/>
            <a:ahLst/>
            <a:cxnLst/>
            <a:rect l="l" t="t" r="r" b="b"/>
            <a:pathLst>
              <a:path w="283210" h="282575">
                <a:moveTo>
                  <a:pt x="0" y="140810"/>
                </a:moveTo>
                <a:lnTo>
                  <a:pt x="6525" y="97968"/>
                </a:lnTo>
                <a:lnTo>
                  <a:pt x="24797" y="60508"/>
                </a:lnTo>
                <a:lnTo>
                  <a:pt x="52854" y="30388"/>
                </a:lnTo>
                <a:lnTo>
                  <a:pt x="88738" y="9566"/>
                </a:lnTo>
                <a:lnTo>
                  <a:pt x="130487" y="0"/>
                </a:lnTo>
                <a:lnTo>
                  <a:pt x="146562" y="622"/>
                </a:lnTo>
                <a:lnTo>
                  <a:pt x="190724" y="10325"/>
                </a:lnTo>
                <a:lnTo>
                  <a:pt x="227748" y="30418"/>
                </a:lnTo>
                <a:lnTo>
                  <a:pt x="256296" y="59148"/>
                </a:lnTo>
                <a:lnTo>
                  <a:pt x="275028" y="94763"/>
                </a:lnTo>
                <a:lnTo>
                  <a:pt x="282605" y="135508"/>
                </a:lnTo>
                <a:lnTo>
                  <a:pt x="281900" y="150921"/>
                </a:lnTo>
                <a:lnTo>
                  <a:pt x="271666" y="193616"/>
                </a:lnTo>
                <a:lnTo>
                  <a:pt x="250694" y="229720"/>
                </a:lnTo>
                <a:lnTo>
                  <a:pt x="220838" y="257589"/>
                </a:lnTo>
                <a:lnTo>
                  <a:pt x="183954" y="275581"/>
                </a:lnTo>
                <a:lnTo>
                  <a:pt x="141897" y="282053"/>
                </a:lnTo>
                <a:lnTo>
                  <a:pt x="127057" y="281307"/>
                </a:lnTo>
                <a:lnTo>
                  <a:pt x="85604" y="270696"/>
                </a:lnTo>
                <a:lnTo>
                  <a:pt x="50251" y="249039"/>
                </a:lnTo>
                <a:lnTo>
                  <a:pt x="22923" y="218287"/>
                </a:lnTo>
                <a:lnTo>
                  <a:pt x="5545" y="180387"/>
                </a:lnTo>
                <a:lnTo>
                  <a:pt x="0" y="140810"/>
                </a:lnTo>
                <a:close/>
              </a:path>
            </a:pathLst>
          </a:custGeom>
          <a:ln w="159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135118" y="2455699"/>
            <a:ext cx="216535" cy="200025"/>
          </a:xfrm>
          <a:custGeom>
            <a:avLst/>
            <a:gdLst/>
            <a:ahLst/>
            <a:cxnLst/>
            <a:rect l="l" t="t" r="r" b="b"/>
            <a:pathLst>
              <a:path w="216535" h="200025">
                <a:moveTo>
                  <a:pt x="216025" y="0"/>
                </a:moveTo>
                <a:lnTo>
                  <a:pt x="0" y="199831"/>
                </a:lnTo>
              </a:path>
            </a:pathLst>
          </a:custGeom>
          <a:ln w="159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143119" y="2482327"/>
            <a:ext cx="210820" cy="165735"/>
          </a:xfrm>
          <a:custGeom>
            <a:avLst/>
            <a:gdLst/>
            <a:ahLst/>
            <a:cxnLst/>
            <a:rect l="l" t="t" r="r" b="b"/>
            <a:pathLst>
              <a:path w="210819" h="165735">
                <a:moveTo>
                  <a:pt x="0" y="0"/>
                </a:moveTo>
                <a:lnTo>
                  <a:pt x="210692" y="165221"/>
                </a:lnTo>
              </a:path>
            </a:pathLst>
          </a:custGeom>
          <a:ln w="159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239130" y="3457600"/>
            <a:ext cx="4277995" cy="0"/>
          </a:xfrm>
          <a:custGeom>
            <a:avLst/>
            <a:gdLst/>
            <a:ahLst/>
            <a:cxnLst/>
            <a:rect l="l" t="t" r="r" b="b"/>
            <a:pathLst>
              <a:path w="4277995">
                <a:moveTo>
                  <a:pt x="0" y="0"/>
                </a:moveTo>
                <a:lnTo>
                  <a:pt x="4277856" y="0"/>
                </a:lnTo>
              </a:path>
            </a:pathLst>
          </a:custGeom>
          <a:ln w="159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628389" y="2580918"/>
            <a:ext cx="299085" cy="0"/>
          </a:xfrm>
          <a:custGeom>
            <a:avLst/>
            <a:gdLst/>
            <a:ahLst/>
            <a:cxnLst/>
            <a:rect l="l" t="t" r="r" b="b"/>
            <a:pathLst>
              <a:path w="299085">
                <a:moveTo>
                  <a:pt x="0" y="0"/>
                </a:moveTo>
                <a:lnTo>
                  <a:pt x="298701" y="0"/>
                </a:lnTo>
              </a:path>
            </a:pathLst>
          </a:custGeom>
          <a:ln w="159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921763" y="2495672"/>
            <a:ext cx="173355" cy="173355"/>
          </a:xfrm>
          <a:custGeom>
            <a:avLst/>
            <a:gdLst/>
            <a:ahLst/>
            <a:cxnLst/>
            <a:rect l="l" t="t" r="r" b="b"/>
            <a:pathLst>
              <a:path w="173355" h="173355">
                <a:moveTo>
                  <a:pt x="0" y="0"/>
                </a:moveTo>
                <a:lnTo>
                  <a:pt x="0" y="173187"/>
                </a:lnTo>
                <a:lnTo>
                  <a:pt x="173354" y="8525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228948" y="2556940"/>
            <a:ext cx="1120140" cy="3175"/>
          </a:xfrm>
          <a:custGeom>
            <a:avLst/>
            <a:gdLst/>
            <a:ahLst/>
            <a:cxnLst/>
            <a:rect l="l" t="t" r="r" b="b"/>
            <a:pathLst>
              <a:path w="1120140" h="3175">
                <a:moveTo>
                  <a:pt x="0" y="2650"/>
                </a:moveTo>
                <a:lnTo>
                  <a:pt x="1120133" y="0"/>
                </a:lnTo>
              </a:path>
            </a:pathLst>
          </a:custGeom>
          <a:ln w="159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343789" y="2471684"/>
            <a:ext cx="173355" cy="173355"/>
          </a:xfrm>
          <a:custGeom>
            <a:avLst/>
            <a:gdLst/>
            <a:ahLst/>
            <a:cxnLst/>
            <a:rect l="l" t="t" r="r" b="b"/>
            <a:pathLst>
              <a:path w="173354" h="173355">
                <a:moveTo>
                  <a:pt x="0" y="0"/>
                </a:moveTo>
                <a:lnTo>
                  <a:pt x="0" y="173187"/>
                </a:lnTo>
                <a:lnTo>
                  <a:pt x="173339" y="8525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506314" y="2570285"/>
            <a:ext cx="0" cy="887730"/>
          </a:xfrm>
          <a:custGeom>
            <a:avLst/>
            <a:gdLst/>
            <a:ahLst/>
            <a:cxnLst/>
            <a:rect l="l" t="t" r="r" b="b"/>
            <a:pathLst>
              <a:path h="887729">
                <a:moveTo>
                  <a:pt x="0" y="0"/>
                </a:moveTo>
                <a:lnTo>
                  <a:pt x="0" y="887315"/>
                </a:lnTo>
              </a:path>
            </a:pathLst>
          </a:custGeom>
          <a:ln w="160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239130" y="2892684"/>
            <a:ext cx="0" cy="565150"/>
          </a:xfrm>
          <a:custGeom>
            <a:avLst/>
            <a:gdLst/>
            <a:ahLst/>
            <a:cxnLst/>
            <a:rect l="l" t="t" r="r" b="b"/>
            <a:pathLst>
              <a:path h="565150">
                <a:moveTo>
                  <a:pt x="0" y="564915"/>
                </a:moveTo>
                <a:lnTo>
                  <a:pt x="0" y="0"/>
                </a:lnTo>
              </a:path>
            </a:pathLst>
          </a:custGeom>
          <a:ln w="160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153792" y="2724820"/>
            <a:ext cx="173355" cy="173355"/>
          </a:xfrm>
          <a:custGeom>
            <a:avLst/>
            <a:gdLst/>
            <a:ahLst/>
            <a:cxnLst/>
            <a:rect l="l" t="t" r="r" b="b"/>
            <a:pathLst>
              <a:path w="173355" h="173355">
                <a:moveTo>
                  <a:pt x="85343" y="0"/>
                </a:moveTo>
                <a:lnTo>
                  <a:pt x="0" y="173217"/>
                </a:lnTo>
                <a:lnTo>
                  <a:pt x="173354" y="173217"/>
                </a:lnTo>
                <a:lnTo>
                  <a:pt x="853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764785" y="2485003"/>
            <a:ext cx="173990" cy="173355"/>
          </a:xfrm>
          <a:custGeom>
            <a:avLst/>
            <a:gdLst/>
            <a:ahLst/>
            <a:cxnLst/>
            <a:rect l="l" t="t" r="r" b="b"/>
            <a:pathLst>
              <a:path w="173989" h="173355">
                <a:moveTo>
                  <a:pt x="0" y="0"/>
                </a:moveTo>
                <a:lnTo>
                  <a:pt x="0" y="173187"/>
                </a:lnTo>
                <a:lnTo>
                  <a:pt x="173370" y="8528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943225" y="2103964"/>
            <a:ext cx="1160145" cy="908685"/>
          </a:xfrm>
          <a:custGeom>
            <a:avLst/>
            <a:gdLst/>
            <a:ahLst/>
            <a:cxnLst/>
            <a:rect l="l" t="t" r="r" b="b"/>
            <a:pathLst>
              <a:path w="1160145" h="908685">
                <a:moveTo>
                  <a:pt x="0" y="908648"/>
                </a:moveTo>
                <a:lnTo>
                  <a:pt x="1160144" y="908648"/>
                </a:lnTo>
                <a:lnTo>
                  <a:pt x="1160144" y="0"/>
                </a:lnTo>
                <a:lnTo>
                  <a:pt x="0" y="0"/>
                </a:lnTo>
                <a:lnTo>
                  <a:pt x="0" y="90864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158548" y="2546891"/>
            <a:ext cx="723265" cy="0"/>
          </a:xfrm>
          <a:custGeom>
            <a:avLst/>
            <a:gdLst/>
            <a:ahLst/>
            <a:cxnLst/>
            <a:rect l="l" t="t" r="r" b="b"/>
            <a:pathLst>
              <a:path w="723264">
                <a:moveTo>
                  <a:pt x="0" y="0"/>
                </a:moveTo>
                <a:lnTo>
                  <a:pt x="722938" y="0"/>
                </a:lnTo>
              </a:path>
            </a:pathLst>
          </a:custGeom>
          <a:ln w="111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6356553" y="2131432"/>
            <a:ext cx="479425" cy="2914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i="1" spc="70" dirty="0">
                <a:latin typeface="Times New Roman"/>
                <a:cs typeface="Times New Roman"/>
              </a:rPr>
              <a:t>y</a:t>
            </a:r>
            <a:r>
              <a:rPr sz="2100" spc="40" dirty="0">
                <a:latin typeface="Times New Roman"/>
                <a:cs typeface="Times New Roman"/>
              </a:rPr>
              <a:t>(</a:t>
            </a:r>
            <a:r>
              <a:rPr sz="2100" i="1" spc="-10" dirty="0">
                <a:latin typeface="Times New Roman"/>
                <a:cs typeface="Times New Roman"/>
              </a:rPr>
              <a:t>k</a:t>
            </a:r>
            <a:r>
              <a:rPr sz="2100" i="1" spc="-34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)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029080" y="2227712"/>
            <a:ext cx="150495" cy="2470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50" spc="-10" dirty="0">
                <a:latin typeface="Times New Roman"/>
                <a:cs typeface="Times New Roman"/>
              </a:rPr>
              <a:t>+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013078" y="2792621"/>
            <a:ext cx="99695" cy="2470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50" spc="-10" dirty="0">
                <a:latin typeface="Times New Roman"/>
                <a:cs typeface="Times New Roman"/>
              </a:rPr>
              <a:t>-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721253" y="2617094"/>
            <a:ext cx="245745" cy="250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50" spc="-114" dirty="0">
                <a:latin typeface="Symbol"/>
                <a:cs typeface="Symbol"/>
              </a:rPr>
              <a:t></a:t>
            </a:r>
            <a:r>
              <a:rPr sz="1750" spc="-10" dirty="0">
                <a:latin typeface="Times New Roman"/>
                <a:cs typeface="Times New Roman"/>
              </a:rPr>
              <a:t>1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286871" y="2201875"/>
            <a:ext cx="514350" cy="379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150" i="1" spc="-22" baseline="-25132" dirty="0">
                <a:latin typeface="Times New Roman"/>
                <a:cs typeface="Times New Roman"/>
              </a:rPr>
              <a:t>b</a:t>
            </a:r>
            <a:r>
              <a:rPr sz="3150" i="1" spc="209" baseline="-25132" dirty="0">
                <a:latin typeface="Times New Roman"/>
                <a:cs typeface="Times New Roman"/>
              </a:rPr>
              <a:t>z</a:t>
            </a:r>
            <a:r>
              <a:rPr sz="1750" spc="-15" dirty="0">
                <a:latin typeface="Symbol"/>
                <a:cs typeface="Symbol"/>
              </a:rPr>
              <a:t></a:t>
            </a:r>
            <a:r>
              <a:rPr sz="1750" spc="-10" dirty="0">
                <a:latin typeface="Times New Roman"/>
                <a:cs typeface="Times New Roman"/>
              </a:rPr>
              <a:t>1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100222" y="2699915"/>
            <a:ext cx="627380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spc="-15" dirty="0">
                <a:latin typeface="Times New Roman"/>
                <a:cs typeface="Times New Roman"/>
              </a:rPr>
              <a:t>1</a:t>
            </a:r>
            <a:r>
              <a:rPr sz="2100" spc="-305" dirty="0">
                <a:latin typeface="Times New Roman"/>
                <a:cs typeface="Times New Roman"/>
              </a:rPr>
              <a:t> </a:t>
            </a:r>
            <a:r>
              <a:rPr sz="2100" spc="-15" dirty="0">
                <a:latin typeface="Symbol"/>
                <a:cs typeface="Symbol"/>
              </a:rPr>
              <a:t></a:t>
            </a:r>
            <a:r>
              <a:rPr sz="2100" spc="-80" dirty="0">
                <a:latin typeface="Times New Roman"/>
                <a:cs typeface="Times New Roman"/>
              </a:rPr>
              <a:t> </a:t>
            </a:r>
            <a:r>
              <a:rPr sz="2100" i="1" spc="-10" dirty="0">
                <a:latin typeface="Times New Roman"/>
                <a:cs typeface="Times New Roman"/>
              </a:rPr>
              <a:t>az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21826" y="2412748"/>
            <a:ext cx="630555" cy="349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i="1" spc="0" dirty="0">
                <a:latin typeface="Times New Roman"/>
                <a:cs typeface="Times New Roman"/>
              </a:rPr>
              <a:t>y</a:t>
            </a:r>
            <a:r>
              <a:rPr sz="2625" i="1" spc="-15" baseline="-15873" dirty="0">
                <a:latin typeface="Times New Roman"/>
                <a:cs typeface="Times New Roman"/>
              </a:rPr>
              <a:t>d</a:t>
            </a:r>
            <a:r>
              <a:rPr sz="2625" i="1" spc="-89" baseline="-15873" dirty="0">
                <a:latin typeface="Times New Roman"/>
                <a:cs typeface="Times New Roman"/>
              </a:rPr>
              <a:t> </a:t>
            </a:r>
            <a:r>
              <a:rPr sz="2100" spc="40" dirty="0">
                <a:latin typeface="Times New Roman"/>
                <a:cs typeface="Times New Roman"/>
              </a:rPr>
              <a:t>(</a:t>
            </a:r>
            <a:r>
              <a:rPr sz="2100" i="1" spc="-10" dirty="0">
                <a:latin typeface="Times New Roman"/>
                <a:cs typeface="Times New Roman"/>
              </a:rPr>
              <a:t>k</a:t>
            </a:r>
            <a:r>
              <a:rPr sz="2100" i="1" spc="-34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)</a:t>
            </a:r>
            <a:endParaRPr sz="2100">
              <a:latin typeface="Times New Roman"/>
              <a:cs typeface="Times New Roman"/>
            </a:endParaRP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4FB83DB5-D5C4-90F5-DC73-49A45FA08D05}"/>
              </a:ext>
            </a:extLst>
          </p:cNvPr>
          <p:cNvGrpSpPr/>
          <p:nvPr/>
        </p:nvGrpSpPr>
        <p:grpSpPr>
          <a:xfrm>
            <a:off x="4002368" y="4318625"/>
            <a:ext cx="2828139" cy="635781"/>
            <a:chOff x="4002368" y="4318625"/>
            <a:chExt cx="2828139" cy="635781"/>
          </a:xfrm>
        </p:grpSpPr>
        <p:sp>
          <p:nvSpPr>
            <p:cNvPr id="41" name="object 41"/>
            <p:cNvSpPr txBox="1"/>
            <p:nvPr/>
          </p:nvSpPr>
          <p:spPr>
            <a:xfrm>
              <a:off x="4295384" y="4617296"/>
              <a:ext cx="1096010" cy="32321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1007110" algn="l"/>
                </a:tabLst>
              </a:pPr>
              <a:r>
                <a:rPr sz="2350" spc="-200" dirty="0">
                  <a:latin typeface="Symbol"/>
                  <a:cs typeface="Symbol"/>
                </a:rPr>
                <a:t></a:t>
              </a:r>
              <a:r>
                <a:rPr sz="2350" spc="-200" dirty="0">
                  <a:latin typeface="Times New Roman"/>
                  <a:cs typeface="Times New Roman"/>
                </a:rPr>
                <a:t>	</a:t>
              </a:r>
              <a:r>
                <a:rPr sz="2350" spc="-200" dirty="0">
                  <a:latin typeface="Symbol"/>
                  <a:cs typeface="Symbol"/>
                </a:rPr>
                <a:t></a:t>
              </a:r>
              <a:endParaRPr sz="2350">
                <a:latin typeface="Symbol"/>
                <a:cs typeface="Symbol"/>
              </a:endParaRPr>
            </a:p>
          </p:txBody>
        </p:sp>
        <p:sp>
          <p:nvSpPr>
            <p:cNvPr id="42" name="object 42"/>
            <p:cNvSpPr/>
            <p:nvPr/>
          </p:nvSpPr>
          <p:spPr>
            <a:xfrm>
              <a:off x="4024632" y="4625338"/>
              <a:ext cx="2244090" cy="0"/>
            </a:xfrm>
            <a:custGeom>
              <a:avLst/>
              <a:gdLst/>
              <a:ahLst/>
              <a:cxnLst/>
              <a:rect l="l" t="t" r="r" b="b"/>
              <a:pathLst>
                <a:path w="2244090">
                  <a:moveTo>
                    <a:pt x="0" y="0"/>
                  </a:moveTo>
                  <a:lnTo>
                    <a:pt x="2243611" y="0"/>
                  </a:lnTo>
                </a:path>
              </a:pathLst>
            </a:custGeom>
            <a:ln w="93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 txBox="1"/>
            <p:nvPr/>
          </p:nvSpPr>
          <p:spPr>
            <a:xfrm>
              <a:off x="4863350" y="4318625"/>
              <a:ext cx="558165" cy="27749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750" i="1" spc="15" dirty="0">
                  <a:latin typeface="Times New Roman"/>
                  <a:cs typeface="Times New Roman"/>
                </a:rPr>
                <a:t>k</a:t>
              </a:r>
              <a:r>
                <a:rPr sz="1750" i="1" spc="135" dirty="0">
                  <a:latin typeface="Times New Roman"/>
                  <a:cs typeface="Times New Roman"/>
                </a:rPr>
                <a:t> </a:t>
              </a:r>
              <a:r>
                <a:rPr sz="1750" i="1" spc="15" dirty="0">
                  <a:latin typeface="Times New Roman"/>
                  <a:cs typeface="Times New Roman"/>
                </a:rPr>
                <a:t>b</a:t>
              </a:r>
              <a:r>
                <a:rPr sz="1750" i="1" spc="135" dirty="0">
                  <a:latin typeface="Times New Roman"/>
                  <a:cs typeface="Times New Roman"/>
                </a:rPr>
                <a:t>z</a:t>
              </a:r>
              <a:r>
                <a:rPr sz="1500" spc="22" baseline="44444" dirty="0">
                  <a:latin typeface="Symbol"/>
                  <a:cs typeface="Symbol"/>
                </a:rPr>
                <a:t></a:t>
              </a:r>
              <a:r>
                <a:rPr sz="1500" spc="30" baseline="44444" dirty="0">
                  <a:latin typeface="Times New Roman"/>
                  <a:cs typeface="Times New Roman"/>
                </a:rPr>
                <a:t>1</a:t>
              </a:r>
              <a:endParaRPr sz="1500" baseline="44444">
                <a:latin typeface="Times New Roman"/>
                <a:cs typeface="Times New Roman"/>
              </a:endParaRPr>
            </a:p>
          </p:txBody>
        </p:sp>
        <p:sp>
          <p:nvSpPr>
            <p:cNvPr id="47" name="object 47"/>
            <p:cNvSpPr txBox="1"/>
            <p:nvPr/>
          </p:nvSpPr>
          <p:spPr>
            <a:xfrm>
              <a:off x="5510060" y="4637106"/>
              <a:ext cx="163830" cy="15811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000" spc="15" dirty="0">
                  <a:latin typeface="Symbol"/>
                  <a:cs typeface="Symbol"/>
                </a:rPr>
                <a:t></a:t>
              </a:r>
              <a:r>
                <a:rPr sz="1000" spc="20" dirty="0">
                  <a:latin typeface="Times New Roman"/>
                  <a:cs typeface="Times New Roman"/>
                </a:rPr>
                <a:t>1</a:t>
              </a:r>
              <a:endParaRPr sz="1000">
                <a:latin typeface="Times New Roman"/>
                <a:cs typeface="Times New Roman"/>
              </a:endParaRPr>
            </a:p>
          </p:txBody>
        </p:sp>
        <p:sp>
          <p:nvSpPr>
            <p:cNvPr id="48" name="object 48"/>
            <p:cNvSpPr txBox="1"/>
            <p:nvPr/>
          </p:nvSpPr>
          <p:spPr>
            <a:xfrm>
              <a:off x="6083483" y="4637106"/>
              <a:ext cx="163830" cy="15811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000" spc="15" dirty="0">
                  <a:latin typeface="Symbol"/>
                  <a:cs typeface="Symbol"/>
                </a:rPr>
                <a:t></a:t>
              </a:r>
              <a:r>
                <a:rPr sz="1000" spc="20" dirty="0">
                  <a:latin typeface="Times New Roman"/>
                  <a:cs typeface="Times New Roman"/>
                </a:rPr>
                <a:t>2</a:t>
              </a:r>
              <a:endParaRPr sz="1000">
                <a:latin typeface="Times New Roman"/>
                <a:cs typeface="Times New Roman"/>
              </a:endParaRPr>
            </a:p>
          </p:txBody>
        </p:sp>
        <p:sp>
          <p:nvSpPr>
            <p:cNvPr id="56" name="object 56"/>
            <p:cNvSpPr txBox="1"/>
            <p:nvPr/>
          </p:nvSpPr>
          <p:spPr>
            <a:xfrm>
              <a:off x="6316157" y="4487654"/>
              <a:ext cx="514350" cy="25082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750" i="1" spc="15" dirty="0">
                  <a:latin typeface="Times New Roman"/>
                  <a:cs typeface="Times New Roman"/>
                </a:rPr>
                <a:t>y </a:t>
              </a:r>
              <a:r>
                <a:rPr sz="1750" i="1" spc="-30" dirty="0">
                  <a:latin typeface="Times New Roman"/>
                  <a:cs typeface="Times New Roman"/>
                </a:rPr>
                <a:t> </a:t>
              </a:r>
              <a:r>
                <a:rPr sz="1750" spc="50" dirty="0">
                  <a:latin typeface="Times New Roman"/>
                  <a:cs typeface="Times New Roman"/>
                </a:rPr>
                <a:t>(</a:t>
              </a:r>
              <a:r>
                <a:rPr sz="1750" i="1" spc="15" dirty="0">
                  <a:latin typeface="Times New Roman"/>
                  <a:cs typeface="Times New Roman"/>
                </a:rPr>
                <a:t>k</a:t>
              </a:r>
              <a:r>
                <a:rPr sz="1750" i="1" spc="-280" dirty="0">
                  <a:latin typeface="Times New Roman"/>
                  <a:cs typeface="Times New Roman"/>
                </a:rPr>
                <a:t> </a:t>
              </a:r>
              <a:r>
                <a:rPr sz="1750" spc="10" dirty="0">
                  <a:latin typeface="Times New Roman"/>
                  <a:cs typeface="Times New Roman"/>
                </a:rPr>
                <a:t>)</a:t>
              </a:r>
              <a:endParaRPr sz="1750">
                <a:latin typeface="Times New Roman"/>
                <a:cs typeface="Times New Roman"/>
              </a:endParaRPr>
            </a:p>
          </p:txBody>
        </p:sp>
        <p:sp>
          <p:nvSpPr>
            <p:cNvPr id="57" name="object 57"/>
            <p:cNvSpPr txBox="1"/>
            <p:nvPr/>
          </p:nvSpPr>
          <p:spPr>
            <a:xfrm>
              <a:off x="4002368" y="4660005"/>
              <a:ext cx="2090420" cy="25463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399415" algn="l"/>
                  <a:tab pos="1709420" algn="l"/>
                </a:tabLst>
              </a:pPr>
              <a:r>
                <a:rPr sz="1750" spc="150" dirty="0">
                  <a:latin typeface="Times New Roman"/>
                  <a:cs typeface="Times New Roman"/>
                </a:rPr>
                <a:t>1</a:t>
              </a:r>
              <a:r>
                <a:rPr sz="1750" spc="15" dirty="0">
                  <a:latin typeface="Symbol"/>
                  <a:cs typeface="Symbol"/>
                </a:rPr>
                <a:t></a:t>
              </a:r>
              <a:r>
                <a:rPr sz="1750" dirty="0">
                  <a:latin typeface="Times New Roman"/>
                  <a:cs typeface="Times New Roman"/>
                </a:rPr>
                <a:t>	</a:t>
              </a:r>
              <a:r>
                <a:rPr sz="1750" i="1" spc="15" dirty="0">
                  <a:latin typeface="Times New Roman"/>
                  <a:cs typeface="Times New Roman"/>
                </a:rPr>
                <a:t>k</a:t>
              </a:r>
              <a:r>
                <a:rPr sz="1750" i="1" spc="135" dirty="0">
                  <a:latin typeface="Times New Roman"/>
                  <a:cs typeface="Times New Roman"/>
                </a:rPr>
                <a:t> </a:t>
              </a:r>
              <a:r>
                <a:rPr sz="1750" i="1" spc="15" dirty="0">
                  <a:latin typeface="Times New Roman"/>
                  <a:cs typeface="Times New Roman"/>
                </a:rPr>
                <a:t>b</a:t>
              </a:r>
              <a:r>
                <a:rPr sz="1750" i="1" spc="-130" dirty="0">
                  <a:latin typeface="Times New Roman"/>
                  <a:cs typeface="Times New Roman"/>
                </a:rPr>
                <a:t> </a:t>
              </a:r>
              <a:r>
                <a:rPr sz="1750" spc="15" dirty="0">
                  <a:latin typeface="Symbol"/>
                  <a:cs typeface="Symbol"/>
                </a:rPr>
                <a:t></a:t>
              </a:r>
              <a:r>
                <a:rPr sz="1750" spc="-105" dirty="0">
                  <a:latin typeface="Times New Roman"/>
                  <a:cs typeface="Times New Roman"/>
                </a:rPr>
                <a:t> </a:t>
              </a:r>
              <a:r>
                <a:rPr sz="1750" i="1" spc="15" dirty="0">
                  <a:latin typeface="Times New Roman"/>
                  <a:cs typeface="Times New Roman"/>
                </a:rPr>
                <a:t>a</a:t>
              </a:r>
              <a:r>
                <a:rPr sz="1750" i="1" spc="-100" dirty="0">
                  <a:latin typeface="Times New Roman"/>
                  <a:cs typeface="Times New Roman"/>
                </a:rPr>
                <a:t> </a:t>
              </a:r>
              <a:r>
                <a:rPr sz="1750" spc="120" dirty="0">
                  <a:latin typeface="Symbol"/>
                  <a:cs typeface="Symbol"/>
                </a:rPr>
                <a:t></a:t>
              </a:r>
              <a:r>
                <a:rPr sz="1750" spc="15" dirty="0">
                  <a:latin typeface="Times New Roman"/>
                  <a:cs typeface="Times New Roman"/>
                </a:rPr>
                <a:t>1</a:t>
              </a:r>
              <a:r>
                <a:rPr sz="1750" dirty="0">
                  <a:latin typeface="Times New Roman"/>
                  <a:cs typeface="Times New Roman"/>
                </a:rPr>
                <a:t> </a:t>
              </a:r>
              <a:r>
                <a:rPr sz="1750" spc="-25" dirty="0">
                  <a:latin typeface="Times New Roman"/>
                  <a:cs typeface="Times New Roman"/>
                </a:rPr>
                <a:t> </a:t>
              </a:r>
              <a:r>
                <a:rPr sz="1750" i="1" spc="10" dirty="0">
                  <a:latin typeface="Times New Roman"/>
                  <a:cs typeface="Times New Roman"/>
                </a:rPr>
                <a:t>z</a:t>
              </a:r>
              <a:r>
                <a:rPr sz="1750" i="1" dirty="0">
                  <a:latin typeface="Times New Roman"/>
                  <a:cs typeface="Times New Roman"/>
                </a:rPr>
                <a:t>	</a:t>
              </a:r>
              <a:r>
                <a:rPr sz="1750" spc="15" dirty="0">
                  <a:latin typeface="Symbol"/>
                  <a:cs typeface="Symbol"/>
                </a:rPr>
                <a:t></a:t>
              </a:r>
              <a:r>
                <a:rPr sz="1750" spc="-135" dirty="0">
                  <a:latin typeface="Times New Roman"/>
                  <a:cs typeface="Times New Roman"/>
                </a:rPr>
                <a:t> </a:t>
              </a:r>
              <a:r>
                <a:rPr sz="1750" i="1" spc="15" dirty="0">
                  <a:latin typeface="Times New Roman"/>
                  <a:cs typeface="Times New Roman"/>
                </a:rPr>
                <a:t>az</a:t>
              </a:r>
              <a:endParaRPr sz="1750">
                <a:latin typeface="Times New Roman"/>
                <a:cs typeface="Times New Roman"/>
              </a:endParaRPr>
            </a:p>
          </p:txBody>
        </p:sp>
        <p:sp>
          <p:nvSpPr>
            <p:cNvPr id="61" name="object 61"/>
            <p:cNvSpPr txBox="1"/>
            <p:nvPr/>
          </p:nvSpPr>
          <p:spPr>
            <a:xfrm>
              <a:off x="4973553" y="4479716"/>
              <a:ext cx="69850" cy="1562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000" i="1" spc="10" dirty="0">
                  <a:latin typeface="Times New Roman"/>
                  <a:cs typeface="Times New Roman"/>
                </a:rPr>
                <a:t>I</a:t>
              </a:r>
              <a:endParaRPr sz="1000">
                <a:latin typeface="Times New Roman"/>
                <a:cs typeface="Times New Roman"/>
              </a:endParaRPr>
            </a:p>
          </p:txBody>
        </p:sp>
        <p:sp>
          <p:nvSpPr>
            <p:cNvPr id="63" name="object 63"/>
            <p:cNvSpPr txBox="1"/>
            <p:nvPr/>
          </p:nvSpPr>
          <p:spPr>
            <a:xfrm>
              <a:off x="6419270" y="4622294"/>
              <a:ext cx="92075" cy="1562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000" i="1" spc="20" dirty="0">
                  <a:latin typeface="Times New Roman"/>
                  <a:cs typeface="Times New Roman"/>
                </a:rPr>
                <a:t>d</a:t>
              </a:r>
              <a:endParaRPr sz="1000">
                <a:latin typeface="Times New Roman"/>
                <a:cs typeface="Times New Roman"/>
              </a:endParaRPr>
            </a:p>
          </p:txBody>
        </p:sp>
        <p:sp>
          <p:nvSpPr>
            <p:cNvPr id="64" name="object 64"/>
            <p:cNvSpPr txBox="1"/>
            <p:nvPr/>
          </p:nvSpPr>
          <p:spPr>
            <a:xfrm>
              <a:off x="4499661" y="4798196"/>
              <a:ext cx="69850" cy="1562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000" i="1" spc="10" dirty="0">
                  <a:latin typeface="Times New Roman"/>
                  <a:cs typeface="Times New Roman"/>
                </a:rPr>
                <a:t>I</a:t>
              </a:r>
              <a:endParaRPr sz="1000">
                <a:latin typeface="Times New Roman"/>
                <a:cs typeface="Times New Roman"/>
              </a:endParaRPr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25D0935C-105A-05D3-9693-F493EEC189FB}"/>
              </a:ext>
            </a:extLst>
          </p:cNvPr>
          <p:cNvGrpSpPr/>
          <p:nvPr/>
        </p:nvGrpSpPr>
        <p:grpSpPr>
          <a:xfrm>
            <a:off x="561389" y="3993775"/>
            <a:ext cx="3419834" cy="1297500"/>
            <a:chOff x="561389" y="3993775"/>
            <a:chExt cx="3419834" cy="1297500"/>
          </a:xfrm>
        </p:grpSpPr>
        <p:sp>
          <p:nvSpPr>
            <p:cNvPr id="38" name="object 38"/>
            <p:cNvSpPr/>
            <p:nvPr/>
          </p:nvSpPr>
          <p:spPr>
            <a:xfrm>
              <a:off x="2299685" y="4296307"/>
              <a:ext cx="672465" cy="0"/>
            </a:xfrm>
            <a:custGeom>
              <a:avLst/>
              <a:gdLst/>
              <a:ahLst/>
              <a:cxnLst/>
              <a:rect l="l" t="t" r="r" b="b"/>
              <a:pathLst>
                <a:path w="672464">
                  <a:moveTo>
                    <a:pt x="0" y="0"/>
                  </a:moveTo>
                  <a:lnTo>
                    <a:pt x="672239" y="0"/>
                  </a:lnTo>
                </a:path>
              </a:pathLst>
            </a:custGeom>
            <a:ln w="46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437225" y="4954356"/>
              <a:ext cx="672465" cy="0"/>
            </a:xfrm>
            <a:custGeom>
              <a:avLst/>
              <a:gdLst/>
              <a:ahLst/>
              <a:cxnLst/>
              <a:rect l="l" t="t" r="r" b="b"/>
              <a:pathLst>
                <a:path w="672464">
                  <a:moveTo>
                    <a:pt x="0" y="0"/>
                  </a:moveTo>
                  <a:lnTo>
                    <a:pt x="672235" y="0"/>
                  </a:lnTo>
                </a:path>
              </a:pathLst>
            </a:custGeom>
            <a:ln w="46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199337" y="4625338"/>
              <a:ext cx="2041525" cy="0"/>
            </a:xfrm>
            <a:custGeom>
              <a:avLst/>
              <a:gdLst/>
              <a:ahLst/>
              <a:cxnLst/>
              <a:rect l="l" t="t" r="r" b="b"/>
              <a:pathLst>
                <a:path w="2041525">
                  <a:moveTo>
                    <a:pt x="0" y="0"/>
                  </a:moveTo>
                  <a:lnTo>
                    <a:pt x="2041134" y="0"/>
                  </a:lnTo>
                </a:path>
              </a:pathLst>
            </a:custGeom>
            <a:ln w="93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 txBox="1"/>
            <p:nvPr/>
          </p:nvSpPr>
          <p:spPr>
            <a:xfrm>
              <a:off x="2436512" y="3993775"/>
              <a:ext cx="383540" cy="27749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625" i="1" spc="22" baseline="-25396" dirty="0">
                  <a:latin typeface="Times New Roman"/>
                  <a:cs typeface="Times New Roman"/>
                </a:rPr>
                <a:t>b</a:t>
              </a:r>
              <a:r>
                <a:rPr sz="2625" i="1" spc="202" baseline="-25396" dirty="0">
                  <a:latin typeface="Times New Roman"/>
                  <a:cs typeface="Times New Roman"/>
                </a:rPr>
                <a:t>z</a:t>
              </a:r>
              <a:r>
                <a:rPr sz="1000" spc="15" dirty="0">
                  <a:latin typeface="Symbol"/>
                  <a:cs typeface="Symbol"/>
                </a:rPr>
                <a:t></a:t>
              </a:r>
              <a:r>
                <a:rPr sz="1000" spc="20" dirty="0">
                  <a:latin typeface="Times New Roman"/>
                  <a:cs typeface="Times New Roman"/>
                </a:rPr>
                <a:t>1</a:t>
              </a:r>
              <a:endParaRPr sz="1000">
                <a:latin typeface="Times New Roman"/>
                <a:cs typeface="Times New Roman"/>
              </a:endParaRPr>
            </a:p>
          </p:txBody>
        </p:sp>
        <p:sp>
          <p:nvSpPr>
            <p:cNvPr id="44" name="object 44"/>
            <p:cNvSpPr txBox="1"/>
            <p:nvPr/>
          </p:nvSpPr>
          <p:spPr>
            <a:xfrm>
              <a:off x="1858291" y="4304564"/>
              <a:ext cx="163830" cy="15811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000" spc="15" dirty="0">
                  <a:latin typeface="Symbol"/>
                  <a:cs typeface="Symbol"/>
                </a:rPr>
                <a:t></a:t>
              </a:r>
              <a:r>
                <a:rPr sz="1000" spc="20" dirty="0">
                  <a:latin typeface="Times New Roman"/>
                  <a:cs typeface="Times New Roman"/>
                </a:rPr>
                <a:t>1</a:t>
              </a:r>
              <a:endParaRPr sz="1000">
                <a:latin typeface="Times New Roman"/>
                <a:cs typeface="Times New Roman"/>
              </a:endParaRPr>
            </a:p>
          </p:txBody>
        </p:sp>
        <p:sp>
          <p:nvSpPr>
            <p:cNvPr id="45" name="object 45"/>
            <p:cNvSpPr txBox="1"/>
            <p:nvPr/>
          </p:nvSpPr>
          <p:spPr>
            <a:xfrm>
              <a:off x="2797340" y="4304564"/>
              <a:ext cx="163830" cy="15811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000" spc="15" dirty="0">
                  <a:latin typeface="Symbol"/>
                  <a:cs typeface="Symbol"/>
                </a:rPr>
                <a:t></a:t>
              </a:r>
              <a:r>
                <a:rPr sz="1000" spc="20" dirty="0">
                  <a:latin typeface="Times New Roman"/>
                  <a:cs typeface="Times New Roman"/>
                </a:rPr>
                <a:t>1</a:t>
              </a:r>
              <a:endParaRPr sz="1000">
                <a:latin typeface="Times New Roman"/>
                <a:cs typeface="Times New Roman"/>
              </a:endParaRPr>
            </a:p>
          </p:txBody>
        </p:sp>
        <p:sp>
          <p:nvSpPr>
            <p:cNvPr id="49" name="object 49"/>
            <p:cNvSpPr txBox="1"/>
            <p:nvPr/>
          </p:nvSpPr>
          <p:spPr>
            <a:xfrm>
              <a:off x="2573915" y="4651822"/>
              <a:ext cx="383540" cy="27749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625" i="1" spc="22" baseline="-25396" dirty="0">
                  <a:latin typeface="Times New Roman"/>
                  <a:cs typeface="Times New Roman"/>
                </a:rPr>
                <a:t>b</a:t>
              </a:r>
              <a:r>
                <a:rPr sz="2625" i="1" spc="202" baseline="-25396" dirty="0">
                  <a:latin typeface="Times New Roman"/>
                  <a:cs typeface="Times New Roman"/>
                </a:rPr>
                <a:t>z</a:t>
              </a:r>
              <a:r>
                <a:rPr sz="1000" spc="15" dirty="0">
                  <a:latin typeface="Symbol"/>
                  <a:cs typeface="Symbol"/>
                </a:rPr>
                <a:t></a:t>
              </a:r>
              <a:r>
                <a:rPr sz="1000" spc="20" dirty="0">
                  <a:latin typeface="Times New Roman"/>
                  <a:cs typeface="Times New Roman"/>
                </a:rPr>
                <a:t>1</a:t>
              </a:r>
              <a:endParaRPr sz="1000">
                <a:latin typeface="Times New Roman"/>
                <a:cs typeface="Times New Roman"/>
              </a:endParaRPr>
            </a:p>
          </p:txBody>
        </p:sp>
        <p:sp>
          <p:nvSpPr>
            <p:cNvPr id="50" name="object 50"/>
            <p:cNvSpPr txBox="1"/>
            <p:nvPr/>
          </p:nvSpPr>
          <p:spPr>
            <a:xfrm>
              <a:off x="1995754" y="4962612"/>
              <a:ext cx="163830" cy="15811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000" spc="15" dirty="0">
                  <a:latin typeface="Symbol"/>
                  <a:cs typeface="Symbol"/>
                </a:rPr>
                <a:t></a:t>
              </a:r>
              <a:r>
                <a:rPr sz="1000" spc="20" dirty="0">
                  <a:latin typeface="Times New Roman"/>
                  <a:cs typeface="Times New Roman"/>
                </a:rPr>
                <a:t>1</a:t>
              </a:r>
              <a:endParaRPr sz="1000">
                <a:latin typeface="Times New Roman"/>
                <a:cs typeface="Times New Roman"/>
              </a:endParaRPr>
            </a:p>
          </p:txBody>
        </p:sp>
        <p:sp>
          <p:nvSpPr>
            <p:cNvPr id="51" name="object 51"/>
            <p:cNvSpPr txBox="1"/>
            <p:nvPr/>
          </p:nvSpPr>
          <p:spPr>
            <a:xfrm>
              <a:off x="2934804" y="4962612"/>
              <a:ext cx="163830" cy="15811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000" spc="15" dirty="0">
                  <a:latin typeface="Symbol"/>
                  <a:cs typeface="Symbol"/>
                </a:rPr>
                <a:t></a:t>
              </a:r>
              <a:r>
                <a:rPr sz="1000" spc="20" dirty="0">
                  <a:latin typeface="Times New Roman"/>
                  <a:cs typeface="Times New Roman"/>
                </a:rPr>
                <a:t>1</a:t>
              </a:r>
              <a:endParaRPr sz="1000">
                <a:latin typeface="Times New Roman"/>
                <a:cs typeface="Times New Roman"/>
              </a:endParaRPr>
            </a:p>
          </p:txBody>
        </p:sp>
        <p:sp>
          <p:nvSpPr>
            <p:cNvPr id="52" name="object 52"/>
            <p:cNvSpPr txBox="1"/>
            <p:nvPr/>
          </p:nvSpPr>
          <p:spPr>
            <a:xfrm>
              <a:off x="1445654" y="4154211"/>
              <a:ext cx="421640" cy="4279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R="48895" algn="r">
                <a:lnSpc>
                  <a:spcPct val="100000"/>
                </a:lnSpc>
              </a:pPr>
              <a:r>
                <a:rPr sz="1000" i="1" spc="10" dirty="0">
                  <a:latin typeface="Times New Roman"/>
                  <a:cs typeface="Times New Roman"/>
                </a:rPr>
                <a:t>I</a:t>
              </a:r>
              <a:endParaRPr sz="1000">
                <a:latin typeface="Times New Roman"/>
                <a:cs typeface="Times New Roman"/>
              </a:endParaRPr>
            </a:p>
            <a:p>
              <a:pPr marR="5080" algn="r">
                <a:lnSpc>
                  <a:spcPct val="100000"/>
                </a:lnSpc>
                <a:spcBef>
                  <a:spcPts val="45"/>
                </a:spcBef>
              </a:pPr>
              <a:r>
                <a:rPr sz="1750" spc="150" dirty="0">
                  <a:latin typeface="Times New Roman"/>
                  <a:cs typeface="Times New Roman"/>
                </a:rPr>
                <a:t>1</a:t>
              </a:r>
              <a:r>
                <a:rPr sz="1750" spc="15" dirty="0">
                  <a:latin typeface="Symbol"/>
                  <a:cs typeface="Symbol"/>
                </a:rPr>
                <a:t></a:t>
              </a:r>
              <a:r>
                <a:rPr sz="1750" spc="-50" dirty="0">
                  <a:latin typeface="Times New Roman"/>
                  <a:cs typeface="Times New Roman"/>
                </a:rPr>
                <a:t> </a:t>
              </a:r>
              <a:r>
                <a:rPr sz="1750" i="1" spc="10" dirty="0">
                  <a:latin typeface="Times New Roman"/>
                  <a:cs typeface="Times New Roman"/>
                </a:rPr>
                <a:t>z</a:t>
              </a:r>
              <a:endParaRPr sz="1750">
                <a:latin typeface="Times New Roman"/>
                <a:cs typeface="Times New Roman"/>
              </a:endParaRPr>
            </a:p>
          </p:txBody>
        </p:sp>
        <p:sp>
          <p:nvSpPr>
            <p:cNvPr id="53" name="object 53"/>
            <p:cNvSpPr txBox="1"/>
            <p:nvPr/>
          </p:nvSpPr>
          <p:spPr>
            <a:xfrm>
              <a:off x="2277466" y="4327594"/>
              <a:ext cx="528955" cy="25463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750" spc="150" dirty="0">
                  <a:latin typeface="Times New Roman"/>
                  <a:cs typeface="Times New Roman"/>
                </a:rPr>
                <a:t>1</a:t>
              </a:r>
              <a:r>
                <a:rPr sz="1750" spc="15" dirty="0">
                  <a:latin typeface="Symbol"/>
                  <a:cs typeface="Symbol"/>
                </a:rPr>
                <a:t></a:t>
              </a:r>
              <a:r>
                <a:rPr sz="1750" spc="-105" dirty="0">
                  <a:latin typeface="Times New Roman"/>
                  <a:cs typeface="Times New Roman"/>
                </a:rPr>
                <a:t> </a:t>
              </a:r>
              <a:r>
                <a:rPr sz="1750" i="1" spc="15" dirty="0">
                  <a:latin typeface="Times New Roman"/>
                  <a:cs typeface="Times New Roman"/>
                </a:rPr>
                <a:t>az</a:t>
              </a:r>
              <a:endParaRPr sz="1750">
                <a:latin typeface="Times New Roman"/>
                <a:cs typeface="Times New Roman"/>
              </a:endParaRPr>
            </a:p>
          </p:txBody>
        </p:sp>
        <p:sp>
          <p:nvSpPr>
            <p:cNvPr id="54" name="object 54"/>
            <p:cNvSpPr txBox="1"/>
            <p:nvPr/>
          </p:nvSpPr>
          <p:spPr>
            <a:xfrm>
              <a:off x="561389" y="4484114"/>
              <a:ext cx="594360" cy="25463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750" i="1" spc="80" dirty="0">
                  <a:latin typeface="Times New Roman"/>
                  <a:cs typeface="Times New Roman"/>
                </a:rPr>
                <a:t>y</a:t>
              </a:r>
              <a:r>
                <a:rPr sz="1750" spc="50" dirty="0">
                  <a:latin typeface="Times New Roman"/>
                  <a:cs typeface="Times New Roman"/>
                </a:rPr>
                <a:t>(</a:t>
              </a:r>
              <a:r>
                <a:rPr sz="1750" i="1" spc="15" dirty="0">
                  <a:latin typeface="Times New Roman"/>
                  <a:cs typeface="Times New Roman"/>
                </a:rPr>
                <a:t>k</a:t>
              </a:r>
              <a:r>
                <a:rPr sz="1750" i="1" spc="-280" dirty="0">
                  <a:latin typeface="Times New Roman"/>
                  <a:cs typeface="Times New Roman"/>
                </a:rPr>
                <a:t> </a:t>
              </a:r>
              <a:r>
                <a:rPr sz="1750" spc="10" dirty="0">
                  <a:latin typeface="Times New Roman"/>
                  <a:cs typeface="Times New Roman"/>
                </a:rPr>
                <a:t>)</a:t>
              </a:r>
              <a:r>
                <a:rPr sz="1750" spc="-25" dirty="0">
                  <a:latin typeface="Times New Roman"/>
                  <a:cs typeface="Times New Roman"/>
                </a:rPr>
                <a:t> </a:t>
              </a:r>
              <a:r>
                <a:rPr sz="1750" spc="15" dirty="0">
                  <a:latin typeface="Symbol"/>
                  <a:cs typeface="Symbol"/>
                </a:rPr>
                <a:t></a:t>
              </a:r>
              <a:endParaRPr sz="1750">
                <a:latin typeface="Symbol"/>
                <a:cs typeface="Symbol"/>
              </a:endParaRPr>
            </a:p>
          </p:txBody>
        </p:sp>
        <p:sp>
          <p:nvSpPr>
            <p:cNvPr id="55" name="object 55"/>
            <p:cNvSpPr txBox="1"/>
            <p:nvPr/>
          </p:nvSpPr>
          <p:spPr>
            <a:xfrm>
              <a:off x="3288438" y="4484114"/>
              <a:ext cx="692785" cy="25463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750" i="1" spc="15" dirty="0">
                  <a:latin typeface="Times New Roman"/>
                  <a:cs typeface="Times New Roman"/>
                </a:rPr>
                <a:t>y </a:t>
              </a:r>
              <a:r>
                <a:rPr sz="1750" i="1" spc="-30" dirty="0">
                  <a:latin typeface="Times New Roman"/>
                  <a:cs typeface="Times New Roman"/>
                </a:rPr>
                <a:t> </a:t>
              </a:r>
              <a:r>
                <a:rPr sz="1750" spc="50" dirty="0">
                  <a:latin typeface="Times New Roman"/>
                  <a:cs typeface="Times New Roman"/>
                </a:rPr>
                <a:t>(</a:t>
              </a:r>
              <a:r>
                <a:rPr sz="1750" i="1" spc="15" dirty="0">
                  <a:latin typeface="Times New Roman"/>
                  <a:cs typeface="Times New Roman"/>
                </a:rPr>
                <a:t>k</a:t>
              </a:r>
              <a:r>
                <a:rPr sz="1750" i="1" spc="-280" dirty="0">
                  <a:latin typeface="Times New Roman"/>
                  <a:cs typeface="Times New Roman"/>
                </a:rPr>
                <a:t> </a:t>
              </a:r>
              <a:r>
                <a:rPr sz="1750" spc="10" dirty="0">
                  <a:latin typeface="Times New Roman"/>
                  <a:cs typeface="Times New Roman"/>
                </a:rPr>
                <a:t>)</a:t>
              </a:r>
              <a:r>
                <a:rPr sz="1750" spc="-25" dirty="0">
                  <a:latin typeface="Times New Roman"/>
                  <a:cs typeface="Times New Roman"/>
                </a:rPr>
                <a:t> </a:t>
              </a:r>
              <a:r>
                <a:rPr sz="1750" spc="15" dirty="0">
                  <a:latin typeface="Symbol"/>
                  <a:cs typeface="Symbol"/>
                </a:rPr>
                <a:t></a:t>
              </a:r>
              <a:endParaRPr sz="1750">
                <a:latin typeface="Symbol"/>
                <a:cs typeface="Symbol"/>
              </a:endParaRPr>
            </a:p>
          </p:txBody>
        </p:sp>
        <p:sp>
          <p:nvSpPr>
            <p:cNvPr id="58" name="object 58"/>
            <p:cNvSpPr txBox="1"/>
            <p:nvPr/>
          </p:nvSpPr>
          <p:spPr>
            <a:xfrm>
              <a:off x="1177003" y="4813155"/>
              <a:ext cx="283210" cy="25463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750" spc="150" dirty="0">
                  <a:latin typeface="Times New Roman"/>
                  <a:cs typeface="Times New Roman"/>
                </a:rPr>
                <a:t>1</a:t>
              </a:r>
              <a:r>
                <a:rPr sz="1750" spc="15" dirty="0">
                  <a:latin typeface="Symbol"/>
                  <a:cs typeface="Symbol"/>
                </a:rPr>
                <a:t></a:t>
              </a:r>
              <a:endParaRPr sz="1750">
                <a:latin typeface="Symbol"/>
                <a:cs typeface="Symbol"/>
              </a:endParaRPr>
            </a:p>
          </p:txBody>
        </p:sp>
        <p:sp>
          <p:nvSpPr>
            <p:cNvPr id="59" name="object 59"/>
            <p:cNvSpPr txBox="1"/>
            <p:nvPr/>
          </p:nvSpPr>
          <p:spPr>
            <a:xfrm>
              <a:off x="1583077" y="4812258"/>
              <a:ext cx="421640" cy="4279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R="48895" algn="r">
                <a:lnSpc>
                  <a:spcPct val="100000"/>
                </a:lnSpc>
              </a:pPr>
              <a:r>
                <a:rPr sz="1000" i="1" spc="10" dirty="0">
                  <a:latin typeface="Times New Roman"/>
                  <a:cs typeface="Times New Roman"/>
                </a:rPr>
                <a:t>I</a:t>
              </a:r>
              <a:endParaRPr sz="1000">
                <a:latin typeface="Times New Roman"/>
                <a:cs typeface="Times New Roman"/>
              </a:endParaRPr>
            </a:p>
            <a:p>
              <a:pPr marR="5080" algn="r">
                <a:lnSpc>
                  <a:spcPct val="100000"/>
                </a:lnSpc>
                <a:spcBef>
                  <a:spcPts val="45"/>
                </a:spcBef>
              </a:pPr>
              <a:r>
                <a:rPr sz="1750" spc="150" dirty="0">
                  <a:latin typeface="Times New Roman"/>
                  <a:cs typeface="Times New Roman"/>
                </a:rPr>
                <a:t>1</a:t>
              </a:r>
              <a:r>
                <a:rPr sz="1750" spc="15" dirty="0">
                  <a:latin typeface="Symbol"/>
                  <a:cs typeface="Symbol"/>
                </a:rPr>
                <a:t></a:t>
              </a:r>
              <a:r>
                <a:rPr sz="1750" spc="-50" dirty="0">
                  <a:latin typeface="Times New Roman"/>
                  <a:cs typeface="Times New Roman"/>
                </a:rPr>
                <a:t> </a:t>
              </a:r>
              <a:r>
                <a:rPr sz="1750" i="1" spc="10" dirty="0">
                  <a:latin typeface="Times New Roman"/>
                  <a:cs typeface="Times New Roman"/>
                </a:rPr>
                <a:t>z</a:t>
              </a:r>
              <a:endParaRPr sz="1750">
                <a:latin typeface="Times New Roman"/>
                <a:cs typeface="Times New Roman"/>
              </a:endParaRPr>
            </a:p>
          </p:txBody>
        </p:sp>
        <p:sp>
          <p:nvSpPr>
            <p:cNvPr id="60" name="object 60"/>
            <p:cNvSpPr txBox="1"/>
            <p:nvPr/>
          </p:nvSpPr>
          <p:spPr>
            <a:xfrm>
              <a:off x="2414888" y="4985665"/>
              <a:ext cx="528955" cy="25463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750" spc="150" dirty="0">
                  <a:latin typeface="Times New Roman"/>
                  <a:cs typeface="Times New Roman"/>
                </a:rPr>
                <a:t>1</a:t>
              </a:r>
              <a:r>
                <a:rPr sz="1750" spc="15" dirty="0">
                  <a:latin typeface="Symbol"/>
                  <a:cs typeface="Symbol"/>
                </a:rPr>
                <a:t></a:t>
              </a:r>
              <a:r>
                <a:rPr sz="1750" spc="-105" dirty="0">
                  <a:latin typeface="Times New Roman"/>
                  <a:cs typeface="Times New Roman"/>
                </a:rPr>
                <a:t> </a:t>
              </a:r>
              <a:r>
                <a:rPr sz="1750" i="1" spc="15" dirty="0">
                  <a:latin typeface="Times New Roman"/>
                  <a:cs typeface="Times New Roman"/>
                </a:rPr>
                <a:t>az</a:t>
              </a:r>
              <a:endParaRPr sz="1750">
                <a:latin typeface="Times New Roman"/>
                <a:cs typeface="Times New Roman"/>
              </a:endParaRPr>
            </a:p>
          </p:txBody>
        </p:sp>
        <p:sp>
          <p:nvSpPr>
            <p:cNvPr id="62" name="object 62"/>
            <p:cNvSpPr txBox="1"/>
            <p:nvPr/>
          </p:nvSpPr>
          <p:spPr>
            <a:xfrm>
              <a:off x="3391552" y="4622294"/>
              <a:ext cx="92075" cy="1562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000" i="1" spc="20" dirty="0">
                  <a:latin typeface="Times New Roman"/>
                  <a:cs typeface="Times New Roman"/>
                </a:rPr>
                <a:t>d</a:t>
              </a:r>
              <a:endParaRPr sz="1000">
                <a:latin typeface="Times New Roman"/>
                <a:cs typeface="Times New Roman"/>
              </a:endParaRPr>
            </a:p>
          </p:txBody>
        </p:sp>
        <p:sp>
          <p:nvSpPr>
            <p:cNvPr id="65" name="object 65"/>
            <p:cNvSpPr txBox="1"/>
            <p:nvPr/>
          </p:nvSpPr>
          <p:spPr>
            <a:xfrm>
              <a:off x="1332532" y="4005542"/>
              <a:ext cx="945515" cy="27813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323215" algn="l"/>
                  <a:tab pos="733425" algn="l"/>
                </a:tabLst>
              </a:pPr>
              <a:r>
                <a:rPr sz="2625" spc="15" baseline="-4761" dirty="0">
                  <a:latin typeface="Symbol"/>
                  <a:cs typeface="Symbol"/>
                </a:rPr>
                <a:t></a:t>
              </a:r>
              <a:r>
                <a:rPr sz="2625" spc="-247" baseline="-4761" dirty="0">
                  <a:latin typeface="Times New Roman"/>
                  <a:cs typeface="Times New Roman"/>
                </a:rPr>
                <a:t> </a:t>
              </a:r>
              <a:r>
                <a:rPr sz="1750" u="sng" spc="5" dirty="0">
                  <a:latin typeface="Times New Roman"/>
                  <a:cs typeface="Times New Roman"/>
                </a:rPr>
                <a:t> </a:t>
              </a:r>
              <a:r>
                <a:rPr sz="1750" u="sng" dirty="0">
                  <a:latin typeface="Times New Roman"/>
                  <a:cs typeface="Times New Roman"/>
                </a:rPr>
                <a:t>	</a:t>
              </a:r>
              <a:r>
                <a:rPr sz="1750" i="1" u="sng" spc="15" dirty="0">
                  <a:latin typeface="Times New Roman"/>
                  <a:cs typeface="Times New Roman"/>
                </a:rPr>
                <a:t>k</a:t>
              </a:r>
              <a:r>
                <a:rPr sz="1750" u="sng" spc="5" dirty="0">
                  <a:latin typeface="Times New Roman"/>
                  <a:cs typeface="Times New Roman"/>
                </a:rPr>
                <a:t> </a:t>
              </a:r>
              <a:r>
                <a:rPr sz="1750" u="sng" dirty="0">
                  <a:latin typeface="Times New Roman"/>
                  <a:cs typeface="Times New Roman"/>
                </a:rPr>
                <a:t>	</a:t>
              </a:r>
              <a:r>
                <a:rPr sz="2625" spc="284" baseline="-4761" dirty="0">
                  <a:latin typeface="Symbol"/>
                  <a:cs typeface="Symbol"/>
                </a:rPr>
                <a:t></a:t>
              </a:r>
              <a:r>
                <a:rPr sz="2625" spc="15" baseline="3174" dirty="0">
                  <a:latin typeface="Symbol"/>
                  <a:cs typeface="Symbol"/>
                </a:rPr>
                <a:t></a:t>
              </a:r>
              <a:endParaRPr sz="2625" baseline="3174">
                <a:latin typeface="Symbol"/>
                <a:cs typeface="Symbol"/>
              </a:endParaRPr>
            </a:p>
          </p:txBody>
        </p:sp>
        <p:sp>
          <p:nvSpPr>
            <p:cNvPr id="66" name="object 66"/>
            <p:cNvSpPr txBox="1"/>
            <p:nvPr/>
          </p:nvSpPr>
          <p:spPr>
            <a:xfrm>
              <a:off x="1469950" y="4663613"/>
              <a:ext cx="945515" cy="27813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323215" algn="l"/>
                  <a:tab pos="733425" algn="l"/>
                </a:tabLst>
              </a:pPr>
              <a:r>
                <a:rPr sz="2625" spc="15" baseline="-4761" dirty="0">
                  <a:latin typeface="Symbol"/>
                  <a:cs typeface="Symbol"/>
                </a:rPr>
                <a:t></a:t>
              </a:r>
              <a:r>
                <a:rPr sz="2625" spc="-247" baseline="-4761" dirty="0">
                  <a:latin typeface="Times New Roman"/>
                  <a:cs typeface="Times New Roman"/>
                </a:rPr>
                <a:t> </a:t>
              </a:r>
              <a:r>
                <a:rPr sz="1750" u="sng" spc="5" dirty="0">
                  <a:latin typeface="Times New Roman"/>
                  <a:cs typeface="Times New Roman"/>
                </a:rPr>
                <a:t> </a:t>
              </a:r>
              <a:r>
                <a:rPr sz="1750" u="sng" dirty="0">
                  <a:latin typeface="Times New Roman"/>
                  <a:cs typeface="Times New Roman"/>
                </a:rPr>
                <a:t>	</a:t>
              </a:r>
              <a:r>
                <a:rPr sz="1750" i="1" u="sng" spc="15" dirty="0">
                  <a:latin typeface="Times New Roman"/>
                  <a:cs typeface="Times New Roman"/>
                </a:rPr>
                <a:t>k</a:t>
              </a:r>
              <a:r>
                <a:rPr sz="1750" u="sng" spc="5" dirty="0">
                  <a:latin typeface="Times New Roman"/>
                  <a:cs typeface="Times New Roman"/>
                </a:rPr>
                <a:t> </a:t>
              </a:r>
              <a:r>
                <a:rPr sz="1750" u="sng" dirty="0">
                  <a:latin typeface="Times New Roman"/>
                  <a:cs typeface="Times New Roman"/>
                </a:rPr>
                <a:t>	</a:t>
              </a:r>
              <a:r>
                <a:rPr sz="2625" spc="284" baseline="-4761" dirty="0">
                  <a:latin typeface="Symbol"/>
                  <a:cs typeface="Symbol"/>
                </a:rPr>
                <a:t></a:t>
              </a:r>
              <a:r>
                <a:rPr sz="2625" spc="15" baseline="3174" dirty="0">
                  <a:latin typeface="Symbol"/>
                  <a:cs typeface="Symbol"/>
                </a:rPr>
                <a:t></a:t>
              </a:r>
              <a:endParaRPr sz="2625" baseline="3174">
                <a:latin typeface="Symbol"/>
                <a:cs typeface="Symbol"/>
              </a:endParaRPr>
            </a:p>
          </p:txBody>
        </p:sp>
        <p:sp>
          <p:nvSpPr>
            <p:cNvPr id="67" name="object 67"/>
            <p:cNvSpPr txBox="1"/>
            <p:nvPr/>
          </p:nvSpPr>
          <p:spPr>
            <a:xfrm>
              <a:off x="2992545" y="4005542"/>
              <a:ext cx="113664" cy="25082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750" spc="10" dirty="0">
                  <a:latin typeface="Symbol"/>
                  <a:cs typeface="Symbol"/>
                </a:rPr>
                <a:t></a:t>
              </a:r>
              <a:endParaRPr sz="1750">
                <a:latin typeface="Symbol"/>
                <a:cs typeface="Symbol"/>
              </a:endParaRPr>
            </a:p>
          </p:txBody>
        </p:sp>
        <p:sp>
          <p:nvSpPr>
            <p:cNvPr id="68" name="object 68"/>
            <p:cNvSpPr txBox="1"/>
            <p:nvPr/>
          </p:nvSpPr>
          <p:spPr>
            <a:xfrm>
              <a:off x="2053630" y="4212056"/>
              <a:ext cx="224154" cy="25272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750" spc="190" dirty="0">
                  <a:latin typeface="Symbol"/>
                  <a:cs typeface="Symbol"/>
                </a:rPr>
                <a:t></a:t>
              </a:r>
              <a:r>
                <a:rPr sz="1750" spc="10" dirty="0">
                  <a:latin typeface="Symbol"/>
                  <a:cs typeface="Symbol"/>
                </a:rPr>
                <a:t></a:t>
              </a:r>
              <a:endParaRPr sz="1750">
                <a:latin typeface="Symbol"/>
                <a:cs typeface="Symbol"/>
              </a:endParaRPr>
            </a:p>
          </p:txBody>
        </p:sp>
        <p:sp>
          <p:nvSpPr>
            <p:cNvPr id="69" name="object 69"/>
            <p:cNvSpPr txBox="1"/>
            <p:nvPr/>
          </p:nvSpPr>
          <p:spPr>
            <a:xfrm>
              <a:off x="2992545" y="4212056"/>
              <a:ext cx="113664" cy="42100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ts val="1720"/>
                </a:lnSpc>
              </a:pPr>
              <a:r>
                <a:rPr sz="1750" spc="10" dirty="0">
                  <a:latin typeface="Symbol"/>
                  <a:cs typeface="Symbol"/>
                </a:rPr>
                <a:t></a:t>
              </a:r>
              <a:endParaRPr sz="1750">
                <a:latin typeface="Symbol"/>
                <a:cs typeface="Symbol"/>
              </a:endParaRPr>
            </a:p>
            <a:p>
              <a:pPr marL="12700">
                <a:lnSpc>
                  <a:spcPts val="1720"/>
                </a:lnSpc>
              </a:pPr>
              <a:r>
                <a:rPr sz="1750" spc="10" dirty="0">
                  <a:latin typeface="Symbol"/>
                  <a:cs typeface="Symbol"/>
                </a:rPr>
                <a:t></a:t>
              </a:r>
              <a:endParaRPr sz="1750">
                <a:latin typeface="Symbol"/>
                <a:cs typeface="Symbol"/>
              </a:endParaRPr>
            </a:p>
          </p:txBody>
        </p:sp>
        <p:sp>
          <p:nvSpPr>
            <p:cNvPr id="70" name="object 70"/>
            <p:cNvSpPr txBox="1"/>
            <p:nvPr/>
          </p:nvSpPr>
          <p:spPr>
            <a:xfrm>
              <a:off x="1332532" y="4213866"/>
              <a:ext cx="113664" cy="25082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750" spc="10" dirty="0">
                  <a:latin typeface="Symbol"/>
                  <a:cs typeface="Symbol"/>
                </a:rPr>
                <a:t></a:t>
              </a:r>
              <a:endParaRPr sz="1750">
                <a:latin typeface="Symbol"/>
                <a:cs typeface="Symbol"/>
              </a:endParaRPr>
            </a:p>
          </p:txBody>
        </p:sp>
        <p:sp>
          <p:nvSpPr>
            <p:cNvPr id="71" name="object 71"/>
            <p:cNvSpPr txBox="1"/>
            <p:nvPr/>
          </p:nvSpPr>
          <p:spPr>
            <a:xfrm>
              <a:off x="1332532" y="4355074"/>
              <a:ext cx="113664" cy="25082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750" spc="10" dirty="0">
                  <a:latin typeface="Symbol"/>
                  <a:cs typeface="Symbol"/>
                </a:rPr>
                <a:t></a:t>
              </a:r>
              <a:endParaRPr sz="1750">
                <a:latin typeface="Symbol"/>
                <a:cs typeface="Symbol"/>
              </a:endParaRPr>
            </a:p>
          </p:txBody>
        </p:sp>
        <p:sp>
          <p:nvSpPr>
            <p:cNvPr id="72" name="object 72"/>
            <p:cNvSpPr txBox="1"/>
            <p:nvPr/>
          </p:nvSpPr>
          <p:spPr>
            <a:xfrm>
              <a:off x="2053630" y="4355074"/>
              <a:ext cx="224154" cy="27813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750" spc="190" dirty="0">
                  <a:latin typeface="Symbol"/>
                  <a:cs typeface="Symbol"/>
                </a:rPr>
                <a:t></a:t>
              </a:r>
              <a:r>
                <a:rPr sz="2625" spc="15" baseline="-6349" dirty="0">
                  <a:latin typeface="Symbol"/>
                  <a:cs typeface="Symbol"/>
                </a:rPr>
                <a:t></a:t>
              </a:r>
              <a:endParaRPr sz="2625" baseline="-6349">
                <a:latin typeface="Symbol"/>
                <a:cs typeface="Symbol"/>
              </a:endParaRPr>
            </a:p>
          </p:txBody>
        </p:sp>
        <p:sp>
          <p:nvSpPr>
            <p:cNvPr id="73" name="object 73"/>
            <p:cNvSpPr txBox="1"/>
            <p:nvPr/>
          </p:nvSpPr>
          <p:spPr>
            <a:xfrm>
              <a:off x="3129952" y="4663613"/>
              <a:ext cx="113664" cy="25082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750" spc="10" dirty="0">
                  <a:latin typeface="Symbol"/>
                  <a:cs typeface="Symbol"/>
                </a:rPr>
                <a:t></a:t>
              </a:r>
              <a:endParaRPr sz="1750">
                <a:latin typeface="Symbol"/>
                <a:cs typeface="Symbol"/>
              </a:endParaRPr>
            </a:p>
          </p:txBody>
        </p:sp>
        <p:sp>
          <p:nvSpPr>
            <p:cNvPr id="74" name="object 74"/>
            <p:cNvSpPr txBox="1"/>
            <p:nvPr/>
          </p:nvSpPr>
          <p:spPr>
            <a:xfrm>
              <a:off x="2191049" y="4870127"/>
              <a:ext cx="224154" cy="25272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750" spc="190" dirty="0">
                  <a:latin typeface="Symbol"/>
                  <a:cs typeface="Symbol"/>
                </a:rPr>
                <a:t></a:t>
              </a:r>
              <a:r>
                <a:rPr sz="1750" spc="10" dirty="0">
                  <a:latin typeface="Symbol"/>
                  <a:cs typeface="Symbol"/>
                </a:rPr>
                <a:t></a:t>
              </a:r>
              <a:endParaRPr sz="1750">
                <a:latin typeface="Symbol"/>
                <a:cs typeface="Symbol"/>
              </a:endParaRPr>
            </a:p>
          </p:txBody>
        </p:sp>
        <p:sp>
          <p:nvSpPr>
            <p:cNvPr id="75" name="object 75"/>
            <p:cNvSpPr txBox="1"/>
            <p:nvPr/>
          </p:nvSpPr>
          <p:spPr>
            <a:xfrm>
              <a:off x="3129952" y="4870127"/>
              <a:ext cx="113664" cy="42100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ts val="1720"/>
                </a:lnSpc>
              </a:pPr>
              <a:r>
                <a:rPr sz="1750" spc="10" dirty="0">
                  <a:latin typeface="Symbol"/>
                  <a:cs typeface="Symbol"/>
                </a:rPr>
                <a:t></a:t>
              </a:r>
              <a:endParaRPr sz="1750">
                <a:latin typeface="Symbol"/>
                <a:cs typeface="Symbol"/>
              </a:endParaRPr>
            </a:p>
            <a:p>
              <a:pPr marL="12700">
                <a:lnSpc>
                  <a:spcPts val="1720"/>
                </a:lnSpc>
              </a:pPr>
              <a:r>
                <a:rPr sz="1750" spc="10" dirty="0">
                  <a:latin typeface="Symbol"/>
                  <a:cs typeface="Symbol"/>
                </a:rPr>
                <a:t></a:t>
              </a:r>
              <a:endParaRPr sz="1750">
                <a:latin typeface="Symbol"/>
                <a:cs typeface="Symbol"/>
              </a:endParaRPr>
            </a:p>
          </p:txBody>
        </p:sp>
        <p:sp>
          <p:nvSpPr>
            <p:cNvPr id="76" name="object 76"/>
            <p:cNvSpPr txBox="1"/>
            <p:nvPr/>
          </p:nvSpPr>
          <p:spPr>
            <a:xfrm>
              <a:off x="1469950" y="4871937"/>
              <a:ext cx="113664" cy="25082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750" spc="10" dirty="0">
                  <a:latin typeface="Symbol"/>
                  <a:cs typeface="Symbol"/>
                </a:rPr>
                <a:t></a:t>
              </a:r>
              <a:endParaRPr sz="1750">
                <a:latin typeface="Symbol"/>
                <a:cs typeface="Symbol"/>
              </a:endParaRPr>
            </a:p>
          </p:txBody>
        </p:sp>
        <p:sp>
          <p:nvSpPr>
            <p:cNvPr id="77" name="object 77"/>
            <p:cNvSpPr txBox="1"/>
            <p:nvPr/>
          </p:nvSpPr>
          <p:spPr>
            <a:xfrm>
              <a:off x="1469950" y="5013145"/>
              <a:ext cx="113664" cy="25082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750" spc="10" dirty="0">
                  <a:latin typeface="Symbol"/>
                  <a:cs typeface="Symbol"/>
                </a:rPr>
                <a:t></a:t>
              </a:r>
              <a:endParaRPr sz="1750">
                <a:latin typeface="Symbol"/>
                <a:cs typeface="Symbol"/>
              </a:endParaRPr>
            </a:p>
          </p:txBody>
        </p:sp>
        <p:sp>
          <p:nvSpPr>
            <p:cNvPr id="78" name="object 78"/>
            <p:cNvSpPr txBox="1"/>
            <p:nvPr/>
          </p:nvSpPr>
          <p:spPr>
            <a:xfrm>
              <a:off x="2191049" y="5013145"/>
              <a:ext cx="224154" cy="27813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750" spc="190" dirty="0">
                  <a:latin typeface="Symbol"/>
                  <a:cs typeface="Symbol"/>
                </a:rPr>
                <a:t></a:t>
              </a:r>
              <a:r>
                <a:rPr sz="2625" spc="15" baseline="-6349" dirty="0">
                  <a:latin typeface="Symbol"/>
                  <a:cs typeface="Symbol"/>
                </a:rPr>
                <a:t></a:t>
              </a:r>
              <a:endParaRPr sz="2625" baseline="-6349">
                <a:latin typeface="Symbol"/>
                <a:cs typeface="Symbol"/>
              </a:endParaRP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4D60F7DB-0B95-C206-8F4F-D65A30DF7A8F}"/>
              </a:ext>
            </a:extLst>
          </p:cNvPr>
          <p:cNvGrpSpPr/>
          <p:nvPr/>
        </p:nvGrpSpPr>
        <p:grpSpPr>
          <a:xfrm>
            <a:off x="4295384" y="5219481"/>
            <a:ext cx="4210867" cy="720759"/>
            <a:chOff x="4295384" y="5219481"/>
            <a:chExt cx="4210867" cy="720759"/>
          </a:xfrm>
        </p:grpSpPr>
        <p:sp>
          <p:nvSpPr>
            <p:cNvPr id="79" name="object 79"/>
            <p:cNvSpPr/>
            <p:nvPr/>
          </p:nvSpPr>
          <p:spPr>
            <a:xfrm>
              <a:off x="5863650" y="5546907"/>
              <a:ext cx="1779270" cy="0"/>
            </a:xfrm>
            <a:custGeom>
              <a:avLst/>
              <a:gdLst/>
              <a:ahLst/>
              <a:cxnLst/>
              <a:rect l="l" t="t" r="r" b="b"/>
              <a:pathLst>
                <a:path w="1779270">
                  <a:moveTo>
                    <a:pt x="0" y="0"/>
                  </a:moveTo>
                  <a:lnTo>
                    <a:pt x="1778680" y="0"/>
                  </a:lnTo>
                </a:path>
              </a:pathLst>
            </a:custGeom>
            <a:ln w="110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7709674" y="5449122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218" y="0"/>
                  </a:lnTo>
                </a:path>
              </a:pathLst>
            </a:custGeom>
            <a:ln w="110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8270390" y="5449122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248" y="0"/>
                  </a:lnTo>
                </a:path>
              </a:pathLst>
            </a:custGeom>
            <a:ln w="110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 txBox="1"/>
            <p:nvPr/>
          </p:nvSpPr>
          <p:spPr>
            <a:xfrm>
              <a:off x="4295384" y="5457144"/>
              <a:ext cx="1515560" cy="31547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R="5080" algn="r">
                <a:lnSpc>
                  <a:spcPct val="100000"/>
                </a:lnSpc>
              </a:pPr>
              <a:r>
                <a:rPr sz="2050" i="1" spc="95" dirty="0">
                  <a:latin typeface="Times New Roman"/>
                  <a:cs typeface="Times New Roman"/>
                </a:rPr>
                <a:t>y</a:t>
              </a:r>
              <a:r>
                <a:rPr sz="2050" spc="65" dirty="0">
                  <a:latin typeface="Times New Roman"/>
                  <a:cs typeface="Times New Roman"/>
                </a:rPr>
                <a:t>(</a:t>
              </a:r>
              <a:r>
                <a:rPr sz="2050" i="1" spc="15" dirty="0">
                  <a:latin typeface="Times New Roman"/>
                  <a:cs typeface="Times New Roman"/>
                </a:rPr>
                <a:t>k</a:t>
              </a:r>
              <a:r>
                <a:rPr sz="2050" i="1" spc="95" dirty="0">
                  <a:latin typeface="Times New Roman"/>
                  <a:cs typeface="Times New Roman"/>
                </a:rPr>
                <a:t> </a:t>
              </a:r>
              <a:r>
                <a:rPr sz="2050" spc="40" dirty="0">
                  <a:latin typeface="Symbol"/>
                  <a:cs typeface="Symbol"/>
                </a:rPr>
                <a:t></a:t>
              </a:r>
              <a:r>
                <a:rPr sz="2050" spc="-95" dirty="0">
                  <a:latin typeface="Times New Roman"/>
                  <a:cs typeface="Times New Roman"/>
                </a:rPr>
                <a:t> </a:t>
              </a:r>
              <a:r>
                <a:rPr sz="2050" spc="70" dirty="0">
                  <a:latin typeface="Symbol"/>
                  <a:cs typeface="Symbol"/>
                </a:rPr>
                <a:t></a:t>
              </a:r>
              <a:r>
                <a:rPr sz="2050" spc="10" dirty="0">
                  <a:latin typeface="Times New Roman"/>
                  <a:cs typeface="Times New Roman"/>
                </a:rPr>
                <a:t>)</a:t>
              </a:r>
              <a:r>
                <a:rPr sz="2050" spc="-35" dirty="0">
                  <a:latin typeface="Times New Roman"/>
                  <a:cs typeface="Times New Roman"/>
                </a:rPr>
                <a:t> </a:t>
              </a:r>
              <a:r>
                <a:rPr sz="2050" spc="20" dirty="0">
                  <a:latin typeface="Symbol"/>
                  <a:cs typeface="Symbol"/>
                </a:rPr>
                <a:t></a:t>
              </a:r>
              <a:endParaRPr sz="2050" dirty="0">
                <a:latin typeface="Symbol"/>
                <a:cs typeface="Symbol"/>
              </a:endParaRPr>
            </a:p>
          </p:txBody>
        </p:sp>
        <p:sp>
          <p:nvSpPr>
            <p:cNvPr id="83" name="object 83"/>
            <p:cNvSpPr txBox="1"/>
            <p:nvPr/>
          </p:nvSpPr>
          <p:spPr>
            <a:xfrm>
              <a:off x="5839836" y="5589720"/>
              <a:ext cx="1797685" cy="35052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050" spc="180" dirty="0">
                  <a:latin typeface="Times New Roman"/>
                  <a:cs typeface="Times New Roman"/>
                </a:rPr>
                <a:t>1</a:t>
              </a:r>
              <a:r>
                <a:rPr sz="2050" spc="20" dirty="0">
                  <a:latin typeface="Symbol"/>
                  <a:cs typeface="Symbol"/>
                </a:rPr>
                <a:t></a:t>
              </a:r>
              <a:r>
                <a:rPr sz="2050" spc="-125" dirty="0">
                  <a:latin typeface="Times New Roman"/>
                  <a:cs typeface="Times New Roman"/>
                </a:rPr>
                <a:t> </a:t>
              </a:r>
              <a:r>
                <a:rPr sz="2050" i="1" spc="100" dirty="0">
                  <a:latin typeface="Times New Roman"/>
                  <a:cs typeface="Times New Roman"/>
                </a:rPr>
                <a:t>k</a:t>
              </a:r>
              <a:r>
                <a:rPr sz="2325" i="1" spc="322" baseline="-19713" dirty="0">
                  <a:latin typeface="Times New Roman"/>
                  <a:cs typeface="Times New Roman"/>
                </a:rPr>
                <a:t>I</a:t>
              </a:r>
              <a:r>
                <a:rPr sz="2050" i="1" spc="20" dirty="0">
                  <a:latin typeface="Times New Roman"/>
                  <a:cs typeface="Times New Roman"/>
                </a:rPr>
                <a:t>b</a:t>
              </a:r>
              <a:r>
                <a:rPr sz="2050" i="1" spc="-155" dirty="0">
                  <a:latin typeface="Times New Roman"/>
                  <a:cs typeface="Times New Roman"/>
                </a:rPr>
                <a:t> </a:t>
              </a:r>
              <a:r>
                <a:rPr sz="2050" spc="20" dirty="0">
                  <a:latin typeface="Symbol"/>
                  <a:cs typeface="Symbol"/>
                </a:rPr>
                <a:t></a:t>
              </a:r>
              <a:r>
                <a:rPr sz="2050" spc="-125" dirty="0">
                  <a:latin typeface="Times New Roman"/>
                  <a:cs typeface="Times New Roman"/>
                </a:rPr>
                <a:t> </a:t>
              </a:r>
              <a:r>
                <a:rPr sz="2050" i="1" spc="20" dirty="0">
                  <a:latin typeface="Times New Roman"/>
                  <a:cs typeface="Times New Roman"/>
                </a:rPr>
                <a:t>a</a:t>
              </a:r>
              <a:r>
                <a:rPr sz="2050" i="1" spc="-120" dirty="0">
                  <a:latin typeface="Times New Roman"/>
                  <a:cs typeface="Times New Roman"/>
                </a:rPr>
                <a:t> </a:t>
              </a:r>
              <a:r>
                <a:rPr sz="2050" spc="145" dirty="0">
                  <a:latin typeface="Symbol"/>
                  <a:cs typeface="Symbol"/>
                </a:rPr>
                <a:t></a:t>
              </a:r>
              <a:r>
                <a:rPr sz="2050" spc="175" dirty="0">
                  <a:latin typeface="Times New Roman"/>
                  <a:cs typeface="Times New Roman"/>
                </a:rPr>
                <a:t>1</a:t>
              </a:r>
              <a:r>
                <a:rPr sz="2050" spc="20" dirty="0">
                  <a:latin typeface="Symbol"/>
                  <a:cs typeface="Symbol"/>
                </a:rPr>
                <a:t></a:t>
              </a:r>
              <a:r>
                <a:rPr sz="2050" spc="-160" dirty="0">
                  <a:latin typeface="Times New Roman"/>
                  <a:cs typeface="Times New Roman"/>
                </a:rPr>
                <a:t> </a:t>
              </a:r>
              <a:r>
                <a:rPr sz="2050" i="1" spc="20" dirty="0">
                  <a:latin typeface="Times New Roman"/>
                  <a:cs typeface="Times New Roman"/>
                </a:rPr>
                <a:t>a</a:t>
              </a:r>
              <a:endParaRPr sz="2050">
                <a:latin typeface="Times New Roman"/>
                <a:cs typeface="Times New Roman"/>
              </a:endParaRPr>
            </a:p>
          </p:txBody>
        </p:sp>
        <p:sp>
          <p:nvSpPr>
            <p:cNvPr id="84" name="object 84"/>
            <p:cNvSpPr txBox="1"/>
            <p:nvPr/>
          </p:nvSpPr>
          <p:spPr>
            <a:xfrm>
              <a:off x="6693451" y="5341554"/>
              <a:ext cx="92075" cy="22415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550" i="1" spc="5" dirty="0">
                  <a:latin typeface="Times New Roman"/>
                  <a:cs typeface="Times New Roman"/>
                </a:rPr>
                <a:t>I</a:t>
              </a:r>
              <a:endParaRPr sz="1550">
                <a:latin typeface="Times New Roman"/>
                <a:cs typeface="Times New Roman"/>
              </a:endParaRPr>
            </a:p>
          </p:txBody>
        </p:sp>
        <p:sp>
          <p:nvSpPr>
            <p:cNvPr id="85" name="object 85"/>
            <p:cNvSpPr txBox="1"/>
            <p:nvPr/>
          </p:nvSpPr>
          <p:spPr>
            <a:xfrm>
              <a:off x="7700436" y="5383183"/>
              <a:ext cx="805815" cy="35052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050" i="1" spc="20" dirty="0">
                  <a:latin typeface="Times New Roman"/>
                  <a:cs typeface="Times New Roman"/>
                </a:rPr>
                <a:t>y</a:t>
              </a:r>
              <a:r>
                <a:rPr sz="2325" i="1" spc="7" baseline="-19713" dirty="0">
                  <a:latin typeface="Times New Roman"/>
                  <a:cs typeface="Times New Roman"/>
                </a:rPr>
                <a:t>d</a:t>
              </a:r>
              <a:r>
                <a:rPr sz="2325" i="1" baseline="-19713" dirty="0">
                  <a:latin typeface="Times New Roman"/>
                  <a:cs typeface="Times New Roman"/>
                </a:rPr>
                <a:t> </a:t>
              </a:r>
              <a:r>
                <a:rPr sz="2325" i="1" spc="112" baseline="-19713" dirty="0">
                  <a:latin typeface="Times New Roman"/>
                  <a:cs typeface="Times New Roman"/>
                </a:rPr>
                <a:t> </a:t>
              </a:r>
              <a:r>
                <a:rPr sz="2050" spc="20" dirty="0">
                  <a:latin typeface="Symbol"/>
                  <a:cs typeface="Symbol"/>
                </a:rPr>
                <a:t></a:t>
              </a:r>
              <a:r>
                <a:rPr sz="2050" spc="170" dirty="0">
                  <a:latin typeface="Times New Roman"/>
                  <a:cs typeface="Times New Roman"/>
                </a:rPr>
                <a:t> </a:t>
              </a:r>
              <a:r>
                <a:rPr sz="2050" i="1" spc="20" dirty="0">
                  <a:latin typeface="Times New Roman"/>
                  <a:cs typeface="Times New Roman"/>
                </a:rPr>
                <a:t>y</a:t>
              </a:r>
              <a:r>
                <a:rPr sz="2325" i="1" spc="7" baseline="-19713" dirty="0">
                  <a:latin typeface="Times New Roman"/>
                  <a:cs typeface="Times New Roman"/>
                </a:rPr>
                <a:t>d</a:t>
              </a:r>
              <a:endParaRPr sz="2325" baseline="-19713">
                <a:latin typeface="Times New Roman"/>
                <a:cs typeface="Times New Roman"/>
              </a:endParaRPr>
            </a:p>
          </p:txBody>
        </p:sp>
        <p:sp>
          <p:nvSpPr>
            <p:cNvPr id="86" name="object 86"/>
            <p:cNvSpPr txBox="1"/>
            <p:nvPr/>
          </p:nvSpPr>
          <p:spPr>
            <a:xfrm>
              <a:off x="6564368" y="5219481"/>
              <a:ext cx="381635" cy="29019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050" i="1" spc="15" dirty="0">
                  <a:latin typeface="Times New Roman"/>
                  <a:cs typeface="Times New Roman"/>
                </a:rPr>
                <a:t>k </a:t>
              </a:r>
              <a:r>
                <a:rPr sz="2050" i="1" spc="-204" dirty="0">
                  <a:latin typeface="Times New Roman"/>
                  <a:cs typeface="Times New Roman"/>
                </a:rPr>
                <a:t> </a:t>
              </a:r>
              <a:r>
                <a:rPr sz="2050" i="1" spc="20" dirty="0">
                  <a:latin typeface="Times New Roman"/>
                  <a:cs typeface="Times New Roman"/>
                </a:rPr>
                <a:t>b</a:t>
              </a:r>
              <a:endParaRPr sz="2050" dirty="0">
                <a:latin typeface="Times New Roman"/>
                <a:cs typeface="Times New Roman"/>
              </a:endParaRPr>
            </a:p>
          </p:txBody>
        </p:sp>
      </p:grpSp>
      <p:sp>
        <p:nvSpPr>
          <p:cNvPr id="87" name="object 87"/>
          <p:cNvSpPr txBox="1"/>
          <p:nvPr/>
        </p:nvSpPr>
        <p:spPr>
          <a:xfrm>
            <a:off x="8354701" y="6190289"/>
            <a:ext cx="259079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403F42"/>
                </a:solidFill>
                <a:latin typeface="Calibri"/>
                <a:cs typeface="Calibri"/>
              </a:rPr>
              <a:t>11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30" name="object 30"/>
          <p:cNvGraphicFramePr>
            <a:graphicFrameLocks noGrp="1"/>
          </p:cNvGraphicFramePr>
          <p:nvPr/>
        </p:nvGraphicFramePr>
        <p:xfrm>
          <a:off x="2935219" y="2095963"/>
          <a:ext cx="1826880" cy="90864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01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6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6324">
                <a:tc rowSpan="2">
                  <a:txBody>
                    <a:bodyPr/>
                    <a:lstStyle/>
                    <a:p>
                      <a:pPr marR="40640" algn="ctr">
                        <a:lnSpc>
                          <a:spcPct val="100000"/>
                        </a:lnSpc>
                      </a:pPr>
                      <a:r>
                        <a:rPr sz="2100" i="1" spc="100" dirty="0">
                          <a:latin typeface="Times New Roman"/>
                          <a:cs typeface="Times New Roman"/>
                        </a:rPr>
                        <a:t>k</a:t>
                      </a:r>
                      <a:r>
                        <a:rPr sz="2625" i="1" baseline="-15873" dirty="0">
                          <a:latin typeface="Times New Roman"/>
                          <a:cs typeface="Times New Roman"/>
                        </a:rPr>
                        <a:t>I</a:t>
                      </a:r>
                      <a:endParaRPr sz="2625" baseline="-15873">
                        <a:latin typeface="Times New Roman"/>
                        <a:cs typeface="Times New Roman"/>
                      </a:endParaRPr>
                    </a:p>
                    <a:p>
                      <a:pPr marR="26670"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210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2100" spc="-3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100" dirty="0">
                          <a:latin typeface="Symbol"/>
                          <a:cs typeface="Symbol"/>
                        </a:rPr>
                        <a:t></a:t>
                      </a:r>
                      <a:r>
                        <a:rPr sz="2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100" i="1" spc="150" dirty="0"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sz="2625" spc="-157" baseline="30158" dirty="0">
                          <a:latin typeface="Symbol"/>
                          <a:cs typeface="Symbol"/>
                        </a:rPr>
                        <a:t></a:t>
                      </a:r>
                      <a:r>
                        <a:rPr sz="2625" baseline="30158" dirty="0">
                          <a:latin typeface="Times New Roman"/>
                          <a:cs typeface="Times New Roman"/>
                        </a:rPr>
                        <a:t>1</a:t>
                      </a:r>
                      <a:endParaRPr sz="2625" baseline="30158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5993">
                      <a:solidFill>
                        <a:srgbClr val="000000"/>
                      </a:solidFill>
                      <a:prstDash val="solid"/>
                    </a:lnL>
                    <a:lnR w="15993">
                      <a:solidFill>
                        <a:srgbClr val="000000"/>
                      </a:solidFill>
                      <a:prstDash val="solid"/>
                    </a:lnR>
                    <a:lnT w="15993">
                      <a:solidFill>
                        <a:srgbClr val="000000"/>
                      </a:solidFill>
                      <a:prstDash val="solid"/>
                    </a:lnT>
                    <a:lnB w="1599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</a:pPr>
                      <a:r>
                        <a:rPr sz="2100" i="1" spc="95" dirty="0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2100" spc="5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100" i="1" spc="175" dirty="0">
                          <a:latin typeface="Times New Roman"/>
                          <a:cs typeface="Times New Roman"/>
                        </a:rPr>
                        <a:t>k</a:t>
                      </a:r>
                      <a:r>
                        <a:rPr sz="2100" dirty="0">
                          <a:latin typeface="Times New Roman"/>
                          <a:cs typeface="Times New Roman"/>
                        </a:rPr>
                        <a:t>)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5993">
                      <a:solidFill>
                        <a:srgbClr val="000000"/>
                      </a:solidFill>
                      <a:prstDash val="solid"/>
                    </a:lnL>
                    <a:lnB w="15988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31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5993">
                      <a:solidFill>
                        <a:srgbClr val="000000"/>
                      </a:solidFill>
                      <a:prstDash val="solid"/>
                    </a:lnL>
                    <a:lnR w="15993">
                      <a:solidFill>
                        <a:srgbClr val="000000"/>
                      </a:solidFill>
                      <a:prstDash val="solid"/>
                    </a:lnR>
                    <a:lnT w="15993">
                      <a:solidFill>
                        <a:srgbClr val="000000"/>
                      </a:solidFill>
                      <a:prstDash val="solid"/>
                    </a:lnT>
                    <a:lnB w="1599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5993">
                      <a:solidFill>
                        <a:srgbClr val="000000"/>
                      </a:solidFill>
                      <a:prstDash val="solid"/>
                    </a:lnL>
                    <a:lnT w="15988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2" name="TextBox 91">
            <a:extLst>
              <a:ext uri="{FF2B5EF4-FFF2-40B4-BE49-F238E27FC236}">
                <a16:creationId xmlns:a16="http://schemas.microsoft.com/office/drawing/2014/main" id="{5A2EEA5A-B3AE-92B4-4E0D-8AA2855D8163}"/>
              </a:ext>
            </a:extLst>
          </p:cNvPr>
          <p:cNvSpPr txBox="1"/>
          <p:nvPr/>
        </p:nvSpPr>
        <p:spPr>
          <a:xfrm>
            <a:off x="457200" y="5921514"/>
            <a:ext cx="532171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1169670">
              <a:lnSpc>
                <a:spcPct val="100000"/>
              </a:lnSpc>
              <a:spcBef>
                <a:spcPts val="735"/>
              </a:spcBef>
            </a:pPr>
            <a:r>
              <a:rPr lang="en-US" sz="2000" spc="-110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lang="en-US" sz="2000" spc="-25" dirty="0">
                <a:solidFill>
                  <a:srgbClr val="C00000"/>
                </a:solidFill>
                <a:latin typeface="Calibri"/>
                <a:cs typeface="Calibri"/>
              </a:rPr>
              <a:t>y</a:t>
            </a:r>
            <a:r>
              <a:rPr lang="en-US" sz="2000" spc="-20" dirty="0">
                <a:solidFill>
                  <a:srgbClr val="C00000"/>
                </a:solidFill>
                <a:latin typeface="Calibri"/>
                <a:cs typeface="Calibri"/>
              </a:rPr>
              <a:t>p</a:t>
            </a:r>
            <a:r>
              <a:rPr lang="en-US" sz="2000" spc="-15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lang="en-US" sz="2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US" sz="2000" spc="-15" dirty="0">
                <a:solidFill>
                  <a:srgbClr val="C00000"/>
                </a:solidFill>
                <a:latin typeface="Calibri"/>
                <a:cs typeface="Calibri"/>
              </a:rPr>
              <a:t>1</a:t>
            </a:r>
            <a:r>
              <a:rPr lang="en-US" sz="2000" spc="-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lang="en-US" sz="2000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lang="en-US" sz="2000" spc="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lang="en-US" sz="2000" spc="-40" dirty="0">
                <a:solidFill>
                  <a:srgbClr val="C00000"/>
                </a:solidFill>
                <a:latin typeface="Calibri"/>
                <a:cs typeface="Calibri"/>
              </a:rPr>
              <a:t>v</a:t>
            </a:r>
            <a:r>
              <a:rPr lang="en-US" sz="2000" spc="-10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lang="en-US" sz="2000" spc="-20" dirty="0">
                <a:solidFill>
                  <a:srgbClr val="C00000"/>
                </a:solidFill>
                <a:latin typeface="Calibri"/>
                <a:cs typeface="Calibri"/>
              </a:rPr>
              <a:t>m</a:t>
            </a:r>
            <a:r>
              <a:rPr lang="en-US" sz="2000" spc="-10" dirty="0">
                <a:solidFill>
                  <a:srgbClr val="C00000"/>
                </a:solidFill>
                <a:latin typeface="Calibri"/>
                <a:cs typeface="Calibri"/>
              </a:rPr>
              <a:t>ec</a:t>
            </a:r>
            <a:r>
              <a:rPr lang="en-US" sz="2000" spc="-5" dirty="0">
                <a:solidFill>
                  <a:srgbClr val="C00000"/>
                </a:solidFill>
                <a:latin typeface="Calibri"/>
                <a:cs typeface="Calibri"/>
              </a:rPr>
              <a:t>h</a:t>
            </a:r>
            <a:r>
              <a:rPr lang="en-US" sz="2000" spc="-1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lang="en-US" sz="2000" spc="-5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lang="en-US" sz="2000" spc="5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lang="en-US" sz="2000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lang="en-US" sz="2000" spc="-20" dirty="0">
                <a:solidFill>
                  <a:srgbClr val="C00000"/>
                </a:solidFill>
                <a:latin typeface="Calibri"/>
                <a:cs typeface="Calibri"/>
              </a:rPr>
              <a:t>m</a:t>
            </a:r>
            <a:r>
              <a:rPr lang="en-US" sz="2000" spc="-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US" sz="2000" spc="-20" dirty="0" err="1">
                <a:solidFill>
                  <a:srgbClr val="C00000"/>
                </a:solidFill>
                <a:latin typeface="Calibri"/>
                <a:cs typeface="Calibri"/>
              </a:rPr>
              <a:t>b</a:t>
            </a:r>
            <a:r>
              <a:rPr lang="en-US" sz="2000" spc="-10" dirty="0" err="1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lang="en-US" sz="2000" spc="-5" dirty="0" err="1">
                <a:solidFill>
                  <a:srgbClr val="C00000"/>
                </a:solidFill>
                <a:latin typeface="Calibri"/>
                <a:cs typeface="Calibri"/>
              </a:rPr>
              <a:t>h</a:t>
            </a:r>
            <a:r>
              <a:rPr lang="en-US" sz="2000" spc="-50" dirty="0" err="1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lang="en-US" sz="2000" spc="-20" dirty="0" err="1">
                <a:solidFill>
                  <a:srgbClr val="C00000"/>
                </a:solidFill>
                <a:latin typeface="Calibri"/>
                <a:cs typeface="Calibri"/>
              </a:rPr>
              <a:t>v</a:t>
            </a:r>
            <a:r>
              <a:rPr lang="en-US" sz="2000" spc="5" dirty="0" err="1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lang="en-US" sz="2000" spc="-10" dirty="0" err="1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lang="en-US" sz="2000" spc="-5" dirty="0" err="1">
                <a:solidFill>
                  <a:srgbClr val="C00000"/>
                </a:solidFill>
                <a:latin typeface="Calibri"/>
                <a:cs typeface="Calibri"/>
              </a:rPr>
              <a:t>ur</a:t>
            </a:r>
            <a:r>
              <a:rPr lang="en-US" sz="2000" spc="-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US" sz="2000" spc="-10" dirty="0">
                <a:solidFill>
                  <a:srgbClr val="C00000"/>
                </a:solidFill>
                <a:latin typeface="Calibri"/>
                <a:cs typeface="Calibri"/>
              </a:rPr>
              <a:t>(</a:t>
            </a:r>
            <a:r>
              <a:rPr lang="en-US" sz="2000" spc="-20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lang="en-US" sz="2000" spc="-3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lang="en-US" sz="2000" spc="-10" dirty="0">
                <a:solidFill>
                  <a:srgbClr val="C00000"/>
                </a:solidFill>
                <a:latin typeface="Calibri"/>
                <a:cs typeface="Calibri"/>
              </a:rPr>
              <a:t>ea</a:t>
            </a:r>
            <a:r>
              <a:rPr lang="en-US" sz="2000" spc="-5" dirty="0">
                <a:solidFill>
                  <a:srgbClr val="C00000"/>
                </a:solidFill>
                <a:latin typeface="Calibri"/>
                <a:cs typeface="Calibri"/>
              </a:rPr>
              <a:t>d</a:t>
            </a:r>
            <a:r>
              <a:rPr lang="en-US" sz="2000" spc="-15" dirty="0">
                <a:solidFill>
                  <a:srgbClr val="C00000"/>
                </a:solidFill>
                <a:latin typeface="Calibri"/>
                <a:cs typeface="Calibri"/>
              </a:rPr>
              <a:t>y</a:t>
            </a:r>
            <a:r>
              <a:rPr lang="en-US" sz="2000" spc="-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US" sz="2000" spc="-20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lang="en-US" sz="2000" spc="-3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lang="en-US" sz="2000" spc="-3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lang="en-US" sz="2000" spc="-3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lang="en-US" sz="2000" spc="-15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lang="en-US" sz="2000" spc="-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US" sz="2000" spc="-1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lang="en-US" sz="2000" spc="-50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lang="en-US" sz="2000" spc="-10" dirty="0">
                <a:solidFill>
                  <a:srgbClr val="C00000"/>
                </a:solidFill>
                <a:latin typeface="Calibri"/>
                <a:cs typeface="Calibri"/>
              </a:rPr>
              <a:t>ack</a:t>
            </a:r>
            <a:r>
              <a:rPr lang="en-US" sz="2000" spc="5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lang="en-US" sz="2000" spc="-5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lang="en-US" sz="2000" spc="-15" dirty="0">
                <a:solidFill>
                  <a:srgbClr val="C00000"/>
                </a:solidFill>
                <a:latin typeface="Calibri"/>
                <a:cs typeface="Calibri"/>
              </a:rPr>
              <a:t>g</a:t>
            </a:r>
            <a:r>
              <a:rPr lang="en-US" sz="2000" spc="-9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US" sz="2000" spc="-10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lang="en-US" sz="2000" dirty="0">
                <a:solidFill>
                  <a:srgbClr val="C00000"/>
                </a:solidFill>
                <a:latin typeface="Calibri"/>
                <a:cs typeface="Calibri"/>
              </a:rPr>
              <a:t>f</a:t>
            </a:r>
            <a:r>
              <a:rPr lang="en-US" sz="2000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lang="en-US" sz="2000" spc="-3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lang="en-US" sz="2000" spc="-10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lang="en-US" sz="2000" spc="-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US" sz="2000" spc="-5" dirty="0">
                <a:solidFill>
                  <a:srgbClr val="C00000"/>
                </a:solidFill>
                <a:latin typeface="Calibri"/>
                <a:cs typeface="Calibri"/>
              </a:rPr>
              <a:t>p</a:t>
            </a:r>
            <a:r>
              <a:rPr lang="en-US" sz="2000" spc="-10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lang="en-US" sz="2000" spc="5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lang="en-US" sz="2000" spc="-25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lang="en-US" sz="2000" spc="-5" dirty="0">
                <a:solidFill>
                  <a:srgbClr val="C00000"/>
                </a:solidFill>
                <a:latin typeface="Calibri"/>
                <a:cs typeface="Calibri"/>
              </a:rPr>
              <a:t>t)</a:t>
            </a:r>
            <a:endParaRPr lang="en-US" sz="20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7567" y="728606"/>
            <a:ext cx="4681855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g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9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Co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9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ll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u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80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ti</a:t>
            </a:r>
            <a:r>
              <a:rPr sz="3400" spc="-40" dirty="0">
                <a:solidFill>
                  <a:srgbClr val="B5121B"/>
                </a:solidFill>
                <a:latin typeface="Calibri"/>
                <a:cs typeface="Calibri"/>
              </a:rPr>
              <a:t>v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Ti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me</a:t>
            </a:r>
            <a:r>
              <a:rPr sz="3400" spc="-10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90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ns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123444" y="2133600"/>
            <a:ext cx="0" cy="4023360"/>
          </a:xfrm>
          <a:custGeom>
            <a:avLst/>
            <a:gdLst/>
            <a:ahLst/>
            <a:cxnLst/>
            <a:rect l="l" t="t" r="r" b="b"/>
            <a:pathLst>
              <a:path h="4023360">
                <a:moveTo>
                  <a:pt x="0" y="4023359"/>
                </a:moveTo>
                <a:lnTo>
                  <a:pt x="12" y="0"/>
                </a:lnTo>
                <a:lnTo>
                  <a:pt x="0" y="402335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123456" y="2133630"/>
            <a:ext cx="5364480" cy="4023360"/>
          </a:xfrm>
          <a:custGeom>
            <a:avLst/>
            <a:gdLst/>
            <a:ahLst/>
            <a:cxnLst/>
            <a:rect l="l" t="t" r="r" b="b"/>
            <a:pathLst>
              <a:path w="5364480" h="4023360">
                <a:moveTo>
                  <a:pt x="0" y="4023329"/>
                </a:moveTo>
                <a:lnTo>
                  <a:pt x="5364449" y="4023329"/>
                </a:lnTo>
                <a:lnTo>
                  <a:pt x="5364449" y="0"/>
                </a:lnTo>
                <a:lnTo>
                  <a:pt x="0" y="0"/>
                </a:lnTo>
                <a:lnTo>
                  <a:pt x="0" y="40233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821484" y="2439405"/>
            <a:ext cx="4150360" cy="3258820"/>
          </a:xfrm>
          <a:custGeom>
            <a:avLst/>
            <a:gdLst/>
            <a:ahLst/>
            <a:cxnLst/>
            <a:rect l="l" t="t" r="r" b="b"/>
            <a:pathLst>
              <a:path w="4150359" h="3258820">
                <a:moveTo>
                  <a:pt x="0" y="3258830"/>
                </a:moveTo>
                <a:lnTo>
                  <a:pt x="4150065" y="3258830"/>
                </a:lnTo>
                <a:lnTo>
                  <a:pt x="4150065" y="0"/>
                </a:lnTo>
                <a:lnTo>
                  <a:pt x="0" y="0"/>
                </a:lnTo>
                <a:lnTo>
                  <a:pt x="0" y="325883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821492" y="2439407"/>
            <a:ext cx="4150360" cy="3258820"/>
          </a:xfrm>
          <a:custGeom>
            <a:avLst/>
            <a:gdLst/>
            <a:ahLst/>
            <a:cxnLst/>
            <a:rect l="l" t="t" r="r" b="b"/>
            <a:pathLst>
              <a:path w="4150359" h="3258820">
                <a:moveTo>
                  <a:pt x="0" y="0"/>
                </a:moveTo>
                <a:lnTo>
                  <a:pt x="4150063" y="0"/>
                </a:lnTo>
                <a:lnTo>
                  <a:pt x="4150063" y="3258828"/>
                </a:lnTo>
                <a:lnTo>
                  <a:pt x="0" y="3258828"/>
                </a:lnTo>
                <a:lnTo>
                  <a:pt x="0" y="0"/>
                </a:lnTo>
                <a:close/>
              </a:path>
            </a:pathLst>
          </a:custGeom>
          <a:ln w="955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821504" y="569823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5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821480" y="2439407"/>
            <a:ext cx="4150360" cy="0"/>
          </a:xfrm>
          <a:custGeom>
            <a:avLst/>
            <a:gdLst/>
            <a:ahLst/>
            <a:cxnLst/>
            <a:rect l="l" t="t" r="r" b="b"/>
            <a:pathLst>
              <a:path w="4150359">
                <a:moveTo>
                  <a:pt x="0" y="0"/>
                </a:moveTo>
                <a:lnTo>
                  <a:pt x="4150075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971555" y="243940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821480" y="5698236"/>
            <a:ext cx="4150360" cy="0"/>
          </a:xfrm>
          <a:custGeom>
            <a:avLst/>
            <a:gdLst/>
            <a:ahLst/>
            <a:cxnLst/>
            <a:rect l="l" t="t" r="r" b="b"/>
            <a:pathLst>
              <a:path w="4150359">
                <a:moveTo>
                  <a:pt x="0" y="0"/>
                </a:moveTo>
                <a:lnTo>
                  <a:pt x="4150075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971555" y="569823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971555" y="2439407"/>
            <a:ext cx="0" cy="3258820"/>
          </a:xfrm>
          <a:custGeom>
            <a:avLst/>
            <a:gdLst/>
            <a:ahLst/>
            <a:cxnLst/>
            <a:rect l="l" t="t" r="r" b="b"/>
            <a:pathLst>
              <a:path h="3258820">
                <a:moveTo>
                  <a:pt x="0" y="3258828"/>
                </a:moveTo>
                <a:lnTo>
                  <a:pt x="0" y="0"/>
                </a:lnTo>
              </a:path>
            </a:pathLst>
          </a:custGeom>
          <a:ln w="95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971555" y="243940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821486" y="2439407"/>
            <a:ext cx="0" cy="3258820"/>
          </a:xfrm>
          <a:custGeom>
            <a:avLst/>
            <a:gdLst/>
            <a:ahLst/>
            <a:cxnLst/>
            <a:rect l="l" t="t" r="r" b="b"/>
            <a:pathLst>
              <a:path h="3258820">
                <a:moveTo>
                  <a:pt x="0" y="3258828"/>
                </a:moveTo>
                <a:lnTo>
                  <a:pt x="0" y="0"/>
                </a:lnTo>
              </a:path>
            </a:pathLst>
          </a:custGeom>
          <a:ln w="9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821492" y="243940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971555" y="569823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821492" y="243940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821492" y="565045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821492" y="247764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770545" y="5721006"/>
            <a:ext cx="116839" cy="207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10" dirty="0">
                <a:latin typeface="Times New Roman"/>
                <a:cs typeface="Times New Roman"/>
              </a:rPr>
              <a:t>0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854224" y="5650454"/>
            <a:ext cx="0" cy="48260"/>
          </a:xfrm>
          <a:custGeom>
            <a:avLst/>
            <a:gdLst/>
            <a:ahLst/>
            <a:cxnLst/>
            <a:rect l="l" t="t" r="r" b="b"/>
            <a:pathLst>
              <a:path h="48260">
                <a:moveTo>
                  <a:pt x="0" y="47781"/>
                </a:moveTo>
                <a:lnTo>
                  <a:pt x="0" y="0"/>
                </a:lnTo>
              </a:path>
            </a:pathLst>
          </a:custGeom>
          <a:ln w="95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854224" y="565045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854224" y="2439407"/>
            <a:ext cx="0" cy="38735"/>
          </a:xfrm>
          <a:custGeom>
            <a:avLst/>
            <a:gdLst/>
            <a:ahLst/>
            <a:cxnLst/>
            <a:rect l="l" t="t" r="r" b="b"/>
            <a:pathLst>
              <a:path h="38735">
                <a:moveTo>
                  <a:pt x="0" y="0"/>
                </a:moveTo>
                <a:lnTo>
                  <a:pt x="0" y="38241"/>
                </a:lnTo>
              </a:path>
            </a:pathLst>
          </a:custGeom>
          <a:ln w="95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854224" y="247764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3803284" y="5721006"/>
            <a:ext cx="116839" cy="207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10" dirty="0">
                <a:latin typeface="Times New Roman"/>
                <a:cs typeface="Times New Roman"/>
              </a:rPr>
              <a:t>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896525" y="5650454"/>
            <a:ext cx="0" cy="48260"/>
          </a:xfrm>
          <a:custGeom>
            <a:avLst/>
            <a:gdLst/>
            <a:ahLst/>
            <a:cxnLst/>
            <a:rect l="l" t="t" r="r" b="b"/>
            <a:pathLst>
              <a:path h="48260">
                <a:moveTo>
                  <a:pt x="0" y="47781"/>
                </a:moveTo>
                <a:lnTo>
                  <a:pt x="0" y="0"/>
                </a:lnTo>
              </a:path>
            </a:pathLst>
          </a:custGeom>
          <a:ln w="95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896525" y="565045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896525" y="2439407"/>
            <a:ext cx="0" cy="38735"/>
          </a:xfrm>
          <a:custGeom>
            <a:avLst/>
            <a:gdLst/>
            <a:ahLst/>
            <a:cxnLst/>
            <a:rect l="l" t="t" r="r" b="b"/>
            <a:pathLst>
              <a:path h="38735">
                <a:moveTo>
                  <a:pt x="0" y="0"/>
                </a:moveTo>
                <a:lnTo>
                  <a:pt x="0" y="38241"/>
                </a:lnTo>
              </a:path>
            </a:pathLst>
          </a:custGeom>
          <a:ln w="95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896525" y="247764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929284" y="5650454"/>
            <a:ext cx="0" cy="48260"/>
          </a:xfrm>
          <a:custGeom>
            <a:avLst/>
            <a:gdLst/>
            <a:ahLst/>
            <a:cxnLst/>
            <a:rect l="l" t="t" r="r" b="b"/>
            <a:pathLst>
              <a:path h="48260">
                <a:moveTo>
                  <a:pt x="0" y="47781"/>
                </a:moveTo>
                <a:lnTo>
                  <a:pt x="0" y="0"/>
                </a:lnTo>
              </a:path>
            </a:pathLst>
          </a:custGeom>
          <a:ln w="95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929284" y="565045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929284" y="2439407"/>
            <a:ext cx="0" cy="38735"/>
          </a:xfrm>
          <a:custGeom>
            <a:avLst/>
            <a:gdLst/>
            <a:ahLst/>
            <a:cxnLst/>
            <a:rect l="l" t="t" r="r" b="b"/>
            <a:pathLst>
              <a:path h="38735">
                <a:moveTo>
                  <a:pt x="0" y="0"/>
                </a:moveTo>
                <a:lnTo>
                  <a:pt x="0" y="38241"/>
                </a:lnTo>
              </a:path>
            </a:pathLst>
          </a:custGeom>
          <a:ln w="95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929284" y="247764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971555" y="565045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971555" y="247764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821492" y="5440205"/>
            <a:ext cx="38735" cy="0"/>
          </a:xfrm>
          <a:custGeom>
            <a:avLst/>
            <a:gdLst/>
            <a:ahLst/>
            <a:cxnLst/>
            <a:rect l="l" t="t" r="r" b="b"/>
            <a:pathLst>
              <a:path w="38735">
                <a:moveTo>
                  <a:pt x="0" y="0"/>
                </a:moveTo>
                <a:lnTo>
                  <a:pt x="38242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859735" y="544020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923749" y="5440205"/>
            <a:ext cx="48260" cy="0"/>
          </a:xfrm>
          <a:custGeom>
            <a:avLst/>
            <a:gdLst/>
            <a:ahLst/>
            <a:cxnLst/>
            <a:rect l="l" t="t" r="r" b="b"/>
            <a:pathLst>
              <a:path w="48259">
                <a:moveTo>
                  <a:pt x="47806" y="0"/>
                </a:moveTo>
                <a:lnTo>
                  <a:pt x="0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923749" y="544020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821492" y="4943260"/>
            <a:ext cx="38735" cy="0"/>
          </a:xfrm>
          <a:custGeom>
            <a:avLst/>
            <a:gdLst/>
            <a:ahLst/>
            <a:cxnLst/>
            <a:rect l="l" t="t" r="r" b="b"/>
            <a:pathLst>
              <a:path w="38735">
                <a:moveTo>
                  <a:pt x="0" y="0"/>
                </a:moveTo>
                <a:lnTo>
                  <a:pt x="38242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859735" y="494326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6923749" y="4943260"/>
            <a:ext cx="48260" cy="0"/>
          </a:xfrm>
          <a:custGeom>
            <a:avLst/>
            <a:gdLst/>
            <a:ahLst/>
            <a:cxnLst/>
            <a:rect l="l" t="t" r="r" b="b"/>
            <a:pathLst>
              <a:path w="48259">
                <a:moveTo>
                  <a:pt x="47806" y="0"/>
                </a:moveTo>
                <a:lnTo>
                  <a:pt x="0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923749" y="494326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2821492" y="4436757"/>
            <a:ext cx="38735" cy="0"/>
          </a:xfrm>
          <a:custGeom>
            <a:avLst/>
            <a:gdLst/>
            <a:ahLst/>
            <a:cxnLst/>
            <a:rect l="l" t="t" r="r" b="b"/>
            <a:pathLst>
              <a:path w="38735">
                <a:moveTo>
                  <a:pt x="0" y="0"/>
                </a:moveTo>
                <a:lnTo>
                  <a:pt x="38242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2859735" y="443675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6923749" y="4436757"/>
            <a:ext cx="48260" cy="0"/>
          </a:xfrm>
          <a:custGeom>
            <a:avLst/>
            <a:gdLst/>
            <a:ahLst/>
            <a:cxnLst/>
            <a:rect l="l" t="t" r="r" b="b"/>
            <a:pathLst>
              <a:path w="48259">
                <a:moveTo>
                  <a:pt x="47806" y="0"/>
                </a:moveTo>
                <a:lnTo>
                  <a:pt x="0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6923749" y="443675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2821492" y="3939812"/>
            <a:ext cx="38735" cy="0"/>
          </a:xfrm>
          <a:custGeom>
            <a:avLst/>
            <a:gdLst/>
            <a:ahLst/>
            <a:cxnLst/>
            <a:rect l="l" t="t" r="r" b="b"/>
            <a:pathLst>
              <a:path w="38735">
                <a:moveTo>
                  <a:pt x="0" y="0"/>
                </a:moveTo>
                <a:lnTo>
                  <a:pt x="38242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2859735" y="393981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6923749" y="3939812"/>
            <a:ext cx="48260" cy="0"/>
          </a:xfrm>
          <a:custGeom>
            <a:avLst/>
            <a:gdLst/>
            <a:ahLst/>
            <a:cxnLst/>
            <a:rect l="l" t="t" r="r" b="b"/>
            <a:pathLst>
              <a:path w="48259">
                <a:moveTo>
                  <a:pt x="47806" y="0"/>
                </a:moveTo>
                <a:lnTo>
                  <a:pt x="0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6923749" y="393981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2821492" y="3433309"/>
            <a:ext cx="38735" cy="0"/>
          </a:xfrm>
          <a:custGeom>
            <a:avLst/>
            <a:gdLst/>
            <a:ahLst/>
            <a:cxnLst/>
            <a:rect l="l" t="t" r="r" b="b"/>
            <a:pathLst>
              <a:path w="38735">
                <a:moveTo>
                  <a:pt x="0" y="0"/>
                </a:moveTo>
                <a:lnTo>
                  <a:pt x="38242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2859735" y="343330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6923749" y="3433309"/>
            <a:ext cx="48260" cy="0"/>
          </a:xfrm>
          <a:custGeom>
            <a:avLst/>
            <a:gdLst/>
            <a:ahLst/>
            <a:cxnLst/>
            <a:rect l="l" t="t" r="r" b="b"/>
            <a:pathLst>
              <a:path w="48259">
                <a:moveTo>
                  <a:pt x="47806" y="0"/>
                </a:moveTo>
                <a:lnTo>
                  <a:pt x="0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6923749" y="343330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2821480" y="2936358"/>
            <a:ext cx="38735" cy="0"/>
          </a:xfrm>
          <a:custGeom>
            <a:avLst/>
            <a:gdLst/>
            <a:ahLst/>
            <a:cxnLst/>
            <a:rect l="l" t="t" r="r" b="b"/>
            <a:pathLst>
              <a:path w="38735">
                <a:moveTo>
                  <a:pt x="0" y="0"/>
                </a:moveTo>
                <a:lnTo>
                  <a:pt x="38254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2859735" y="293635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6923749" y="2936358"/>
            <a:ext cx="48260" cy="0"/>
          </a:xfrm>
          <a:custGeom>
            <a:avLst/>
            <a:gdLst/>
            <a:ahLst/>
            <a:cxnLst/>
            <a:rect l="l" t="t" r="r" b="b"/>
            <a:pathLst>
              <a:path w="48259">
                <a:moveTo>
                  <a:pt x="47806" y="0"/>
                </a:moveTo>
                <a:lnTo>
                  <a:pt x="0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6923749" y="293635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6971555" y="243940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6971555" y="569823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6971555" y="243940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2821480" y="243940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2821504" y="2936358"/>
            <a:ext cx="4159885" cy="2504440"/>
          </a:xfrm>
          <a:custGeom>
            <a:avLst/>
            <a:gdLst/>
            <a:ahLst/>
            <a:cxnLst/>
            <a:rect l="l" t="t" r="r" b="b"/>
            <a:pathLst>
              <a:path w="4159884" h="2504440">
                <a:moveTo>
                  <a:pt x="0" y="2503846"/>
                </a:moveTo>
                <a:lnTo>
                  <a:pt x="200810" y="2503846"/>
                </a:lnTo>
                <a:lnTo>
                  <a:pt x="411167" y="2503846"/>
                </a:lnTo>
                <a:lnTo>
                  <a:pt x="621542" y="0"/>
                </a:lnTo>
                <a:lnTo>
                  <a:pt x="4150051" y="0"/>
                </a:lnTo>
                <a:lnTo>
                  <a:pt x="4159597" y="0"/>
                </a:lnTo>
              </a:path>
            </a:pathLst>
          </a:custGeom>
          <a:ln w="95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2821504" y="2764350"/>
            <a:ext cx="4159885" cy="2675890"/>
          </a:xfrm>
          <a:custGeom>
            <a:avLst/>
            <a:gdLst/>
            <a:ahLst/>
            <a:cxnLst/>
            <a:rect l="l" t="t" r="r" b="b"/>
            <a:pathLst>
              <a:path w="4159884" h="2675890">
                <a:moveTo>
                  <a:pt x="0" y="2675855"/>
                </a:moveTo>
                <a:lnTo>
                  <a:pt x="200810" y="2675855"/>
                </a:lnTo>
                <a:lnTo>
                  <a:pt x="411167" y="2675855"/>
                </a:lnTo>
                <a:lnTo>
                  <a:pt x="621542" y="2675855"/>
                </a:lnTo>
                <a:lnTo>
                  <a:pt x="822344" y="2054680"/>
                </a:lnTo>
                <a:lnTo>
                  <a:pt x="1032719" y="1299692"/>
                </a:lnTo>
                <a:lnTo>
                  <a:pt x="1243094" y="678496"/>
                </a:lnTo>
                <a:lnTo>
                  <a:pt x="1443895" y="277133"/>
                </a:lnTo>
                <a:lnTo>
                  <a:pt x="1654270" y="66883"/>
                </a:lnTo>
                <a:lnTo>
                  <a:pt x="1864645" y="0"/>
                </a:lnTo>
                <a:lnTo>
                  <a:pt x="2075020" y="9537"/>
                </a:lnTo>
                <a:lnTo>
                  <a:pt x="2275822" y="57315"/>
                </a:lnTo>
                <a:lnTo>
                  <a:pt x="2486197" y="105124"/>
                </a:lnTo>
                <a:lnTo>
                  <a:pt x="2696572" y="143335"/>
                </a:lnTo>
                <a:lnTo>
                  <a:pt x="2897404" y="172008"/>
                </a:lnTo>
                <a:lnTo>
                  <a:pt x="3107779" y="181576"/>
                </a:lnTo>
                <a:lnTo>
                  <a:pt x="3318124" y="181576"/>
                </a:lnTo>
                <a:lnTo>
                  <a:pt x="3518956" y="181576"/>
                </a:lnTo>
                <a:lnTo>
                  <a:pt x="3729331" y="181576"/>
                </a:lnTo>
                <a:lnTo>
                  <a:pt x="3939706" y="172008"/>
                </a:lnTo>
                <a:lnTo>
                  <a:pt x="4150051" y="172008"/>
                </a:lnTo>
                <a:lnTo>
                  <a:pt x="4159597" y="172008"/>
                </a:lnTo>
              </a:path>
            </a:pathLst>
          </a:custGeom>
          <a:ln w="1911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 txBox="1"/>
          <p:nvPr/>
        </p:nvSpPr>
        <p:spPr>
          <a:xfrm>
            <a:off x="4482248" y="5721006"/>
            <a:ext cx="797560" cy="407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115" algn="ctr">
              <a:lnSpc>
                <a:spcPts val="1630"/>
              </a:lnSpc>
            </a:pPr>
            <a:r>
              <a:rPr sz="1400" spc="-30" dirty="0">
                <a:latin typeface="Times New Roman"/>
                <a:cs typeface="Times New Roman"/>
              </a:rPr>
              <a:t>10</a:t>
            </a: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ts val="1630"/>
              </a:lnSpc>
            </a:pPr>
            <a:r>
              <a:rPr sz="1400" spc="50" dirty="0">
                <a:latin typeface="Times New Roman"/>
                <a:cs typeface="Times New Roman"/>
              </a:rPr>
              <a:t>s</a:t>
            </a:r>
            <a:r>
              <a:rPr sz="1400" spc="-25" dirty="0">
                <a:latin typeface="Times New Roman"/>
                <a:cs typeface="Times New Roman"/>
              </a:rPr>
              <a:t>a</a:t>
            </a:r>
            <a:r>
              <a:rPr sz="1400" spc="-40" dirty="0">
                <a:latin typeface="Times New Roman"/>
                <a:cs typeface="Times New Roman"/>
              </a:rPr>
              <a:t>m</a:t>
            </a:r>
            <a:r>
              <a:rPr sz="1400" spc="45" dirty="0">
                <a:latin typeface="Times New Roman"/>
                <a:cs typeface="Times New Roman"/>
              </a:rPr>
              <a:t>p</a:t>
            </a:r>
            <a:r>
              <a:rPr sz="1400" spc="-95" dirty="0">
                <a:latin typeface="Times New Roman"/>
                <a:cs typeface="Times New Roman"/>
              </a:rPr>
              <a:t>l</a:t>
            </a:r>
            <a:r>
              <a:rPr sz="1400" spc="10" dirty="0">
                <a:latin typeface="Times New Roman"/>
                <a:cs typeface="Times New Roman"/>
              </a:rPr>
              <a:t>e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-30" dirty="0">
                <a:latin typeface="Times New Roman"/>
                <a:cs typeface="Times New Roman"/>
              </a:rPr>
              <a:t>n</a:t>
            </a:r>
            <a:r>
              <a:rPr sz="1400" spc="45" dirty="0">
                <a:latin typeface="Times New Roman"/>
                <a:cs typeface="Times New Roman"/>
              </a:rPr>
              <a:t>o</a:t>
            </a:r>
            <a:r>
              <a:rPr sz="1400" spc="5" dirty="0">
                <a:latin typeface="Times New Roman"/>
                <a:cs typeface="Times New Roman"/>
              </a:rPr>
              <a:t>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5830485" y="5721006"/>
            <a:ext cx="198120" cy="207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30" dirty="0">
                <a:latin typeface="Times New Roman"/>
                <a:cs typeface="Times New Roman"/>
              </a:rPr>
              <a:t>15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6872788" y="5721006"/>
            <a:ext cx="198120" cy="207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30" dirty="0">
                <a:latin typeface="Times New Roman"/>
                <a:cs typeface="Times New Roman"/>
              </a:rPr>
              <a:t>20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2684477" y="5338726"/>
            <a:ext cx="116839" cy="207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10" dirty="0">
                <a:latin typeface="Times New Roman"/>
                <a:cs typeface="Times New Roman"/>
              </a:rPr>
              <a:t>0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2550593" y="4841787"/>
            <a:ext cx="250190" cy="207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30" dirty="0">
                <a:latin typeface="Times New Roman"/>
                <a:cs typeface="Times New Roman"/>
              </a:rPr>
              <a:t>0</a:t>
            </a:r>
            <a:r>
              <a:rPr sz="1400" spc="20" dirty="0">
                <a:latin typeface="Times New Roman"/>
                <a:cs typeface="Times New Roman"/>
              </a:rPr>
              <a:t>.</a:t>
            </a:r>
            <a:r>
              <a:rPr sz="1400" spc="10" dirty="0">
                <a:latin typeface="Times New Roman"/>
                <a:cs typeface="Times New Roman"/>
              </a:rPr>
              <a:t>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2550593" y="3838347"/>
            <a:ext cx="250190" cy="704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30" dirty="0">
                <a:latin typeface="Times New Roman"/>
                <a:cs typeface="Times New Roman"/>
              </a:rPr>
              <a:t>0</a:t>
            </a:r>
            <a:r>
              <a:rPr sz="1400" spc="20" dirty="0">
                <a:latin typeface="Times New Roman"/>
                <a:cs typeface="Times New Roman"/>
              </a:rPr>
              <a:t>.</a:t>
            </a:r>
            <a:r>
              <a:rPr sz="1400" spc="10" dirty="0">
                <a:latin typeface="Times New Roman"/>
                <a:cs typeface="Times New Roman"/>
              </a:rPr>
              <a:t>6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8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30" dirty="0">
                <a:latin typeface="Times New Roman"/>
                <a:cs typeface="Times New Roman"/>
              </a:rPr>
              <a:t>0</a:t>
            </a:r>
            <a:r>
              <a:rPr sz="1400" spc="20" dirty="0">
                <a:latin typeface="Times New Roman"/>
                <a:cs typeface="Times New Roman"/>
              </a:rPr>
              <a:t>.</a:t>
            </a:r>
            <a:r>
              <a:rPr sz="1400" spc="10" dirty="0">
                <a:latin typeface="Times New Roman"/>
                <a:cs typeface="Times New Roman"/>
              </a:rPr>
              <a:t>4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2550593" y="3331832"/>
            <a:ext cx="250190" cy="207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30" dirty="0">
                <a:latin typeface="Times New Roman"/>
                <a:cs typeface="Times New Roman"/>
              </a:rPr>
              <a:t>0</a:t>
            </a:r>
            <a:r>
              <a:rPr sz="1400" spc="20" dirty="0">
                <a:latin typeface="Times New Roman"/>
                <a:cs typeface="Times New Roman"/>
              </a:rPr>
              <a:t>.</a:t>
            </a:r>
            <a:r>
              <a:rPr sz="1400" spc="10" dirty="0">
                <a:latin typeface="Times New Roman"/>
                <a:cs typeface="Times New Roman"/>
              </a:rPr>
              <a:t>8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2821504" y="4885920"/>
            <a:ext cx="4159885" cy="554355"/>
          </a:xfrm>
          <a:custGeom>
            <a:avLst/>
            <a:gdLst/>
            <a:ahLst/>
            <a:cxnLst/>
            <a:rect l="l" t="t" r="r" b="b"/>
            <a:pathLst>
              <a:path w="4159884" h="554354">
                <a:moveTo>
                  <a:pt x="0" y="554284"/>
                </a:moveTo>
                <a:lnTo>
                  <a:pt x="200798" y="554284"/>
                </a:lnTo>
                <a:lnTo>
                  <a:pt x="411167" y="554284"/>
                </a:lnTo>
                <a:lnTo>
                  <a:pt x="621542" y="162461"/>
                </a:lnTo>
                <a:lnTo>
                  <a:pt x="822344" y="9561"/>
                </a:lnTo>
                <a:lnTo>
                  <a:pt x="1032719" y="0"/>
                </a:lnTo>
                <a:lnTo>
                  <a:pt x="1243094" y="57340"/>
                </a:lnTo>
                <a:lnTo>
                  <a:pt x="1443895" y="124242"/>
                </a:lnTo>
                <a:lnTo>
                  <a:pt x="1654270" y="191132"/>
                </a:lnTo>
                <a:lnTo>
                  <a:pt x="1864645" y="229360"/>
                </a:lnTo>
                <a:lnTo>
                  <a:pt x="2075020" y="248472"/>
                </a:lnTo>
                <a:lnTo>
                  <a:pt x="2275822" y="258031"/>
                </a:lnTo>
                <a:lnTo>
                  <a:pt x="2486197" y="258031"/>
                </a:lnTo>
                <a:lnTo>
                  <a:pt x="2696572" y="258031"/>
                </a:lnTo>
                <a:lnTo>
                  <a:pt x="2897404" y="248472"/>
                </a:lnTo>
                <a:lnTo>
                  <a:pt x="3107779" y="248472"/>
                </a:lnTo>
                <a:lnTo>
                  <a:pt x="3318124" y="248472"/>
                </a:lnTo>
                <a:lnTo>
                  <a:pt x="3518956" y="238922"/>
                </a:lnTo>
                <a:lnTo>
                  <a:pt x="3729331" y="238922"/>
                </a:lnTo>
                <a:lnTo>
                  <a:pt x="3939706" y="238922"/>
                </a:lnTo>
                <a:lnTo>
                  <a:pt x="4150051" y="238922"/>
                </a:lnTo>
                <a:lnTo>
                  <a:pt x="4159597" y="238922"/>
                </a:lnTo>
              </a:path>
            </a:pathLst>
          </a:custGeom>
          <a:ln w="19113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 txBox="1"/>
          <p:nvPr/>
        </p:nvSpPr>
        <p:spPr>
          <a:xfrm>
            <a:off x="2684477" y="2662872"/>
            <a:ext cx="1273810" cy="379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7530">
              <a:lnSpc>
                <a:spcPts val="1515"/>
              </a:lnSpc>
            </a:pPr>
            <a:r>
              <a:rPr sz="1400" spc="50" dirty="0">
                <a:latin typeface="Times New Roman"/>
                <a:cs typeface="Times New Roman"/>
              </a:rPr>
              <a:t>c</a:t>
            </a:r>
            <a:r>
              <a:rPr sz="1400" spc="45" dirty="0">
                <a:latin typeface="Times New Roman"/>
                <a:cs typeface="Times New Roman"/>
              </a:rPr>
              <a:t>o</a:t>
            </a:r>
            <a:r>
              <a:rPr sz="1400" spc="-40" dirty="0">
                <a:latin typeface="Times New Roman"/>
                <a:cs typeface="Times New Roman"/>
              </a:rPr>
              <a:t>mm</a:t>
            </a:r>
            <a:r>
              <a:rPr sz="1400" spc="-25" dirty="0">
                <a:latin typeface="Times New Roman"/>
                <a:cs typeface="Times New Roman"/>
              </a:rPr>
              <a:t>a</a:t>
            </a:r>
            <a:r>
              <a:rPr sz="1400" spc="-30" dirty="0">
                <a:latin typeface="Times New Roman"/>
                <a:cs typeface="Times New Roman"/>
              </a:rPr>
              <a:t>n</a:t>
            </a:r>
            <a:r>
              <a:rPr sz="1400" spc="10" dirty="0">
                <a:latin typeface="Times New Roman"/>
                <a:cs typeface="Times New Roman"/>
              </a:rPr>
              <a:t>d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ts val="1515"/>
              </a:lnSpc>
            </a:pPr>
            <a:r>
              <a:rPr sz="1400" spc="10" dirty="0">
                <a:latin typeface="Times New Roman"/>
                <a:cs typeface="Times New Roman"/>
              </a:rPr>
              <a:t>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spc="-10" dirty="0">
                <a:latin typeface="Calibri"/>
                <a:cs typeface="Calibri"/>
              </a:rPr>
              <a:t>12</a:t>
            </a:r>
          </a:p>
        </p:txBody>
      </p:sp>
      <p:sp>
        <p:nvSpPr>
          <p:cNvPr id="77" name="object 77"/>
          <p:cNvSpPr txBox="1"/>
          <p:nvPr/>
        </p:nvSpPr>
        <p:spPr>
          <a:xfrm>
            <a:off x="4061471" y="3484690"/>
            <a:ext cx="482600" cy="207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45" dirty="0">
                <a:latin typeface="Times New Roman"/>
                <a:cs typeface="Times New Roman"/>
              </a:rPr>
              <a:t>o</a:t>
            </a:r>
            <a:r>
              <a:rPr sz="1400" spc="-30" dirty="0">
                <a:latin typeface="Times New Roman"/>
                <a:cs typeface="Times New Roman"/>
              </a:rPr>
              <a:t>u</a:t>
            </a:r>
            <a:r>
              <a:rPr sz="1400" spc="-20" dirty="0">
                <a:latin typeface="Times New Roman"/>
                <a:cs typeface="Times New Roman"/>
              </a:rPr>
              <a:t>t</a:t>
            </a:r>
            <a:r>
              <a:rPr sz="1400" spc="45" dirty="0">
                <a:latin typeface="Times New Roman"/>
                <a:cs typeface="Times New Roman"/>
              </a:rPr>
              <a:t>p</a:t>
            </a:r>
            <a:r>
              <a:rPr sz="1400" spc="-30" dirty="0">
                <a:latin typeface="Times New Roman"/>
                <a:cs typeface="Times New Roman"/>
              </a:rPr>
              <a:t>ut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4893393" y="4889539"/>
            <a:ext cx="932180" cy="207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50" dirty="0">
                <a:latin typeface="Times New Roman"/>
                <a:cs typeface="Times New Roman"/>
              </a:rPr>
              <a:t>c</a:t>
            </a:r>
            <a:r>
              <a:rPr sz="1400" spc="45" dirty="0">
                <a:latin typeface="Times New Roman"/>
                <a:cs typeface="Times New Roman"/>
              </a:rPr>
              <a:t>o</a:t>
            </a:r>
            <a:r>
              <a:rPr sz="1400" spc="-30" dirty="0">
                <a:latin typeface="Times New Roman"/>
                <a:cs typeface="Times New Roman"/>
              </a:rPr>
              <a:t>n</a:t>
            </a:r>
            <a:r>
              <a:rPr sz="1400" spc="-20" dirty="0">
                <a:latin typeface="Times New Roman"/>
                <a:cs typeface="Times New Roman"/>
              </a:rPr>
              <a:t>tr</a:t>
            </a:r>
            <a:r>
              <a:rPr sz="1400" spc="45" dirty="0">
                <a:latin typeface="Times New Roman"/>
                <a:cs typeface="Times New Roman"/>
              </a:rPr>
              <a:t>o</a:t>
            </a:r>
            <a:r>
              <a:rPr sz="1400" spc="5" dirty="0">
                <a:latin typeface="Times New Roman"/>
                <a:cs typeface="Times New Roman"/>
              </a:rPr>
              <a:t>l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spc="-95" dirty="0">
                <a:latin typeface="Times New Roman"/>
                <a:cs typeface="Times New Roman"/>
              </a:rPr>
              <a:t>i</a:t>
            </a:r>
            <a:r>
              <a:rPr sz="1400" spc="-30" dirty="0">
                <a:latin typeface="Times New Roman"/>
                <a:cs typeface="Times New Roman"/>
              </a:rPr>
              <a:t>n</a:t>
            </a:r>
            <a:r>
              <a:rPr sz="1400" spc="45" dirty="0">
                <a:latin typeface="Times New Roman"/>
                <a:cs typeface="Times New Roman"/>
              </a:rPr>
              <a:t>p</a:t>
            </a:r>
            <a:r>
              <a:rPr sz="1400" spc="-30" dirty="0">
                <a:latin typeface="Times New Roman"/>
                <a:cs typeface="Times New Roman"/>
              </a:rPr>
              <a:t>ut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7567" y="728606"/>
            <a:ext cx="4699000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635">
              <a:lnSpc>
                <a:spcPts val="3600"/>
              </a:lnSpc>
            </a:pPr>
            <a:r>
              <a:rPr sz="3400" spc="-10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7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4</a:t>
            </a:r>
            <a:r>
              <a:rPr sz="3400" spc="-9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–</a:t>
            </a:r>
            <a:r>
              <a:rPr sz="3400" spc="-8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3400" spc="-6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3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–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me</a:t>
            </a:r>
            <a:r>
              <a:rPr sz="3400" spc="-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Co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9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&amp;</a:t>
            </a:r>
            <a:r>
              <a:rPr sz="3400" spc="-9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8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2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ss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ign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2240">
              <a:lnSpc>
                <a:spcPct val="100000"/>
              </a:lnSpc>
            </a:pPr>
            <a:r>
              <a:rPr spc="-10" dirty="0">
                <a:latin typeface="Calibri"/>
                <a:cs typeface="Calibri"/>
              </a:rPr>
              <a:t>3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07390" y="2290022"/>
            <a:ext cx="4681855" cy="2317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5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2800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2800" spc="-15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2800" spc="-4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2800" spc="-1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2800" spc="-15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2800" dirty="0">
                <a:solidFill>
                  <a:srgbClr val="B5121B"/>
                </a:solidFill>
                <a:latin typeface="Calibri"/>
                <a:cs typeface="Calibri"/>
              </a:rPr>
              <a:t>ts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4.</a:t>
            </a:r>
            <a:r>
              <a:rPr sz="2600" spc="-15" dirty="0">
                <a:latin typeface="Calibri"/>
                <a:cs typeface="Calibri"/>
              </a:rPr>
              <a:t>1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P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na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4.</a:t>
            </a:r>
            <a:r>
              <a:rPr sz="2600" spc="-15" dirty="0">
                <a:latin typeface="Calibri"/>
                <a:cs typeface="Calibri"/>
              </a:rPr>
              <a:t>2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0" dirty="0">
                <a:latin typeface="Calibri"/>
                <a:cs typeface="Calibri"/>
              </a:rPr>
              <a:t>g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8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4.</a:t>
            </a:r>
            <a:r>
              <a:rPr sz="2600" spc="-15" dirty="0">
                <a:latin typeface="Calibri"/>
                <a:cs typeface="Calibri"/>
              </a:rPr>
              <a:t>3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u="heavy" spc="-30" dirty="0">
                <a:latin typeface="Calibri"/>
                <a:cs typeface="Calibri"/>
              </a:rPr>
              <a:t>M</a:t>
            </a:r>
            <a:r>
              <a:rPr sz="2600" u="heavy" spc="5" dirty="0">
                <a:latin typeface="Calibri"/>
                <a:cs typeface="Calibri"/>
              </a:rPr>
              <a:t>o</a:t>
            </a:r>
            <a:r>
              <a:rPr sz="2600" u="heavy" spc="-25" dirty="0">
                <a:latin typeface="Calibri"/>
                <a:cs typeface="Calibri"/>
              </a:rPr>
              <a:t>t</a:t>
            </a:r>
            <a:r>
              <a:rPr sz="2600" u="heavy" spc="5" dirty="0">
                <a:latin typeface="Calibri"/>
                <a:cs typeface="Calibri"/>
              </a:rPr>
              <a:t>o</a:t>
            </a:r>
            <a:r>
              <a:rPr sz="2600" u="heavy" dirty="0">
                <a:latin typeface="Calibri"/>
                <a:cs typeface="Calibri"/>
              </a:rPr>
              <a:t>r</a:t>
            </a:r>
            <a:r>
              <a:rPr sz="2600" u="heavy" spc="-40" dirty="0">
                <a:latin typeface="Calibri"/>
                <a:cs typeface="Calibri"/>
              </a:rPr>
              <a:t>w</a:t>
            </a:r>
            <a:r>
              <a:rPr sz="2600" u="heavy" spc="-50" dirty="0">
                <a:latin typeface="Calibri"/>
                <a:cs typeface="Calibri"/>
              </a:rPr>
              <a:t>a</a:t>
            </a:r>
            <a:r>
              <a:rPr sz="2600" u="heavy" spc="-15" dirty="0">
                <a:latin typeface="Calibri"/>
                <a:cs typeface="Calibri"/>
              </a:rPr>
              <a:t>y</a:t>
            </a:r>
            <a:r>
              <a:rPr sz="2600" u="heavy" spc="-30" dirty="0">
                <a:latin typeface="Calibri"/>
                <a:cs typeface="Calibri"/>
              </a:rPr>
              <a:t> </a:t>
            </a:r>
            <a:r>
              <a:rPr sz="2600" u="heavy" spc="-170" dirty="0">
                <a:latin typeface="Calibri"/>
                <a:cs typeface="Calibri"/>
              </a:rPr>
              <a:t>T</a:t>
            </a:r>
            <a:r>
              <a:rPr sz="2600" u="heavy" spc="-80" dirty="0">
                <a:latin typeface="Calibri"/>
                <a:cs typeface="Calibri"/>
              </a:rPr>
              <a:t>r</a:t>
            </a:r>
            <a:r>
              <a:rPr sz="2600" u="heavy" spc="-30" dirty="0">
                <a:latin typeface="Calibri"/>
                <a:cs typeface="Calibri"/>
              </a:rPr>
              <a:t>a</a:t>
            </a:r>
            <a:r>
              <a:rPr sz="2600" u="heavy" spc="-15" dirty="0">
                <a:latin typeface="Calibri"/>
                <a:cs typeface="Calibri"/>
              </a:rPr>
              <a:t>f</a:t>
            </a:r>
            <a:r>
              <a:rPr sz="2600" u="heavy" spc="5" dirty="0">
                <a:latin typeface="Calibri"/>
                <a:cs typeface="Calibri"/>
              </a:rPr>
              <a:t>f</a:t>
            </a:r>
            <a:r>
              <a:rPr sz="2600" u="heavy" dirty="0">
                <a:latin typeface="Calibri"/>
                <a:cs typeface="Calibri"/>
              </a:rPr>
              <a:t>i</a:t>
            </a:r>
            <a:r>
              <a:rPr sz="2600" u="heavy" spc="-15" dirty="0">
                <a:latin typeface="Calibri"/>
                <a:cs typeface="Calibri"/>
              </a:rPr>
              <a:t>c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4.</a:t>
            </a:r>
            <a:r>
              <a:rPr sz="2600" spc="-15" dirty="0">
                <a:latin typeface="Calibri"/>
                <a:cs typeface="Calibri"/>
              </a:rPr>
              <a:t>4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Calibri"/>
                <a:cs typeface="Calibri"/>
              </a:rPr>
              <a:t>P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ssi</a:t>
            </a:r>
            <a:r>
              <a:rPr sz="2600" spc="-20" dirty="0">
                <a:latin typeface="Calibri"/>
                <a:cs typeface="Calibri"/>
              </a:rPr>
              <a:t>g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10" dirty="0">
                <a:latin typeface="Calibri"/>
                <a:cs typeface="Calibri"/>
              </a:rPr>
              <a:t>t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6886" y="732823"/>
            <a:ext cx="4143375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Ram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-8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4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-3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g</a:t>
            </a:r>
            <a:r>
              <a:rPr sz="3400" spc="-9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Co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80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9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4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4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60" dirty="0">
                <a:solidFill>
                  <a:srgbClr val="B5121B"/>
                </a:solidFill>
                <a:latin typeface="Calibri"/>
                <a:cs typeface="Calibri"/>
              </a:rPr>
              <a:t>w</a:t>
            </a:r>
            <a:r>
              <a:rPr sz="3400" spc="-7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60" dirty="0">
                <a:solidFill>
                  <a:srgbClr val="B5121B"/>
                </a:solidFill>
                <a:latin typeface="Calibri"/>
                <a:cs typeface="Calibri"/>
              </a:rPr>
              <a:t>y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2240">
              <a:lnSpc>
                <a:spcPct val="100000"/>
              </a:lnSpc>
            </a:pPr>
            <a:r>
              <a:rPr spc="-10" dirty="0">
                <a:latin typeface="Calibri"/>
                <a:cs typeface="Calibri"/>
              </a:rPr>
              <a:t>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8777" y="712934"/>
            <a:ext cx="3952240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U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6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ec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h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9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8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Am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6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da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-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2</a:t>
            </a:r>
            <a:r>
              <a:rPr sz="3400" spc="-7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60" dirty="0">
                <a:solidFill>
                  <a:srgbClr val="B5121B"/>
                </a:solidFill>
                <a:latin typeface="Calibri"/>
                <a:cs typeface="Calibri"/>
              </a:rPr>
              <a:t>w</a:t>
            </a:r>
            <a:r>
              <a:rPr sz="3400" spc="-7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y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828800" y="2044699"/>
            <a:ext cx="5491489" cy="44348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326129" y="2089160"/>
            <a:ext cx="1000760" cy="4079240"/>
          </a:xfrm>
          <a:custGeom>
            <a:avLst/>
            <a:gdLst/>
            <a:ahLst/>
            <a:cxnLst/>
            <a:rect l="l" t="t" r="r" b="b"/>
            <a:pathLst>
              <a:path w="1000760" h="4079240">
                <a:moveTo>
                  <a:pt x="0" y="0"/>
                </a:moveTo>
                <a:lnTo>
                  <a:pt x="1000353" y="4078787"/>
                </a:lnTo>
              </a:path>
            </a:pathLst>
          </a:custGeom>
          <a:ln w="38099">
            <a:solidFill>
              <a:srgbClr val="FF0D0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2240">
              <a:lnSpc>
                <a:spcPct val="100000"/>
              </a:lnSpc>
            </a:pPr>
            <a:r>
              <a:rPr spc="-10" dirty="0">
                <a:latin typeface="Calibri"/>
                <a:cs typeface="Calibri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45121" y="762503"/>
            <a:ext cx="3420110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-4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3</a:t>
            </a:r>
            <a:r>
              <a:rPr sz="3400" spc="-7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60" dirty="0">
                <a:solidFill>
                  <a:srgbClr val="B5121B"/>
                </a:solidFill>
                <a:latin typeface="Calibri"/>
                <a:cs typeface="Calibri"/>
              </a:rPr>
              <a:t>w</a:t>
            </a:r>
            <a:r>
              <a:rPr sz="3400" spc="-7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y</a:t>
            </a:r>
            <a:r>
              <a:rPr sz="3400" spc="-1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u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ha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mp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364937" y="2273106"/>
            <a:ext cx="4577080" cy="3689985"/>
          </a:xfrm>
          <a:custGeom>
            <a:avLst/>
            <a:gdLst/>
            <a:ahLst/>
            <a:cxnLst/>
            <a:rect l="l" t="t" r="r" b="b"/>
            <a:pathLst>
              <a:path w="4577080" h="3689985">
                <a:moveTo>
                  <a:pt x="0" y="3689817"/>
                </a:moveTo>
                <a:lnTo>
                  <a:pt x="4576754" y="3689817"/>
                </a:lnTo>
                <a:lnTo>
                  <a:pt x="4576754" y="0"/>
                </a:lnTo>
                <a:lnTo>
                  <a:pt x="0" y="0"/>
                </a:lnTo>
                <a:lnTo>
                  <a:pt x="0" y="368981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364936" y="2273108"/>
            <a:ext cx="4577080" cy="0"/>
          </a:xfrm>
          <a:custGeom>
            <a:avLst/>
            <a:gdLst/>
            <a:ahLst/>
            <a:cxnLst/>
            <a:rect l="l" t="t" r="r" b="b"/>
            <a:pathLst>
              <a:path w="4577080">
                <a:moveTo>
                  <a:pt x="0" y="0"/>
                </a:moveTo>
                <a:lnTo>
                  <a:pt x="4576774" y="0"/>
                </a:lnTo>
              </a:path>
            </a:pathLst>
          </a:custGeom>
          <a:ln w="107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941710" y="227310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7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364948" y="5962924"/>
            <a:ext cx="4577080" cy="0"/>
          </a:xfrm>
          <a:custGeom>
            <a:avLst/>
            <a:gdLst/>
            <a:ahLst/>
            <a:cxnLst/>
            <a:rect l="l" t="t" r="r" b="b"/>
            <a:pathLst>
              <a:path w="4577080">
                <a:moveTo>
                  <a:pt x="0" y="0"/>
                </a:moveTo>
                <a:lnTo>
                  <a:pt x="4576762" y="0"/>
                </a:lnTo>
              </a:path>
            </a:pathLst>
          </a:custGeom>
          <a:ln w="107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941710" y="596292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7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941710" y="2273108"/>
            <a:ext cx="0" cy="3689985"/>
          </a:xfrm>
          <a:custGeom>
            <a:avLst/>
            <a:gdLst/>
            <a:ahLst/>
            <a:cxnLst/>
            <a:rect l="l" t="t" r="r" b="b"/>
            <a:pathLst>
              <a:path h="3689985">
                <a:moveTo>
                  <a:pt x="0" y="3689816"/>
                </a:moveTo>
                <a:lnTo>
                  <a:pt x="0" y="0"/>
                </a:lnTo>
              </a:path>
            </a:pathLst>
          </a:custGeom>
          <a:ln w="10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941710" y="227310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7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364948" y="2273108"/>
            <a:ext cx="0" cy="3689985"/>
          </a:xfrm>
          <a:custGeom>
            <a:avLst/>
            <a:gdLst/>
            <a:ahLst/>
            <a:cxnLst/>
            <a:rect l="l" t="t" r="r" b="b"/>
            <a:pathLst>
              <a:path h="3689985">
                <a:moveTo>
                  <a:pt x="0" y="3689816"/>
                </a:moveTo>
                <a:lnTo>
                  <a:pt x="0" y="0"/>
                </a:lnTo>
              </a:path>
            </a:pathLst>
          </a:custGeom>
          <a:ln w="10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364948" y="227310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7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941710" y="596292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7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364948" y="227310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7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364948" y="590898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7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364948" y="231626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7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320622" y="6009200"/>
            <a:ext cx="102235" cy="165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-15" dirty="0">
                <a:latin typeface="Arial"/>
                <a:cs typeface="Arial"/>
              </a:rPr>
              <a:t>0</a:t>
            </a:r>
            <a:endParaRPr sz="11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018766" y="5908988"/>
            <a:ext cx="0" cy="53975"/>
          </a:xfrm>
          <a:custGeom>
            <a:avLst/>
            <a:gdLst/>
            <a:ahLst/>
            <a:cxnLst/>
            <a:rect l="l" t="t" r="r" b="b"/>
            <a:pathLst>
              <a:path h="53975">
                <a:moveTo>
                  <a:pt x="0" y="53936"/>
                </a:moveTo>
                <a:lnTo>
                  <a:pt x="0" y="0"/>
                </a:lnTo>
              </a:path>
            </a:pathLst>
          </a:custGeom>
          <a:ln w="10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018766" y="590898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7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018766" y="2273108"/>
            <a:ext cx="0" cy="43180"/>
          </a:xfrm>
          <a:custGeom>
            <a:avLst/>
            <a:gdLst/>
            <a:ahLst/>
            <a:cxnLst/>
            <a:rect l="l" t="t" r="r" b="b"/>
            <a:pathLst>
              <a:path h="43180">
                <a:moveTo>
                  <a:pt x="0" y="0"/>
                </a:moveTo>
                <a:lnTo>
                  <a:pt x="0" y="43158"/>
                </a:lnTo>
              </a:path>
            </a:pathLst>
          </a:custGeom>
          <a:ln w="10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018766" y="231626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7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2932254" y="6009200"/>
            <a:ext cx="173355" cy="165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-35" dirty="0">
                <a:latin typeface="Arial"/>
                <a:cs typeface="Arial"/>
              </a:rPr>
              <a:t>20</a:t>
            </a:r>
            <a:endParaRPr sz="11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672575" y="5908988"/>
            <a:ext cx="0" cy="53975"/>
          </a:xfrm>
          <a:custGeom>
            <a:avLst/>
            <a:gdLst/>
            <a:ahLst/>
            <a:cxnLst/>
            <a:rect l="l" t="t" r="r" b="b"/>
            <a:pathLst>
              <a:path h="53975">
                <a:moveTo>
                  <a:pt x="0" y="53936"/>
                </a:moveTo>
                <a:lnTo>
                  <a:pt x="0" y="0"/>
                </a:lnTo>
              </a:path>
            </a:pathLst>
          </a:custGeom>
          <a:ln w="10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672575" y="590898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7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672575" y="2273108"/>
            <a:ext cx="0" cy="43180"/>
          </a:xfrm>
          <a:custGeom>
            <a:avLst/>
            <a:gdLst/>
            <a:ahLst/>
            <a:cxnLst/>
            <a:rect l="l" t="t" r="r" b="b"/>
            <a:pathLst>
              <a:path h="43180">
                <a:moveTo>
                  <a:pt x="0" y="0"/>
                </a:moveTo>
                <a:lnTo>
                  <a:pt x="0" y="43158"/>
                </a:lnTo>
              </a:path>
            </a:pathLst>
          </a:custGeom>
          <a:ln w="10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672575" y="231626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7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3586076" y="6009200"/>
            <a:ext cx="173355" cy="165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-35" dirty="0">
                <a:latin typeface="Arial"/>
                <a:cs typeface="Arial"/>
              </a:rPr>
              <a:t>40</a:t>
            </a:r>
            <a:endParaRPr sz="11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326414" y="5908988"/>
            <a:ext cx="0" cy="53975"/>
          </a:xfrm>
          <a:custGeom>
            <a:avLst/>
            <a:gdLst/>
            <a:ahLst/>
            <a:cxnLst/>
            <a:rect l="l" t="t" r="r" b="b"/>
            <a:pathLst>
              <a:path h="53975">
                <a:moveTo>
                  <a:pt x="0" y="53936"/>
                </a:moveTo>
                <a:lnTo>
                  <a:pt x="0" y="0"/>
                </a:lnTo>
              </a:path>
            </a:pathLst>
          </a:custGeom>
          <a:ln w="10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326414" y="590898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7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702396" y="2267835"/>
            <a:ext cx="3878874" cy="353325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4239910" y="6009200"/>
            <a:ext cx="173355" cy="165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-35" dirty="0">
                <a:latin typeface="Arial"/>
                <a:cs typeface="Arial"/>
              </a:rPr>
              <a:t>60</a:t>
            </a:r>
            <a:endParaRPr sz="11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980253" y="5908988"/>
            <a:ext cx="0" cy="53975"/>
          </a:xfrm>
          <a:custGeom>
            <a:avLst/>
            <a:gdLst/>
            <a:ahLst/>
            <a:cxnLst/>
            <a:rect l="l" t="t" r="r" b="b"/>
            <a:pathLst>
              <a:path h="53975">
                <a:moveTo>
                  <a:pt x="0" y="53936"/>
                </a:moveTo>
                <a:lnTo>
                  <a:pt x="0" y="0"/>
                </a:lnTo>
              </a:path>
            </a:pathLst>
          </a:custGeom>
          <a:ln w="10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980253" y="590898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7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980253" y="2273108"/>
            <a:ext cx="0" cy="43180"/>
          </a:xfrm>
          <a:custGeom>
            <a:avLst/>
            <a:gdLst/>
            <a:ahLst/>
            <a:cxnLst/>
            <a:rect l="l" t="t" r="r" b="b"/>
            <a:pathLst>
              <a:path h="43180">
                <a:moveTo>
                  <a:pt x="0" y="0"/>
                </a:moveTo>
                <a:lnTo>
                  <a:pt x="0" y="43158"/>
                </a:lnTo>
              </a:path>
            </a:pathLst>
          </a:custGeom>
          <a:ln w="10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980253" y="231626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7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4893720" y="6009200"/>
            <a:ext cx="173355" cy="165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-35" dirty="0">
                <a:latin typeface="Arial"/>
                <a:cs typeface="Arial"/>
              </a:rPr>
              <a:t>80</a:t>
            </a:r>
            <a:endParaRPr sz="110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5634062" y="5908988"/>
            <a:ext cx="0" cy="53975"/>
          </a:xfrm>
          <a:custGeom>
            <a:avLst/>
            <a:gdLst/>
            <a:ahLst/>
            <a:cxnLst/>
            <a:rect l="l" t="t" r="r" b="b"/>
            <a:pathLst>
              <a:path h="53975">
                <a:moveTo>
                  <a:pt x="0" y="53936"/>
                </a:moveTo>
                <a:lnTo>
                  <a:pt x="0" y="0"/>
                </a:lnTo>
              </a:path>
            </a:pathLst>
          </a:custGeom>
          <a:ln w="10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634062" y="590898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7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634062" y="2273108"/>
            <a:ext cx="0" cy="43180"/>
          </a:xfrm>
          <a:custGeom>
            <a:avLst/>
            <a:gdLst/>
            <a:ahLst/>
            <a:cxnLst/>
            <a:rect l="l" t="t" r="r" b="b"/>
            <a:pathLst>
              <a:path h="43180">
                <a:moveTo>
                  <a:pt x="0" y="0"/>
                </a:moveTo>
                <a:lnTo>
                  <a:pt x="0" y="43158"/>
                </a:lnTo>
              </a:path>
            </a:pathLst>
          </a:custGeom>
          <a:ln w="10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634062" y="231626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7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5515906" y="6009200"/>
            <a:ext cx="247015" cy="165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-35" dirty="0">
                <a:latin typeface="Arial"/>
                <a:cs typeface="Arial"/>
              </a:rPr>
              <a:t>100</a:t>
            </a:r>
            <a:endParaRPr sz="1100">
              <a:latin typeface="Arial"/>
              <a:cs typeface="Aria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6287901" y="5908988"/>
            <a:ext cx="0" cy="53975"/>
          </a:xfrm>
          <a:custGeom>
            <a:avLst/>
            <a:gdLst/>
            <a:ahLst/>
            <a:cxnLst/>
            <a:rect l="l" t="t" r="r" b="b"/>
            <a:pathLst>
              <a:path h="53975">
                <a:moveTo>
                  <a:pt x="0" y="53936"/>
                </a:moveTo>
                <a:lnTo>
                  <a:pt x="0" y="0"/>
                </a:lnTo>
              </a:path>
            </a:pathLst>
          </a:custGeom>
          <a:ln w="10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6287901" y="590898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7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287901" y="2273108"/>
            <a:ext cx="0" cy="43180"/>
          </a:xfrm>
          <a:custGeom>
            <a:avLst/>
            <a:gdLst/>
            <a:ahLst/>
            <a:cxnLst/>
            <a:rect l="l" t="t" r="r" b="b"/>
            <a:pathLst>
              <a:path h="43180">
                <a:moveTo>
                  <a:pt x="0" y="0"/>
                </a:moveTo>
                <a:lnTo>
                  <a:pt x="0" y="43158"/>
                </a:lnTo>
              </a:path>
            </a:pathLst>
          </a:custGeom>
          <a:ln w="10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6287901" y="231626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7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6169741" y="6009200"/>
            <a:ext cx="247015" cy="165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-35" dirty="0">
                <a:latin typeface="Arial"/>
                <a:cs typeface="Arial"/>
              </a:rPr>
              <a:t>120</a:t>
            </a:r>
            <a:endParaRPr sz="1100">
              <a:latin typeface="Arial"/>
              <a:cs typeface="Arial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6941710" y="590898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7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6941710" y="231626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7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6823563" y="6009200"/>
            <a:ext cx="247015" cy="165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-35" dirty="0">
                <a:latin typeface="Arial"/>
                <a:cs typeface="Arial"/>
              </a:rPr>
              <a:t>140</a:t>
            </a:r>
            <a:endParaRPr sz="1100">
              <a:latin typeface="Arial"/>
              <a:cs typeface="Arial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2407133" y="596292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7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6888979" y="596292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7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2236243" y="5890518"/>
            <a:ext cx="102235" cy="165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-15" dirty="0">
                <a:latin typeface="Arial"/>
                <a:cs typeface="Arial"/>
              </a:rPr>
              <a:t>0</a:t>
            </a:r>
            <a:endParaRPr sz="1100">
              <a:latin typeface="Arial"/>
              <a:cs typeface="Arial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2364948" y="5347953"/>
            <a:ext cx="42545" cy="0"/>
          </a:xfrm>
          <a:custGeom>
            <a:avLst/>
            <a:gdLst/>
            <a:ahLst/>
            <a:cxnLst/>
            <a:rect l="l" t="t" r="r" b="b"/>
            <a:pathLst>
              <a:path w="42544">
                <a:moveTo>
                  <a:pt x="0" y="0"/>
                </a:moveTo>
                <a:lnTo>
                  <a:pt x="42185" y="0"/>
                </a:lnTo>
              </a:path>
            </a:pathLst>
          </a:custGeom>
          <a:ln w="107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2407133" y="534795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7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6888979" y="5347953"/>
            <a:ext cx="53340" cy="0"/>
          </a:xfrm>
          <a:custGeom>
            <a:avLst/>
            <a:gdLst/>
            <a:ahLst/>
            <a:cxnLst/>
            <a:rect l="l" t="t" r="r" b="b"/>
            <a:pathLst>
              <a:path w="53340">
                <a:moveTo>
                  <a:pt x="52731" y="0"/>
                </a:moveTo>
                <a:lnTo>
                  <a:pt x="0" y="0"/>
                </a:lnTo>
              </a:path>
            </a:pathLst>
          </a:custGeom>
          <a:ln w="107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6888979" y="534795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7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2162430" y="5275553"/>
            <a:ext cx="173355" cy="165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-35" dirty="0">
                <a:latin typeface="Arial"/>
                <a:cs typeface="Arial"/>
              </a:rPr>
              <a:t>20</a:t>
            </a:r>
            <a:endParaRPr sz="1100">
              <a:latin typeface="Arial"/>
              <a:cs typeface="Arial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2364948" y="4732982"/>
            <a:ext cx="42545" cy="0"/>
          </a:xfrm>
          <a:custGeom>
            <a:avLst/>
            <a:gdLst/>
            <a:ahLst/>
            <a:cxnLst/>
            <a:rect l="l" t="t" r="r" b="b"/>
            <a:pathLst>
              <a:path w="42544">
                <a:moveTo>
                  <a:pt x="0" y="0"/>
                </a:moveTo>
                <a:lnTo>
                  <a:pt x="42185" y="0"/>
                </a:lnTo>
              </a:path>
            </a:pathLst>
          </a:custGeom>
          <a:ln w="107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2407133" y="473298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7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6888979" y="4732982"/>
            <a:ext cx="53340" cy="0"/>
          </a:xfrm>
          <a:custGeom>
            <a:avLst/>
            <a:gdLst/>
            <a:ahLst/>
            <a:cxnLst/>
            <a:rect l="l" t="t" r="r" b="b"/>
            <a:pathLst>
              <a:path w="53340">
                <a:moveTo>
                  <a:pt x="52731" y="0"/>
                </a:moveTo>
                <a:lnTo>
                  <a:pt x="0" y="0"/>
                </a:lnTo>
              </a:path>
            </a:pathLst>
          </a:custGeom>
          <a:ln w="107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6888979" y="473298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7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2162430" y="4660581"/>
            <a:ext cx="173355" cy="165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-35" dirty="0">
                <a:latin typeface="Arial"/>
                <a:cs typeface="Arial"/>
              </a:rPr>
              <a:t>40</a:t>
            </a:r>
            <a:endParaRPr sz="1100">
              <a:latin typeface="Arial"/>
              <a:cs typeface="Arial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2364948" y="4118014"/>
            <a:ext cx="42545" cy="0"/>
          </a:xfrm>
          <a:custGeom>
            <a:avLst/>
            <a:gdLst/>
            <a:ahLst/>
            <a:cxnLst/>
            <a:rect l="l" t="t" r="r" b="b"/>
            <a:pathLst>
              <a:path w="42544">
                <a:moveTo>
                  <a:pt x="0" y="0"/>
                </a:moveTo>
                <a:lnTo>
                  <a:pt x="42185" y="0"/>
                </a:lnTo>
              </a:path>
            </a:pathLst>
          </a:custGeom>
          <a:ln w="107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2407133" y="411801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7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6888979" y="4118014"/>
            <a:ext cx="53340" cy="0"/>
          </a:xfrm>
          <a:custGeom>
            <a:avLst/>
            <a:gdLst/>
            <a:ahLst/>
            <a:cxnLst/>
            <a:rect l="l" t="t" r="r" b="b"/>
            <a:pathLst>
              <a:path w="53340">
                <a:moveTo>
                  <a:pt x="52731" y="0"/>
                </a:moveTo>
                <a:lnTo>
                  <a:pt x="0" y="0"/>
                </a:lnTo>
              </a:path>
            </a:pathLst>
          </a:custGeom>
          <a:ln w="107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6888979" y="411801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7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 txBox="1"/>
          <p:nvPr/>
        </p:nvSpPr>
        <p:spPr>
          <a:xfrm>
            <a:off x="2162430" y="4045608"/>
            <a:ext cx="173355" cy="165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-35" dirty="0">
                <a:latin typeface="Arial"/>
                <a:cs typeface="Arial"/>
              </a:rPr>
              <a:t>60</a:t>
            </a:r>
            <a:endParaRPr sz="1100">
              <a:latin typeface="Arial"/>
              <a:cs typeface="Arial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2364948" y="3503043"/>
            <a:ext cx="42545" cy="0"/>
          </a:xfrm>
          <a:custGeom>
            <a:avLst/>
            <a:gdLst/>
            <a:ahLst/>
            <a:cxnLst/>
            <a:rect l="l" t="t" r="r" b="b"/>
            <a:pathLst>
              <a:path w="42544">
                <a:moveTo>
                  <a:pt x="0" y="0"/>
                </a:moveTo>
                <a:lnTo>
                  <a:pt x="42185" y="0"/>
                </a:lnTo>
              </a:path>
            </a:pathLst>
          </a:custGeom>
          <a:ln w="107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2407133" y="350304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7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6888979" y="3503043"/>
            <a:ext cx="53340" cy="0"/>
          </a:xfrm>
          <a:custGeom>
            <a:avLst/>
            <a:gdLst/>
            <a:ahLst/>
            <a:cxnLst/>
            <a:rect l="l" t="t" r="r" b="b"/>
            <a:pathLst>
              <a:path w="53340">
                <a:moveTo>
                  <a:pt x="52731" y="0"/>
                </a:moveTo>
                <a:lnTo>
                  <a:pt x="0" y="0"/>
                </a:lnTo>
              </a:path>
            </a:pathLst>
          </a:custGeom>
          <a:ln w="107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6888979" y="350304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7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 txBox="1"/>
          <p:nvPr/>
        </p:nvSpPr>
        <p:spPr>
          <a:xfrm>
            <a:off x="2162430" y="3430636"/>
            <a:ext cx="173355" cy="165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-35" dirty="0">
                <a:latin typeface="Arial"/>
                <a:cs typeface="Arial"/>
              </a:rPr>
              <a:t>80</a:t>
            </a:r>
            <a:endParaRPr sz="1100">
              <a:latin typeface="Arial"/>
              <a:cs typeface="Arial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2364948" y="2888060"/>
            <a:ext cx="42545" cy="0"/>
          </a:xfrm>
          <a:custGeom>
            <a:avLst/>
            <a:gdLst/>
            <a:ahLst/>
            <a:cxnLst/>
            <a:rect l="l" t="t" r="r" b="b"/>
            <a:pathLst>
              <a:path w="42544">
                <a:moveTo>
                  <a:pt x="0" y="0"/>
                </a:moveTo>
                <a:lnTo>
                  <a:pt x="42185" y="0"/>
                </a:lnTo>
              </a:path>
            </a:pathLst>
          </a:custGeom>
          <a:ln w="107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2407133" y="288806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7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6888979" y="2888060"/>
            <a:ext cx="53340" cy="0"/>
          </a:xfrm>
          <a:custGeom>
            <a:avLst/>
            <a:gdLst/>
            <a:ahLst/>
            <a:cxnLst/>
            <a:rect l="l" t="t" r="r" b="b"/>
            <a:pathLst>
              <a:path w="53340">
                <a:moveTo>
                  <a:pt x="52731" y="0"/>
                </a:moveTo>
                <a:lnTo>
                  <a:pt x="0" y="0"/>
                </a:lnTo>
              </a:path>
            </a:pathLst>
          </a:custGeom>
          <a:ln w="107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6888979" y="288806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7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 txBox="1"/>
          <p:nvPr/>
        </p:nvSpPr>
        <p:spPr>
          <a:xfrm>
            <a:off x="2088605" y="2815663"/>
            <a:ext cx="247015" cy="165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-35" dirty="0">
                <a:latin typeface="Arial"/>
                <a:cs typeface="Arial"/>
              </a:rPr>
              <a:t>100</a:t>
            </a:r>
            <a:endParaRPr sz="1100">
              <a:latin typeface="Arial"/>
              <a:cs typeface="Arial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2407133" y="227310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7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6888979" y="227310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7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 txBox="1"/>
          <p:nvPr/>
        </p:nvSpPr>
        <p:spPr>
          <a:xfrm>
            <a:off x="2088618" y="2200703"/>
            <a:ext cx="247015" cy="165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-35" dirty="0">
                <a:latin typeface="Arial"/>
                <a:cs typeface="Arial"/>
              </a:rPr>
              <a:t>120</a:t>
            </a:r>
            <a:endParaRPr sz="1100">
              <a:latin typeface="Arial"/>
              <a:cs typeface="Arial"/>
            </a:endParaRPr>
          </a:p>
        </p:txBody>
      </p:sp>
      <p:sp>
        <p:nvSpPr>
          <p:cNvPr id="82" name="object 82"/>
          <p:cNvSpPr/>
          <p:nvPr/>
        </p:nvSpPr>
        <p:spPr>
          <a:xfrm>
            <a:off x="6941710" y="227310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7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6941710" y="596292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7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6941710" y="227310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7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2364948" y="227310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7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2734031" y="5844945"/>
            <a:ext cx="40640" cy="42545"/>
          </a:xfrm>
          <a:custGeom>
            <a:avLst/>
            <a:gdLst/>
            <a:ahLst/>
            <a:cxnLst/>
            <a:rect l="l" t="t" r="r" b="b"/>
            <a:pathLst>
              <a:path w="40639" h="42545">
                <a:moveTo>
                  <a:pt x="15738" y="0"/>
                </a:moveTo>
                <a:lnTo>
                  <a:pt x="4460" y="7557"/>
                </a:lnTo>
                <a:lnTo>
                  <a:pt x="0" y="20881"/>
                </a:lnTo>
                <a:lnTo>
                  <a:pt x="690" y="26417"/>
                </a:lnTo>
                <a:lnTo>
                  <a:pt x="8106" y="37914"/>
                </a:lnTo>
                <a:lnTo>
                  <a:pt x="21178" y="42455"/>
                </a:lnTo>
                <a:lnTo>
                  <a:pt x="31742" y="39167"/>
                </a:lnTo>
                <a:lnTo>
                  <a:pt x="38754" y="29140"/>
                </a:lnTo>
                <a:lnTo>
                  <a:pt x="40237" y="11996"/>
                </a:lnTo>
                <a:lnTo>
                  <a:pt x="31355" y="3008"/>
                </a:lnTo>
                <a:lnTo>
                  <a:pt x="157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4126046" y="5499700"/>
            <a:ext cx="40640" cy="42545"/>
          </a:xfrm>
          <a:custGeom>
            <a:avLst/>
            <a:gdLst/>
            <a:ahLst/>
            <a:cxnLst/>
            <a:rect l="l" t="t" r="r" b="b"/>
            <a:pathLst>
              <a:path w="40639" h="42545">
                <a:moveTo>
                  <a:pt x="15741" y="0"/>
                </a:moveTo>
                <a:lnTo>
                  <a:pt x="4462" y="7556"/>
                </a:lnTo>
                <a:lnTo>
                  <a:pt x="0" y="20883"/>
                </a:lnTo>
                <a:lnTo>
                  <a:pt x="690" y="26415"/>
                </a:lnTo>
                <a:lnTo>
                  <a:pt x="8107" y="37913"/>
                </a:lnTo>
                <a:lnTo>
                  <a:pt x="21174" y="42456"/>
                </a:lnTo>
                <a:lnTo>
                  <a:pt x="31746" y="39167"/>
                </a:lnTo>
                <a:lnTo>
                  <a:pt x="38758" y="29139"/>
                </a:lnTo>
                <a:lnTo>
                  <a:pt x="40240" y="11997"/>
                </a:lnTo>
                <a:lnTo>
                  <a:pt x="31362" y="3008"/>
                </a:lnTo>
                <a:lnTo>
                  <a:pt x="157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4463521" y="5251550"/>
            <a:ext cx="40640" cy="42545"/>
          </a:xfrm>
          <a:custGeom>
            <a:avLst/>
            <a:gdLst/>
            <a:ahLst/>
            <a:cxnLst/>
            <a:rect l="l" t="t" r="r" b="b"/>
            <a:pathLst>
              <a:path w="40639" h="42545">
                <a:moveTo>
                  <a:pt x="15730" y="0"/>
                </a:moveTo>
                <a:lnTo>
                  <a:pt x="4453" y="7556"/>
                </a:lnTo>
                <a:lnTo>
                  <a:pt x="0" y="20883"/>
                </a:lnTo>
                <a:lnTo>
                  <a:pt x="693" y="26434"/>
                </a:lnTo>
                <a:lnTo>
                  <a:pt x="8104" y="37926"/>
                </a:lnTo>
                <a:lnTo>
                  <a:pt x="21191" y="42468"/>
                </a:lnTo>
                <a:lnTo>
                  <a:pt x="31741" y="39170"/>
                </a:lnTo>
                <a:lnTo>
                  <a:pt x="38751" y="29134"/>
                </a:lnTo>
                <a:lnTo>
                  <a:pt x="40232" y="11992"/>
                </a:lnTo>
                <a:lnTo>
                  <a:pt x="31343" y="3007"/>
                </a:lnTo>
                <a:lnTo>
                  <a:pt x="157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4590074" y="5154438"/>
            <a:ext cx="40640" cy="42545"/>
          </a:xfrm>
          <a:custGeom>
            <a:avLst/>
            <a:gdLst/>
            <a:ahLst/>
            <a:cxnLst/>
            <a:rect l="l" t="t" r="r" b="b"/>
            <a:pathLst>
              <a:path w="40639" h="42545">
                <a:moveTo>
                  <a:pt x="15724" y="0"/>
                </a:moveTo>
                <a:lnTo>
                  <a:pt x="4454" y="7562"/>
                </a:lnTo>
                <a:lnTo>
                  <a:pt x="0" y="20897"/>
                </a:lnTo>
                <a:lnTo>
                  <a:pt x="688" y="26432"/>
                </a:lnTo>
                <a:lnTo>
                  <a:pt x="8095" y="37929"/>
                </a:lnTo>
                <a:lnTo>
                  <a:pt x="21177" y="42470"/>
                </a:lnTo>
                <a:lnTo>
                  <a:pt x="31741" y="39169"/>
                </a:lnTo>
                <a:lnTo>
                  <a:pt x="38751" y="29138"/>
                </a:lnTo>
                <a:lnTo>
                  <a:pt x="40229" y="11998"/>
                </a:lnTo>
                <a:lnTo>
                  <a:pt x="31337" y="3011"/>
                </a:lnTo>
                <a:lnTo>
                  <a:pt x="157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5127893" y="4776836"/>
            <a:ext cx="40640" cy="42545"/>
          </a:xfrm>
          <a:custGeom>
            <a:avLst/>
            <a:gdLst/>
            <a:ahLst/>
            <a:cxnLst/>
            <a:rect l="l" t="t" r="r" b="b"/>
            <a:pathLst>
              <a:path w="40639" h="42545">
                <a:moveTo>
                  <a:pt x="15741" y="0"/>
                </a:moveTo>
                <a:lnTo>
                  <a:pt x="4462" y="7556"/>
                </a:lnTo>
                <a:lnTo>
                  <a:pt x="0" y="20883"/>
                </a:lnTo>
                <a:lnTo>
                  <a:pt x="694" y="26431"/>
                </a:lnTo>
                <a:lnTo>
                  <a:pt x="8115" y="37925"/>
                </a:lnTo>
                <a:lnTo>
                  <a:pt x="21185" y="42468"/>
                </a:lnTo>
                <a:lnTo>
                  <a:pt x="31739" y="39172"/>
                </a:lnTo>
                <a:lnTo>
                  <a:pt x="38751" y="29138"/>
                </a:lnTo>
                <a:lnTo>
                  <a:pt x="40235" y="11997"/>
                </a:lnTo>
                <a:lnTo>
                  <a:pt x="31349" y="3008"/>
                </a:lnTo>
                <a:lnTo>
                  <a:pt x="157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5581344" y="4517898"/>
            <a:ext cx="40640" cy="42545"/>
          </a:xfrm>
          <a:custGeom>
            <a:avLst/>
            <a:gdLst/>
            <a:ahLst/>
            <a:cxnLst/>
            <a:rect l="l" t="t" r="r" b="b"/>
            <a:pathLst>
              <a:path w="40639" h="42545">
                <a:moveTo>
                  <a:pt x="15739" y="0"/>
                </a:moveTo>
                <a:lnTo>
                  <a:pt x="4462" y="7562"/>
                </a:lnTo>
                <a:lnTo>
                  <a:pt x="0" y="20884"/>
                </a:lnTo>
                <a:lnTo>
                  <a:pt x="693" y="26430"/>
                </a:lnTo>
                <a:lnTo>
                  <a:pt x="8114" y="37926"/>
                </a:lnTo>
                <a:lnTo>
                  <a:pt x="21183" y="42470"/>
                </a:lnTo>
                <a:lnTo>
                  <a:pt x="31751" y="39175"/>
                </a:lnTo>
                <a:lnTo>
                  <a:pt x="38759" y="29141"/>
                </a:lnTo>
                <a:lnTo>
                  <a:pt x="40238" y="12001"/>
                </a:lnTo>
                <a:lnTo>
                  <a:pt x="31360" y="3010"/>
                </a:lnTo>
                <a:lnTo>
                  <a:pt x="157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5908273" y="3946088"/>
            <a:ext cx="40640" cy="42545"/>
          </a:xfrm>
          <a:custGeom>
            <a:avLst/>
            <a:gdLst/>
            <a:ahLst/>
            <a:cxnLst/>
            <a:rect l="l" t="t" r="r" b="b"/>
            <a:pathLst>
              <a:path w="40639" h="42545">
                <a:moveTo>
                  <a:pt x="15741" y="0"/>
                </a:moveTo>
                <a:lnTo>
                  <a:pt x="4462" y="7556"/>
                </a:lnTo>
                <a:lnTo>
                  <a:pt x="0" y="20883"/>
                </a:lnTo>
                <a:lnTo>
                  <a:pt x="690" y="26416"/>
                </a:lnTo>
                <a:lnTo>
                  <a:pt x="8107" y="37914"/>
                </a:lnTo>
                <a:lnTo>
                  <a:pt x="21174" y="42456"/>
                </a:lnTo>
                <a:lnTo>
                  <a:pt x="31746" y="39168"/>
                </a:lnTo>
                <a:lnTo>
                  <a:pt x="38758" y="29141"/>
                </a:lnTo>
                <a:lnTo>
                  <a:pt x="40240" y="11997"/>
                </a:lnTo>
                <a:lnTo>
                  <a:pt x="31362" y="3008"/>
                </a:lnTo>
                <a:lnTo>
                  <a:pt x="157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6583191" y="3805841"/>
            <a:ext cx="40640" cy="42545"/>
          </a:xfrm>
          <a:custGeom>
            <a:avLst/>
            <a:gdLst/>
            <a:ahLst/>
            <a:cxnLst/>
            <a:rect l="l" t="t" r="r" b="b"/>
            <a:pathLst>
              <a:path w="40640" h="42545">
                <a:moveTo>
                  <a:pt x="15749" y="0"/>
                </a:moveTo>
                <a:lnTo>
                  <a:pt x="4465" y="7549"/>
                </a:lnTo>
                <a:lnTo>
                  <a:pt x="0" y="20873"/>
                </a:lnTo>
                <a:lnTo>
                  <a:pt x="688" y="26398"/>
                </a:lnTo>
                <a:lnTo>
                  <a:pt x="8101" y="37902"/>
                </a:lnTo>
                <a:lnTo>
                  <a:pt x="21162" y="42447"/>
                </a:lnTo>
                <a:lnTo>
                  <a:pt x="31740" y="39164"/>
                </a:lnTo>
                <a:lnTo>
                  <a:pt x="38758" y="29140"/>
                </a:lnTo>
                <a:lnTo>
                  <a:pt x="40245" y="12001"/>
                </a:lnTo>
                <a:lnTo>
                  <a:pt x="31370" y="3010"/>
                </a:lnTo>
                <a:lnTo>
                  <a:pt x="157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6119195" y="3536103"/>
            <a:ext cx="40640" cy="42545"/>
          </a:xfrm>
          <a:custGeom>
            <a:avLst/>
            <a:gdLst/>
            <a:ahLst/>
            <a:cxnLst/>
            <a:rect l="l" t="t" r="r" b="b"/>
            <a:pathLst>
              <a:path w="40639" h="42545">
                <a:moveTo>
                  <a:pt x="15736" y="0"/>
                </a:moveTo>
                <a:lnTo>
                  <a:pt x="4457" y="7567"/>
                </a:lnTo>
                <a:lnTo>
                  <a:pt x="0" y="20881"/>
                </a:lnTo>
                <a:lnTo>
                  <a:pt x="695" y="26440"/>
                </a:lnTo>
                <a:lnTo>
                  <a:pt x="8119" y="37928"/>
                </a:lnTo>
                <a:lnTo>
                  <a:pt x="21197" y="42461"/>
                </a:lnTo>
                <a:lnTo>
                  <a:pt x="31751" y="39178"/>
                </a:lnTo>
                <a:lnTo>
                  <a:pt x="38757" y="29151"/>
                </a:lnTo>
                <a:lnTo>
                  <a:pt x="40236" y="11992"/>
                </a:lnTo>
                <a:lnTo>
                  <a:pt x="31356" y="3006"/>
                </a:lnTo>
                <a:lnTo>
                  <a:pt x="157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6699229" y="3309540"/>
            <a:ext cx="40640" cy="42545"/>
          </a:xfrm>
          <a:custGeom>
            <a:avLst/>
            <a:gdLst/>
            <a:ahLst/>
            <a:cxnLst/>
            <a:rect l="l" t="t" r="r" b="b"/>
            <a:pathLst>
              <a:path w="40640" h="42545">
                <a:moveTo>
                  <a:pt x="15726" y="0"/>
                </a:moveTo>
                <a:lnTo>
                  <a:pt x="4452" y="7564"/>
                </a:lnTo>
                <a:lnTo>
                  <a:pt x="0" y="20887"/>
                </a:lnTo>
                <a:lnTo>
                  <a:pt x="691" y="26429"/>
                </a:lnTo>
                <a:lnTo>
                  <a:pt x="8102" y="37922"/>
                </a:lnTo>
                <a:lnTo>
                  <a:pt x="21189" y="42466"/>
                </a:lnTo>
                <a:lnTo>
                  <a:pt x="31740" y="39168"/>
                </a:lnTo>
                <a:lnTo>
                  <a:pt x="38750" y="29133"/>
                </a:lnTo>
                <a:lnTo>
                  <a:pt x="40230" y="11995"/>
                </a:lnTo>
                <a:lnTo>
                  <a:pt x="31339" y="3009"/>
                </a:lnTo>
                <a:lnTo>
                  <a:pt x="1572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2596942" y="4549579"/>
            <a:ext cx="2278380" cy="1316355"/>
          </a:xfrm>
          <a:custGeom>
            <a:avLst/>
            <a:gdLst/>
            <a:ahLst/>
            <a:cxnLst/>
            <a:rect l="l" t="t" r="r" b="b"/>
            <a:pathLst>
              <a:path w="2278379" h="1316354">
                <a:moveTo>
                  <a:pt x="0" y="1316247"/>
                </a:moveTo>
                <a:lnTo>
                  <a:pt x="210907" y="1229938"/>
                </a:lnTo>
                <a:lnTo>
                  <a:pt x="221456" y="1229938"/>
                </a:lnTo>
                <a:lnTo>
                  <a:pt x="284725" y="1197566"/>
                </a:lnTo>
                <a:lnTo>
                  <a:pt x="316373" y="1186779"/>
                </a:lnTo>
                <a:lnTo>
                  <a:pt x="337459" y="1175993"/>
                </a:lnTo>
                <a:lnTo>
                  <a:pt x="358543" y="1175993"/>
                </a:lnTo>
                <a:lnTo>
                  <a:pt x="369092" y="1165206"/>
                </a:lnTo>
                <a:lnTo>
                  <a:pt x="390191" y="1154420"/>
                </a:lnTo>
                <a:lnTo>
                  <a:pt x="411277" y="1143621"/>
                </a:lnTo>
                <a:lnTo>
                  <a:pt x="421823" y="1143621"/>
                </a:lnTo>
                <a:lnTo>
                  <a:pt x="432370" y="1132834"/>
                </a:lnTo>
                <a:lnTo>
                  <a:pt x="442916" y="1132834"/>
                </a:lnTo>
                <a:lnTo>
                  <a:pt x="453462" y="1122044"/>
                </a:lnTo>
                <a:lnTo>
                  <a:pt x="464009" y="1122044"/>
                </a:lnTo>
                <a:lnTo>
                  <a:pt x="485101" y="1111258"/>
                </a:lnTo>
                <a:lnTo>
                  <a:pt x="506194" y="1100471"/>
                </a:lnTo>
                <a:lnTo>
                  <a:pt x="516740" y="1100471"/>
                </a:lnTo>
                <a:lnTo>
                  <a:pt x="527286" y="1089684"/>
                </a:lnTo>
                <a:lnTo>
                  <a:pt x="548379" y="1078885"/>
                </a:lnTo>
                <a:lnTo>
                  <a:pt x="569471" y="1078885"/>
                </a:lnTo>
                <a:lnTo>
                  <a:pt x="579988" y="1068099"/>
                </a:lnTo>
                <a:lnTo>
                  <a:pt x="601110" y="1057312"/>
                </a:lnTo>
                <a:lnTo>
                  <a:pt x="622173" y="1046525"/>
                </a:lnTo>
                <a:lnTo>
                  <a:pt x="632719" y="1046525"/>
                </a:lnTo>
                <a:lnTo>
                  <a:pt x="643295" y="1046525"/>
                </a:lnTo>
                <a:lnTo>
                  <a:pt x="653811" y="1035736"/>
                </a:lnTo>
                <a:lnTo>
                  <a:pt x="664358" y="1035736"/>
                </a:lnTo>
                <a:lnTo>
                  <a:pt x="685480" y="1024949"/>
                </a:lnTo>
                <a:lnTo>
                  <a:pt x="717089" y="1003363"/>
                </a:lnTo>
                <a:lnTo>
                  <a:pt x="780367" y="971004"/>
                </a:lnTo>
                <a:lnTo>
                  <a:pt x="790913" y="971004"/>
                </a:lnTo>
                <a:lnTo>
                  <a:pt x="801459" y="971004"/>
                </a:lnTo>
                <a:lnTo>
                  <a:pt x="812006" y="960217"/>
                </a:lnTo>
                <a:lnTo>
                  <a:pt x="864737" y="938628"/>
                </a:lnTo>
                <a:lnTo>
                  <a:pt x="854191" y="938628"/>
                </a:lnTo>
                <a:lnTo>
                  <a:pt x="875283" y="927842"/>
                </a:lnTo>
                <a:lnTo>
                  <a:pt x="906922" y="917055"/>
                </a:lnTo>
                <a:lnTo>
                  <a:pt x="917468" y="906268"/>
                </a:lnTo>
                <a:lnTo>
                  <a:pt x="928015" y="906268"/>
                </a:lnTo>
                <a:lnTo>
                  <a:pt x="959654" y="895482"/>
                </a:lnTo>
                <a:lnTo>
                  <a:pt x="1001839" y="873896"/>
                </a:lnTo>
                <a:lnTo>
                  <a:pt x="1012385" y="863109"/>
                </a:lnTo>
                <a:lnTo>
                  <a:pt x="1022901" y="863109"/>
                </a:lnTo>
                <a:lnTo>
                  <a:pt x="1065086" y="841533"/>
                </a:lnTo>
                <a:lnTo>
                  <a:pt x="1075632" y="830746"/>
                </a:lnTo>
                <a:lnTo>
                  <a:pt x="1117818" y="819960"/>
                </a:lnTo>
                <a:lnTo>
                  <a:pt x="1128364" y="809161"/>
                </a:lnTo>
                <a:lnTo>
                  <a:pt x="1149456" y="798374"/>
                </a:lnTo>
                <a:lnTo>
                  <a:pt x="1160003" y="798374"/>
                </a:lnTo>
                <a:lnTo>
                  <a:pt x="1170549" y="787588"/>
                </a:lnTo>
                <a:lnTo>
                  <a:pt x="1181095" y="776801"/>
                </a:lnTo>
                <a:lnTo>
                  <a:pt x="1191642" y="776801"/>
                </a:lnTo>
                <a:lnTo>
                  <a:pt x="1202188" y="776801"/>
                </a:lnTo>
                <a:lnTo>
                  <a:pt x="1212734" y="766011"/>
                </a:lnTo>
                <a:lnTo>
                  <a:pt x="1265465" y="744438"/>
                </a:lnTo>
                <a:lnTo>
                  <a:pt x="1276012" y="733639"/>
                </a:lnTo>
                <a:lnTo>
                  <a:pt x="1286558" y="733639"/>
                </a:lnTo>
                <a:lnTo>
                  <a:pt x="1297104" y="722852"/>
                </a:lnTo>
                <a:lnTo>
                  <a:pt x="1328743" y="701279"/>
                </a:lnTo>
                <a:lnTo>
                  <a:pt x="1339289" y="701279"/>
                </a:lnTo>
                <a:lnTo>
                  <a:pt x="1349836" y="701279"/>
                </a:lnTo>
                <a:lnTo>
                  <a:pt x="1381475" y="679703"/>
                </a:lnTo>
                <a:lnTo>
                  <a:pt x="1392021" y="668904"/>
                </a:lnTo>
                <a:lnTo>
                  <a:pt x="1423660" y="658117"/>
                </a:lnTo>
                <a:lnTo>
                  <a:pt x="1413113" y="658117"/>
                </a:lnTo>
                <a:lnTo>
                  <a:pt x="1423660" y="658117"/>
                </a:lnTo>
                <a:lnTo>
                  <a:pt x="1455298" y="647330"/>
                </a:lnTo>
                <a:lnTo>
                  <a:pt x="1455298" y="636544"/>
                </a:lnTo>
                <a:lnTo>
                  <a:pt x="1486937" y="625757"/>
                </a:lnTo>
                <a:lnTo>
                  <a:pt x="1508000" y="614970"/>
                </a:lnTo>
                <a:lnTo>
                  <a:pt x="1529092" y="604172"/>
                </a:lnTo>
                <a:lnTo>
                  <a:pt x="1529092" y="593385"/>
                </a:lnTo>
                <a:lnTo>
                  <a:pt x="1581824" y="571809"/>
                </a:lnTo>
                <a:lnTo>
                  <a:pt x="1602916" y="561022"/>
                </a:lnTo>
                <a:lnTo>
                  <a:pt x="1602916" y="550235"/>
                </a:lnTo>
                <a:lnTo>
                  <a:pt x="1624009" y="539436"/>
                </a:lnTo>
                <a:lnTo>
                  <a:pt x="1645101" y="528650"/>
                </a:lnTo>
                <a:lnTo>
                  <a:pt x="1655648" y="517863"/>
                </a:lnTo>
                <a:lnTo>
                  <a:pt x="1697833" y="496290"/>
                </a:lnTo>
                <a:lnTo>
                  <a:pt x="1687286" y="496290"/>
                </a:lnTo>
                <a:lnTo>
                  <a:pt x="1697833" y="496290"/>
                </a:lnTo>
                <a:lnTo>
                  <a:pt x="1708379" y="485500"/>
                </a:lnTo>
                <a:lnTo>
                  <a:pt x="1729472" y="474713"/>
                </a:lnTo>
                <a:lnTo>
                  <a:pt x="1740018" y="463914"/>
                </a:lnTo>
                <a:lnTo>
                  <a:pt x="1771657" y="453128"/>
                </a:lnTo>
                <a:lnTo>
                  <a:pt x="1803295" y="431554"/>
                </a:lnTo>
                <a:lnTo>
                  <a:pt x="1803295" y="420768"/>
                </a:lnTo>
                <a:lnTo>
                  <a:pt x="1813842" y="420768"/>
                </a:lnTo>
                <a:lnTo>
                  <a:pt x="1824388" y="409981"/>
                </a:lnTo>
                <a:lnTo>
                  <a:pt x="1834904" y="399182"/>
                </a:lnTo>
                <a:lnTo>
                  <a:pt x="1877089" y="388392"/>
                </a:lnTo>
                <a:lnTo>
                  <a:pt x="1877089" y="377606"/>
                </a:lnTo>
                <a:lnTo>
                  <a:pt x="1887666" y="366819"/>
                </a:lnTo>
                <a:lnTo>
                  <a:pt x="1898212" y="356033"/>
                </a:lnTo>
                <a:lnTo>
                  <a:pt x="1919274" y="345246"/>
                </a:lnTo>
                <a:lnTo>
                  <a:pt x="1929821" y="334447"/>
                </a:lnTo>
                <a:lnTo>
                  <a:pt x="1972006" y="302084"/>
                </a:lnTo>
                <a:lnTo>
                  <a:pt x="1961460" y="302084"/>
                </a:lnTo>
                <a:lnTo>
                  <a:pt x="1972006" y="302084"/>
                </a:lnTo>
                <a:lnTo>
                  <a:pt x="1982552" y="291297"/>
                </a:lnTo>
                <a:lnTo>
                  <a:pt x="1993098" y="280511"/>
                </a:lnTo>
                <a:lnTo>
                  <a:pt x="2003645" y="280511"/>
                </a:lnTo>
                <a:lnTo>
                  <a:pt x="2014191" y="258925"/>
                </a:lnTo>
                <a:lnTo>
                  <a:pt x="2035283" y="248138"/>
                </a:lnTo>
                <a:lnTo>
                  <a:pt x="2045830" y="248138"/>
                </a:lnTo>
                <a:lnTo>
                  <a:pt x="2056376" y="237352"/>
                </a:lnTo>
                <a:lnTo>
                  <a:pt x="2045830" y="237352"/>
                </a:lnTo>
                <a:lnTo>
                  <a:pt x="2088015" y="194190"/>
                </a:lnTo>
                <a:lnTo>
                  <a:pt x="2088015" y="183403"/>
                </a:lnTo>
                <a:lnTo>
                  <a:pt x="2098561" y="172617"/>
                </a:lnTo>
                <a:lnTo>
                  <a:pt x="2088015" y="172617"/>
                </a:lnTo>
                <a:lnTo>
                  <a:pt x="2109107" y="161830"/>
                </a:lnTo>
                <a:lnTo>
                  <a:pt x="2098561" y="161830"/>
                </a:lnTo>
                <a:lnTo>
                  <a:pt x="2109107" y="151043"/>
                </a:lnTo>
                <a:lnTo>
                  <a:pt x="2119654" y="140257"/>
                </a:lnTo>
                <a:lnTo>
                  <a:pt x="2140746" y="118671"/>
                </a:lnTo>
                <a:lnTo>
                  <a:pt x="2151293" y="118671"/>
                </a:lnTo>
                <a:lnTo>
                  <a:pt x="2161839" y="97095"/>
                </a:lnTo>
                <a:lnTo>
                  <a:pt x="2172385" y="97095"/>
                </a:lnTo>
                <a:lnTo>
                  <a:pt x="2193478" y="75521"/>
                </a:lnTo>
                <a:lnTo>
                  <a:pt x="2225116" y="53936"/>
                </a:lnTo>
                <a:lnTo>
                  <a:pt x="2235663" y="43149"/>
                </a:lnTo>
                <a:lnTo>
                  <a:pt x="2235663" y="21573"/>
                </a:lnTo>
                <a:lnTo>
                  <a:pt x="2246209" y="10786"/>
                </a:lnTo>
                <a:lnTo>
                  <a:pt x="2256755" y="10786"/>
                </a:lnTo>
                <a:lnTo>
                  <a:pt x="2277818" y="0"/>
                </a:lnTo>
                <a:lnTo>
                  <a:pt x="2267302" y="0"/>
                </a:lnTo>
              </a:path>
            </a:pathLst>
          </a:custGeom>
          <a:ln w="536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4864244" y="3125434"/>
            <a:ext cx="696595" cy="1424305"/>
          </a:xfrm>
          <a:custGeom>
            <a:avLst/>
            <a:gdLst/>
            <a:ahLst/>
            <a:cxnLst/>
            <a:rect l="l" t="t" r="r" b="b"/>
            <a:pathLst>
              <a:path w="696595" h="1424304">
                <a:moveTo>
                  <a:pt x="0" y="1424144"/>
                </a:moveTo>
                <a:lnTo>
                  <a:pt x="10546" y="1402559"/>
                </a:lnTo>
                <a:lnTo>
                  <a:pt x="21092" y="1391772"/>
                </a:lnTo>
                <a:lnTo>
                  <a:pt x="31638" y="1380985"/>
                </a:lnTo>
                <a:lnTo>
                  <a:pt x="21092" y="1380985"/>
                </a:lnTo>
                <a:lnTo>
                  <a:pt x="31638" y="1380985"/>
                </a:lnTo>
                <a:lnTo>
                  <a:pt x="42185" y="1359409"/>
                </a:lnTo>
                <a:lnTo>
                  <a:pt x="31638" y="1359409"/>
                </a:lnTo>
                <a:lnTo>
                  <a:pt x="42185" y="1348610"/>
                </a:lnTo>
                <a:lnTo>
                  <a:pt x="31638" y="1337823"/>
                </a:lnTo>
                <a:lnTo>
                  <a:pt x="42185" y="1327037"/>
                </a:lnTo>
                <a:lnTo>
                  <a:pt x="52701" y="1316250"/>
                </a:lnTo>
                <a:lnTo>
                  <a:pt x="73823" y="1294677"/>
                </a:lnTo>
                <a:lnTo>
                  <a:pt x="84370" y="1294677"/>
                </a:lnTo>
                <a:lnTo>
                  <a:pt x="73823" y="1294677"/>
                </a:lnTo>
                <a:lnTo>
                  <a:pt x="94886" y="1273091"/>
                </a:lnTo>
                <a:lnTo>
                  <a:pt x="84370" y="1262301"/>
                </a:lnTo>
                <a:lnTo>
                  <a:pt x="105432" y="1240728"/>
                </a:lnTo>
                <a:lnTo>
                  <a:pt x="105432" y="1229941"/>
                </a:lnTo>
                <a:lnTo>
                  <a:pt x="105432" y="1208356"/>
                </a:lnTo>
                <a:lnTo>
                  <a:pt x="116009" y="1208356"/>
                </a:lnTo>
                <a:lnTo>
                  <a:pt x="105432" y="1208356"/>
                </a:lnTo>
                <a:lnTo>
                  <a:pt x="116009" y="1197569"/>
                </a:lnTo>
                <a:lnTo>
                  <a:pt x="105432" y="1197569"/>
                </a:lnTo>
                <a:lnTo>
                  <a:pt x="116009" y="1175993"/>
                </a:lnTo>
                <a:lnTo>
                  <a:pt x="137071" y="1154420"/>
                </a:lnTo>
                <a:lnTo>
                  <a:pt x="137071" y="1143621"/>
                </a:lnTo>
                <a:lnTo>
                  <a:pt x="126525" y="1143621"/>
                </a:lnTo>
                <a:lnTo>
                  <a:pt x="137071" y="1132834"/>
                </a:lnTo>
                <a:lnTo>
                  <a:pt x="158164" y="1100474"/>
                </a:lnTo>
                <a:lnTo>
                  <a:pt x="168710" y="1089684"/>
                </a:lnTo>
                <a:lnTo>
                  <a:pt x="158164" y="1089684"/>
                </a:lnTo>
                <a:lnTo>
                  <a:pt x="179256" y="1057312"/>
                </a:lnTo>
                <a:lnTo>
                  <a:pt x="168710" y="1057312"/>
                </a:lnTo>
                <a:lnTo>
                  <a:pt x="179256" y="1057312"/>
                </a:lnTo>
                <a:lnTo>
                  <a:pt x="168710" y="1046525"/>
                </a:lnTo>
                <a:lnTo>
                  <a:pt x="189802" y="1024952"/>
                </a:lnTo>
                <a:lnTo>
                  <a:pt x="200349" y="1014166"/>
                </a:lnTo>
                <a:lnTo>
                  <a:pt x="210895" y="1003367"/>
                </a:lnTo>
                <a:lnTo>
                  <a:pt x="231987" y="992580"/>
                </a:lnTo>
                <a:lnTo>
                  <a:pt x="221441" y="981790"/>
                </a:lnTo>
                <a:lnTo>
                  <a:pt x="210895" y="981790"/>
                </a:lnTo>
                <a:lnTo>
                  <a:pt x="221441" y="971004"/>
                </a:lnTo>
                <a:lnTo>
                  <a:pt x="210895" y="960217"/>
                </a:lnTo>
                <a:lnTo>
                  <a:pt x="210895" y="949430"/>
                </a:lnTo>
                <a:lnTo>
                  <a:pt x="200349" y="927845"/>
                </a:lnTo>
                <a:lnTo>
                  <a:pt x="200349" y="917058"/>
                </a:lnTo>
                <a:lnTo>
                  <a:pt x="210895" y="906271"/>
                </a:lnTo>
                <a:lnTo>
                  <a:pt x="210895" y="884695"/>
                </a:lnTo>
                <a:lnTo>
                  <a:pt x="200349" y="884695"/>
                </a:lnTo>
                <a:lnTo>
                  <a:pt x="210895" y="884695"/>
                </a:lnTo>
                <a:lnTo>
                  <a:pt x="200349" y="873896"/>
                </a:lnTo>
                <a:lnTo>
                  <a:pt x="200349" y="852323"/>
                </a:lnTo>
                <a:lnTo>
                  <a:pt x="189802" y="841536"/>
                </a:lnTo>
                <a:lnTo>
                  <a:pt x="189802" y="809173"/>
                </a:lnTo>
                <a:lnTo>
                  <a:pt x="200349" y="798374"/>
                </a:lnTo>
                <a:lnTo>
                  <a:pt x="200349" y="776801"/>
                </a:lnTo>
                <a:lnTo>
                  <a:pt x="210895" y="766014"/>
                </a:lnTo>
                <a:lnTo>
                  <a:pt x="221441" y="766014"/>
                </a:lnTo>
                <a:lnTo>
                  <a:pt x="200349" y="744441"/>
                </a:lnTo>
                <a:lnTo>
                  <a:pt x="210895" y="744441"/>
                </a:lnTo>
                <a:lnTo>
                  <a:pt x="200349" y="744441"/>
                </a:lnTo>
                <a:lnTo>
                  <a:pt x="210895" y="733642"/>
                </a:lnTo>
                <a:lnTo>
                  <a:pt x="221441" y="722855"/>
                </a:lnTo>
                <a:lnTo>
                  <a:pt x="221441" y="701279"/>
                </a:lnTo>
                <a:lnTo>
                  <a:pt x="210895" y="690492"/>
                </a:lnTo>
                <a:lnTo>
                  <a:pt x="221441" y="679706"/>
                </a:lnTo>
                <a:lnTo>
                  <a:pt x="231987" y="668907"/>
                </a:lnTo>
                <a:lnTo>
                  <a:pt x="210895" y="647321"/>
                </a:lnTo>
                <a:lnTo>
                  <a:pt x="210895" y="625773"/>
                </a:lnTo>
                <a:lnTo>
                  <a:pt x="200349" y="625773"/>
                </a:lnTo>
                <a:lnTo>
                  <a:pt x="210895" y="614983"/>
                </a:lnTo>
                <a:lnTo>
                  <a:pt x="210895" y="593373"/>
                </a:lnTo>
                <a:lnTo>
                  <a:pt x="210895" y="571824"/>
                </a:lnTo>
                <a:lnTo>
                  <a:pt x="200349" y="571824"/>
                </a:lnTo>
                <a:lnTo>
                  <a:pt x="210895" y="561034"/>
                </a:lnTo>
                <a:lnTo>
                  <a:pt x="221441" y="550244"/>
                </a:lnTo>
                <a:lnTo>
                  <a:pt x="210895" y="550244"/>
                </a:lnTo>
                <a:lnTo>
                  <a:pt x="231987" y="528665"/>
                </a:lnTo>
                <a:lnTo>
                  <a:pt x="231987" y="517875"/>
                </a:lnTo>
                <a:lnTo>
                  <a:pt x="242534" y="507086"/>
                </a:lnTo>
                <a:lnTo>
                  <a:pt x="253080" y="496296"/>
                </a:lnTo>
                <a:lnTo>
                  <a:pt x="253080" y="474716"/>
                </a:lnTo>
                <a:lnTo>
                  <a:pt x="263626" y="474716"/>
                </a:lnTo>
                <a:lnTo>
                  <a:pt x="253080" y="463927"/>
                </a:lnTo>
                <a:lnTo>
                  <a:pt x="253080" y="453137"/>
                </a:lnTo>
                <a:lnTo>
                  <a:pt x="263626" y="442347"/>
                </a:lnTo>
                <a:lnTo>
                  <a:pt x="263626" y="431558"/>
                </a:lnTo>
                <a:lnTo>
                  <a:pt x="263626" y="420768"/>
                </a:lnTo>
                <a:lnTo>
                  <a:pt x="274173" y="409978"/>
                </a:lnTo>
                <a:lnTo>
                  <a:pt x="284719" y="399188"/>
                </a:lnTo>
                <a:lnTo>
                  <a:pt x="274173" y="399188"/>
                </a:lnTo>
                <a:lnTo>
                  <a:pt x="284719" y="388399"/>
                </a:lnTo>
                <a:lnTo>
                  <a:pt x="305811" y="366819"/>
                </a:lnTo>
                <a:lnTo>
                  <a:pt x="305811" y="345240"/>
                </a:lnTo>
                <a:lnTo>
                  <a:pt x="316358" y="345240"/>
                </a:lnTo>
                <a:lnTo>
                  <a:pt x="326904" y="334450"/>
                </a:lnTo>
                <a:lnTo>
                  <a:pt x="337450" y="312871"/>
                </a:lnTo>
                <a:lnTo>
                  <a:pt x="347997" y="302081"/>
                </a:lnTo>
                <a:lnTo>
                  <a:pt x="369089" y="280501"/>
                </a:lnTo>
                <a:lnTo>
                  <a:pt x="390182" y="258922"/>
                </a:lnTo>
                <a:lnTo>
                  <a:pt x="390182" y="248132"/>
                </a:lnTo>
                <a:lnTo>
                  <a:pt x="400728" y="237343"/>
                </a:lnTo>
                <a:lnTo>
                  <a:pt x="411274" y="237343"/>
                </a:lnTo>
                <a:lnTo>
                  <a:pt x="421820" y="226553"/>
                </a:lnTo>
                <a:lnTo>
                  <a:pt x="432367" y="215794"/>
                </a:lnTo>
                <a:lnTo>
                  <a:pt x="442913" y="205004"/>
                </a:lnTo>
                <a:lnTo>
                  <a:pt x="453459" y="194184"/>
                </a:lnTo>
                <a:lnTo>
                  <a:pt x="463975" y="183394"/>
                </a:lnTo>
                <a:lnTo>
                  <a:pt x="474552" y="172604"/>
                </a:lnTo>
                <a:lnTo>
                  <a:pt x="485098" y="172604"/>
                </a:lnTo>
                <a:lnTo>
                  <a:pt x="495614" y="161845"/>
                </a:lnTo>
                <a:lnTo>
                  <a:pt x="506161" y="151056"/>
                </a:lnTo>
                <a:lnTo>
                  <a:pt x="516737" y="151056"/>
                </a:lnTo>
                <a:lnTo>
                  <a:pt x="527283" y="140266"/>
                </a:lnTo>
                <a:lnTo>
                  <a:pt x="537799" y="129445"/>
                </a:lnTo>
                <a:lnTo>
                  <a:pt x="548346" y="118686"/>
                </a:lnTo>
                <a:lnTo>
                  <a:pt x="558892" y="118686"/>
                </a:lnTo>
                <a:lnTo>
                  <a:pt x="569438" y="97107"/>
                </a:lnTo>
                <a:lnTo>
                  <a:pt x="579985" y="97107"/>
                </a:lnTo>
                <a:lnTo>
                  <a:pt x="601077" y="75528"/>
                </a:lnTo>
                <a:lnTo>
                  <a:pt x="611623" y="75528"/>
                </a:lnTo>
                <a:lnTo>
                  <a:pt x="622170" y="64738"/>
                </a:lnTo>
                <a:lnTo>
                  <a:pt x="632716" y="53948"/>
                </a:lnTo>
                <a:lnTo>
                  <a:pt x="643262" y="43158"/>
                </a:lnTo>
                <a:lnTo>
                  <a:pt x="674901" y="21579"/>
                </a:lnTo>
                <a:lnTo>
                  <a:pt x="685447" y="10789"/>
                </a:lnTo>
                <a:lnTo>
                  <a:pt x="695994" y="0"/>
                </a:lnTo>
              </a:path>
            </a:pathLst>
          </a:custGeom>
          <a:ln w="529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4368599" y="2650717"/>
            <a:ext cx="1255395" cy="474980"/>
          </a:xfrm>
          <a:custGeom>
            <a:avLst/>
            <a:gdLst/>
            <a:ahLst/>
            <a:cxnLst/>
            <a:rect l="l" t="t" r="r" b="b"/>
            <a:pathLst>
              <a:path w="1255395" h="474980">
                <a:moveTo>
                  <a:pt x="1191638" y="474716"/>
                </a:moveTo>
                <a:lnTo>
                  <a:pt x="1191638" y="474716"/>
                </a:lnTo>
                <a:lnTo>
                  <a:pt x="1254916" y="409978"/>
                </a:lnTo>
                <a:lnTo>
                  <a:pt x="1254916" y="377609"/>
                </a:lnTo>
                <a:lnTo>
                  <a:pt x="1244370" y="366819"/>
                </a:lnTo>
                <a:lnTo>
                  <a:pt x="1233824" y="356029"/>
                </a:lnTo>
                <a:lnTo>
                  <a:pt x="1233824" y="334450"/>
                </a:lnTo>
                <a:lnTo>
                  <a:pt x="1223277" y="334450"/>
                </a:lnTo>
                <a:lnTo>
                  <a:pt x="1212731" y="323660"/>
                </a:lnTo>
                <a:lnTo>
                  <a:pt x="1202185" y="323660"/>
                </a:lnTo>
                <a:lnTo>
                  <a:pt x="1191638" y="312871"/>
                </a:lnTo>
                <a:lnTo>
                  <a:pt x="1181092" y="312871"/>
                </a:lnTo>
                <a:lnTo>
                  <a:pt x="1170546" y="302081"/>
                </a:lnTo>
                <a:lnTo>
                  <a:pt x="1160000" y="291291"/>
                </a:lnTo>
                <a:lnTo>
                  <a:pt x="1149453" y="291291"/>
                </a:lnTo>
                <a:lnTo>
                  <a:pt x="1138907" y="291291"/>
                </a:lnTo>
                <a:lnTo>
                  <a:pt x="1128361" y="291291"/>
                </a:lnTo>
                <a:lnTo>
                  <a:pt x="1117815" y="291291"/>
                </a:lnTo>
                <a:lnTo>
                  <a:pt x="1107268" y="291291"/>
                </a:lnTo>
                <a:lnTo>
                  <a:pt x="1096722" y="280501"/>
                </a:lnTo>
                <a:lnTo>
                  <a:pt x="1086176" y="269743"/>
                </a:lnTo>
                <a:lnTo>
                  <a:pt x="1075629" y="269743"/>
                </a:lnTo>
                <a:lnTo>
                  <a:pt x="1065083" y="258922"/>
                </a:lnTo>
                <a:lnTo>
                  <a:pt x="1001805" y="258922"/>
                </a:lnTo>
                <a:lnTo>
                  <a:pt x="991259" y="248132"/>
                </a:lnTo>
                <a:lnTo>
                  <a:pt x="980743" y="248132"/>
                </a:lnTo>
                <a:lnTo>
                  <a:pt x="970197" y="248132"/>
                </a:lnTo>
                <a:lnTo>
                  <a:pt x="959620" y="248132"/>
                </a:lnTo>
                <a:lnTo>
                  <a:pt x="949104" y="248132"/>
                </a:lnTo>
                <a:lnTo>
                  <a:pt x="938558" y="237343"/>
                </a:lnTo>
                <a:lnTo>
                  <a:pt x="928012" y="237343"/>
                </a:lnTo>
                <a:lnTo>
                  <a:pt x="917465" y="237343"/>
                </a:lnTo>
                <a:lnTo>
                  <a:pt x="906919" y="237343"/>
                </a:lnTo>
                <a:lnTo>
                  <a:pt x="896373" y="226584"/>
                </a:lnTo>
                <a:lnTo>
                  <a:pt x="885827" y="226584"/>
                </a:lnTo>
                <a:lnTo>
                  <a:pt x="875280" y="226584"/>
                </a:lnTo>
                <a:lnTo>
                  <a:pt x="864734" y="215794"/>
                </a:lnTo>
                <a:lnTo>
                  <a:pt x="854188" y="215794"/>
                </a:lnTo>
                <a:lnTo>
                  <a:pt x="843641" y="215794"/>
                </a:lnTo>
                <a:lnTo>
                  <a:pt x="833095" y="215794"/>
                </a:lnTo>
                <a:lnTo>
                  <a:pt x="822549" y="205004"/>
                </a:lnTo>
                <a:lnTo>
                  <a:pt x="769818" y="205004"/>
                </a:lnTo>
                <a:lnTo>
                  <a:pt x="759271" y="183394"/>
                </a:lnTo>
                <a:lnTo>
                  <a:pt x="748725" y="183394"/>
                </a:lnTo>
                <a:lnTo>
                  <a:pt x="738179" y="183394"/>
                </a:lnTo>
                <a:lnTo>
                  <a:pt x="727632" y="172635"/>
                </a:lnTo>
                <a:lnTo>
                  <a:pt x="664355" y="172635"/>
                </a:lnTo>
                <a:lnTo>
                  <a:pt x="653808" y="161845"/>
                </a:lnTo>
                <a:lnTo>
                  <a:pt x="643262" y="161845"/>
                </a:lnTo>
                <a:lnTo>
                  <a:pt x="632716" y="161845"/>
                </a:lnTo>
                <a:lnTo>
                  <a:pt x="622170" y="151056"/>
                </a:lnTo>
                <a:lnTo>
                  <a:pt x="611653" y="140266"/>
                </a:lnTo>
                <a:lnTo>
                  <a:pt x="601077" y="140266"/>
                </a:lnTo>
                <a:lnTo>
                  <a:pt x="590531" y="140266"/>
                </a:lnTo>
                <a:lnTo>
                  <a:pt x="527283" y="140266"/>
                </a:lnTo>
                <a:lnTo>
                  <a:pt x="516737" y="129476"/>
                </a:lnTo>
                <a:lnTo>
                  <a:pt x="506191" y="129476"/>
                </a:lnTo>
                <a:lnTo>
                  <a:pt x="495644" y="118686"/>
                </a:lnTo>
                <a:lnTo>
                  <a:pt x="485098" y="118686"/>
                </a:lnTo>
                <a:lnTo>
                  <a:pt x="474552" y="118686"/>
                </a:lnTo>
                <a:lnTo>
                  <a:pt x="464006" y="118686"/>
                </a:lnTo>
                <a:lnTo>
                  <a:pt x="453459" y="118686"/>
                </a:lnTo>
                <a:lnTo>
                  <a:pt x="442913" y="107897"/>
                </a:lnTo>
                <a:lnTo>
                  <a:pt x="379635" y="107897"/>
                </a:lnTo>
                <a:lnTo>
                  <a:pt x="369089" y="97107"/>
                </a:lnTo>
                <a:lnTo>
                  <a:pt x="358543" y="97107"/>
                </a:lnTo>
                <a:lnTo>
                  <a:pt x="347997" y="97107"/>
                </a:lnTo>
                <a:lnTo>
                  <a:pt x="337450" y="97107"/>
                </a:lnTo>
                <a:lnTo>
                  <a:pt x="326904" y="86317"/>
                </a:lnTo>
                <a:lnTo>
                  <a:pt x="316358" y="86317"/>
                </a:lnTo>
                <a:lnTo>
                  <a:pt x="305811" y="86317"/>
                </a:lnTo>
                <a:lnTo>
                  <a:pt x="295265" y="86317"/>
                </a:lnTo>
                <a:lnTo>
                  <a:pt x="284719" y="75528"/>
                </a:lnTo>
                <a:lnTo>
                  <a:pt x="274173" y="75528"/>
                </a:lnTo>
                <a:lnTo>
                  <a:pt x="263626" y="64738"/>
                </a:lnTo>
                <a:lnTo>
                  <a:pt x="253080" y="64738"/>
                </a:lnTo>
                <a:lnTo>
                  <a:pt x="242534" y="64738"/>
                </a:lnTo>
                <a:lnTo>
                  <a:pt x="231987" y="64738"/>
                </a:lnTo>
                <a:lnTo>
                  <a:pt x="221441" y="64738"/>
                </a:lnTo>
                <a:lnTo>
                  <a:pt x="210925" y="53948"/>
                </a:lnTo>
                <a:lnTo>
                  <a:pt x="200349" y="53948"/>
                </a:lnTo>
                <a:lnTo>
                  <a:pt x="189802" y="43158"/>
                </a:lnTo>
                <a:lnTo>
                  <a:pt x="179256" y="43158"/>
                </a:lnTo>
                <a:lnTo>
                  <a:pt x="168740" y="43158"/>
                </a:lnTo>
                <a:lnTo>
                  <a:pt x="158164" y="43158"/>
                </a:lnTo>
                <a:lnTo>
                  <a:pt x="147617" y="43158"/>
                </a:lnTo>
                <a:lnTo>
                  <a:pt x="137101" y="43158"/>
                </a:lnTo>
                <a:lnTo>
                  <a:pt x="126555" y="32369"/>
                </a:lnTo>
                <a:lnTo>
                  <a:pt x="116009" y="32369"/>
                </a:lnTo>
                <a:lnTo>
                  <a:pt x="105432" y="32369"/>
                </a:lnTo>
                <a:lnTo>
                  <a:pt x="94916" y="32369"/>
                </a:lnTo>
                <a:lnTo>
                  <a:pt x="84370" y="21579"/>
                </a:lnTo>
                <a:lnTo>
                  <a:pt x="73823" y="21579"/>
                </a:lnTo>
                <a:lnTo>
                  <a:pt x="63277" y="21579"/>
                </a:lnTo>
                <a:lnTo>
                  <a:pt x="52731" y="10789"/>
                </a:lnTo>
                <a:lnTo>
                  <a:pt x="42185" y="10789"/>
                </a:lnTo>
                <a:lnTo>
                  <a:pt x="31638" y="10789"/>
                </a:lnTo>
                <a:lnTo>
                  <a:pt x="21092" y="10789"/>
                </a:lnTo>
                <a:lnTo>
                  <a:pt x="10546" y="0"/>
                </a:lnTo>
                <a:lnTo>
                  <a:pt x="0" y="0"/>
                </a:lnTo>
              </a:path>
            </a:pathLst>
          </a:custGeom>
          <a:ln w="537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4178766" y="2273108"/>
            <a:ext cx="189865" cy="377825"/>
          </a:xfrm>
          <a:custGeom>
            <a:avLst/>
            <a:gdLst/>
            <a:ahLst/>
            <a:cxnLst/>
            <a:rect l="l" t="t" r="r" b="b"/>
            <a:pathLst>
              <a:path w="189864" h="377825">
                <a:moveTo>
                  <a:pt x="189833" y="377609"/>
                </a:moveTo>
                <a:lnTo>
                  <a:pt x="168740" y="356029"/>
                </a:lnTo>
                <a:lnTo>
                  <a:pt x="179286" y="356029"/>
                </a:lnTo>
                <a:lnTo>
                  <a:pt x="168740" y="356029"/>
                </a:lnTo>
                <a:lnTo>
                  <a:pt x="158194" y="345240"/>
                </a:lnTo>
                <a:lnTo>
                  <a:pt x="137101" y="323660"/>
                </a:lnTo>
                <a:lnTo>
                  <a:pt x="137101" y="312871"/>
                </a:lnTo>
                <a:lnTo>
                  <a:pt x="116009" y="291291"/>
                </a:lnTo>
                <a:lnTo>
                  <a:pt x="126555" y="291291"/>
                </a:lnTo>
                <a:lnTo>
                  <a:pt x="116009" y="291291"/>
                </a:lnTo>
                <a:lnTo>
                  <a:pt x="126555" y="291291"/>
                </a:lnTo>
                <a:lnTo>
                  <a:pt x="116009" y="280501"/>
                </a:lnTo>
                <a:lnTo>
                  <a:pt x="105462" y="269712"/>
                </a:lnTo>
                <a:lnTo>
                  <a:pt x="94916" y="258922"/>
                </a:lnTo>
                <a:lnTo>
                  <a:pt x="84370" y="248132"/>
                </a:lnTo>
                <a:lnTo>
                  <a:pt x="63277" y="226553"/>
                </a:lnTo>
                <a:lnTo>
                  <a:pt x="63277" y="215763"/>
                </a:lnTo>
                <a:lnTo>
                  <a:pt x="52731" y="204973"/>
                </a:lnTo>
                <a:lnTo>
                  <a:pt x="31638" y="183425"/>
                </a:lnTo>
                <a:lnTo>
                  <a:pt x="31638" y="172635"/>
                </a:lnTo>
                <a:lnTo>
                  <a:pt x="21092" y="161814"/>
                </a:lnTo>
                <a:lnTo>
                  <a:pt x="10546" y="151025"/>
                </a:lnTo>
                <a:lnTo>
                  <a:pt x="0" y="140266"/>
                </a:lnTo>
                <a:lnTo>
                  <a:pt x="0" y="129476"/>
                </a:lnTo>
                <a:lnTo>
                  <a:pt x="0" y="118686"/>
                </a:lnTo>
                <a:lnTo>
                  <a:pt x="10546" y="86317"/>
                </a:lnTo>
                <a:lnTo>
                  <a:pt x="21092" y="64738"/>
                </a:lnTo>
                <a:lnTo>
                  <a:pt x="10546" y="53948"/>
                </a:lnTo>
                <a:lnTo>
                  <a:pt x="21092" y="43158"/>
                </a:lnTo>
                <a:lnTo>
                  <a:pt x="42185" y="0"/>
                </a:lnTo>
              </a:path>
            </a:pathLst>
          </a:custGeom>
          <a:ln w="529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 txBox="1"/>
          <p:nvPr/>
        </p:nvSpPr>
        <p:spPr>
          <a:xfrm>
            <a:off x="1837339" y="3131199"/>
            <a:ext cx="257810" cy="198183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972185" algn="l"/>
              </a:tabLst>
            </a:pPr>
            <a:r>
              <a:rPr sz="1800" spc="25" dirty="0">
                <a:latin typeface="Arial"/>
                <a:cs typeface="Arial"/>
              </a:rPr>
              <a:t>V</a:t>
            </a:r>
            <a:r>
              <a:rPr sz="1800" spc="-25" dirty="0">
                <a:latin typeface="Arial"/>
                <a:cs typeface="Arial"/>
              </a:rPr>
              <a:t>e</a:t>
            </a:r>
            <a:r>
              <a:rPr sz="1800" spc="5" dirty="0">
                <a:latin typeface="Arial"/>
                <a:cs typeface="Arial"/>
              </a:rPr>
              <a:t>l</a:t>
            </a:r>
            <a:r>
              <a:rPr sz="1800" spc="-25" dirty="0">
                <a:latin typeface="Arial"/>
                <a:cs typeface="Arial"/>
              </a:rPr>
              <a:t>o</a:t>
            </a:r>
            <a:r>
              <a:rPr sz="1800" dirty="0">
                <a:latin typeface="Arial"/>
                <a:cs typeface="Arial"/>
              </a:rPr>
              <a:t>c</a:t>
            </a:r>
            <a:r>
              <a:rPr sz="1800" spc="5" dirty="0">
                <a:latin typeface="Arial"/>
                <a:cs typeface="Arial"/>
              </a:rPr>
              <a:t>i</a:t>
            </a:r>
            <a:r>
              <a:rPr sz="1800" spc="-10" dirty="0">
                <a:latin typeface="Arial"/>
                <a:cs typeface="Arial"/>
              </a:rPr>
              <a:t>t</a:t>
            </a:r>
            <a:r>
              <a:rPr sz="1800" dirty="0">
                <a:latin typeface="Arial"/>
                <a:cs typeface="Arial"/>
              </a:rPr>
              <a:t>y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30" dirty="0">
                <a:latin typeface="Arial"/>
                <a:cs typeface="Arial"/>
              </a:rPr>
              <a:t>(</a:t>
            </a:r>
            <a:r>
              <a:rPr sz="1800" dirty="0">
                <a:latin typeface="Arial"/>
                <a:cs typeface="Arial"/>
              </a:rPr>
              <a:t>k</a:t>
            </a:r>
            <a:r>
              <a:rPr sz="1800" spc="-30" dirty="0">
                <a:latin typeface="Arial"/>
                <a:cs typeface="Arial"/>
              </a:rPr>
              <a:t>m</a:t>
            </a:r>
            <a:r>
              <a:rPr sz="1800" spc="-10" dirty="0">
                <a:latin typeface="Arial"/>
                <a:cs typeface="Arial"/>
              </a:rPr>
              <a:t>/</a:t>
            </a:r>
            <a:r>
              <a:rPr sz="1800" spc="-25" dirty="0">
                <a:latin typeface="Arial"/>
                <a:cs typeface="Arial"/>
              </a:rPr>
              <a:t>hou</a:t>
            </a:r>
            <a:r>
              <a:rPr sz="1800" spc="-30" dirty="0">
                <a:latin typeface="Arial"/>
                <a:cs typeface="Arial"/>
              </a:rPr>
              <a:t>r</a:t>
            </a:r>
            <a:r>
              <a:rPr sz="1800" dirty="0"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1" name="object 101"/>
          <p:cNvSpPr/>
          <p:nvPr/>
        </p:nvSpPr>
        <p:spPr>
          <a:xfrm>
            <a:off x="3286749" y="2100590"/>
            <a:ext cx="1498600" cy="1071880"/>
          </a:xfrm>
          <a:custGeom>
            <a:avLst/>
            <a:gdLst/>
            <a:ahLst/>
            <a:cxnLst/>
            <a:rect l="l" t="t" r="r" b="b"/>
            <a:pathLst>
              <a:path w="1498600" h="1071880">
                <a:moveTo>
                  <a:pt x="749320" y="0"/>
                </a:moveTo>
                <a:lnTo>
                  <a:pt x="687861" y="1776"/>
                </a:lnTo>
                <a:lnTo>
                  <a:pt x="627771" y="7014"/>
                </a:lnTo>
                <a:lnTo>
                  <a:pt x="569243" y="15575"/>
                </a:lnTo>
                <a:lnTo>
                  <a:pt x="512469" y="27321"/>
                </a:lnTo>
                <a:lnTo>
                  <a:pt x="457642" y="42115"/>
                </a:lnTo>
                <a:lnTo>
                  <a:pt x="404955" y="59818"/>
                </a:lnTo>
                <a:lnTo>
                  <a:pt x="354601" y="80293"/>
                </a:lnTo>
                <a:lnTo>
                  <a:pt x="306773" y="103401"/>
                </a:lnTo>
                <a:lnTo>
                  <a:pt x="261662" y="129006"/>
                </a:lnTo>
                <a:lnTo>
                  <a:pt x="219463" y="156968"/>
                </a:lnTo>
                <a:lnTo>
                  <a:pt x="180368" y="187150"/>
                </a:lnTo>
                <a:lnTo>
                  <a:pt x="144569" y="219414"/>
                </a:lnTo>
                <a:lnTo>
                  <a:pt x="112260" y="253622"/>
                </a:lnTo>
                <a:lnTo>
                  <a:pt x="83634" y="289636"/>
                </a:lnTo>
                <a:lnTo>
                  <a:pt x="58882" y="327319"/>
                </a:lnTo>
                <a:lnTo>
                  <a:pt x="38198" y="366532"/>
                </a:lnTo>
                <a:lnTo>
                  <a:pt x="21776" y="407137"/>
                </a:lnTo>
                <a:lnTo>
                  <a:pt x="9806" y="448997"/>
                </a:lnTo>
                <a:lnTo>
                  <a:pt x="2483" y="491974"/>
                </a:lnTo>
                <a:lnTo>
                  <a:pt x="0" y="535929"/>
                </a:lnTo>
                <a:lnTo>
                  <a:pt x="2483" y="579885"/>
                </a:lnTo>
                <a:lnTo>
                  <a:pt x="9806" y="622861"/>
                </a:lnTo>
                <a:lnTo>
                  <a:pt x="21776" y="664721"/>
                </a:lnTo>
                <a:lnTo>
                  <a:pt x="38198" y="705327"/>
                </a:lnTo>
                <a:lnTo>
                  <a:pt x="58882" y="744540"/>
                </a:lnTo>
                <a:lnTo>
                  <a:pt x="83634" y="782222"/>
                </a:lnTo>
                <a:lnTo>
                  <a:pt x="112260" y="818237"/>
                </a:lnTo>
                <a:lnTo>
                  <a:pt x="144569" y="852445"/>
                </a:lnTo>
                <a:lnTo>
                  <a:pt x="180368" y="884709"/>
                </a:lnTo>
                <a:lnTo>
                  <a:pt x="219463" y="914891"/>
                </a:lnTo>
                <a:lnTo>
                  <a:pt x="261662" y="942853"/>
                </a:lnTo>
                <a:lnTo>
                  <a:pt x="306773" y="968457"/>
                </a:lnTo>
                <a:lnTo>
                  <a:pt x="354601" y="991566"/>
                </a:lnTo>
                <a:lnTo>
                  <a:pt x="404955" y="1012041"/>
                </a:lnTo>
                <a:lnTo>
                  <a:pt x="457642" y="1029744"/>
                </a:lnTo>
                <a:lnTo>
                  <a:pt x="512469" y="1044538"/>
                </a:lnTo>
                <a:lnTo>
                  <a:pt x="569243" y="1056284"/>
                </a:lnTo>
                <a:lnTo>
                  <a:pt x="627771" y="1064845"/>
                </a:lnTo>
                <a:lnTo>
                  <a:pt x="687861" y="1070083"/>
                </a:lnTo>
                <a:lnTo>
                  <a:pt x="749320" y="1071859"/>
                </a:lnTo>
                <a:lnTo>
                  <a:pt x="810774" y="1070083"/>
                </a:lnTo>
                <a:lnTo>
                  <a:pt x="870860" y="1064845"/>
                </a:lnTo>
                <a:lnTo>
                  <a:pt x="929385" y="1056284"/>
                </a:lnTo>
                <a:lnTo>
                  <a:pt x="986155" y="1044538"/>
                </a:lnTo>
                <a:lnTo>
                  <a:pt x="1040980" y="1029744"/>
                </a:lnTo>
                <a:lnTo>
                  <a:pt x="1093664" y="1012041"/>
                </a:lnTo>
                <a:lnTo>
                  <a:pt x="1144016" y="991566"/>
                </a:lnTo>
                <a:lnTo>
                  <a:pt x="1191843" y="968457"/>
                </a:lnTo>
                <a:lnTo>
                  <a:pt x="1236952" y="942853"/>
                </a:lnTo>
                <a:lnTo>
                  <a:pt x="1279150" y="914891"/>
                </a:lnTo>
                <a:lnTo>
                  <a:pt x="1318244" y="884709"/>
                </a:lnTo>
                <a:lnTo>
                  <a:pt x="1354042" y="852445"/>
                </a:lnTo>
                <a:lnTo>
                  <a:pt x="1386350" y="818237"/>
                </a:lnTo>
                <a:lnTo>
                  <a:pt x="1414976" y="782222"/>
                </a:lnTo>
                <a:lnTo>
                  <a:pt x="1439728" y="744540"/>
                </a:lnTo>
                <a:lnTo>
                  <a:pt x="1460411" y="705327"/>
                </a:lnTo>
                <a:lnTo>
                  <a:pt x="1476834" y="664721"/>
                </a:lnTo>
                <a:lnTo>
                  <a:pt x="1488803" y="622861"/>
                </a:lnTo>
                <a:lnTo>
                  <a:pt x="1496126" y="579885"/>
                </a:lnTo>
                <a:lnTo>
                  <a:pt x="1498610" y="535929"/>
                </a:lnTo>
                <a:lnTo>
                  <a:pt x="1496126" y="491974"/>
                </a:lnTo>
                <a:lnTo>
                  <a:pt x="1488803" y="448997"/>
                </a:lnTo>
                <a:lnTo>
                  <a:pt x="1476834" y="407137"/>
                </a:lnTo>
                <a:lnTo>
                  <a:pt x="1460411" y="366532"/>
                </a:lnTo>
                <a:lnTo>
                  <a:pt x="1439728" y="327319"/>
                </a:lnTo>
                <a:lnTo>
                  <a:pt x="1414976" y="289636"/>
                </a:lnTo>
                <a:lnTo>
                  <a:pt x="1386350" y="253622"/>
                </a:lnTo>
                <a:lnTo>
                  <a:pt x="1354042" y="219414"/>
                </a:lnTo>
                <a:lnTo>
                  <a:pt x="1318244" y="187150"/>
                </a:lnTo>
                <a:lnTo>
                  <a:pt x="1279150" y="156968"/>
                </a:lnTo>
                <a:lnTo>
                  <a:pt x="1236952" y="129006"/>
                </a:lnTo>
                <a:lnTo>
                  <a:pt x="1191843" y="103401"/>
                </a:lnTo>
                <a:lnTo>
                  <a:pt x="1144016" y="80293"/>
                </a:lnTo>
                <a:lnTo>
                  <a:pt x="1093664" y="59818"/>
                </a:lnTo>
                <a:lnTo>
                  <a:pt x="1040980" y="42115"/>
                </a:lnTo>
                <a:lnTo>
                  <a:pt x="986155" y="27321"/>
                </a:lnTo>
                <a:lnTo>
                  <a:pt x="929385" y="15575"/>
                </a:lnTo>
                <a:lnTo>
                  <a:pt x="870860" y="7014"/>
                </a:lnTo>
                <a:lnTo>
                  <a:pt x="810774" y="1776"/>
                </a:lnTo>
                <a:lnTo>
                  <a:pt x="749320" y="0"/>
                </a:lnTo>
                <a:close/>
              </a:path>
            </a:pathLst>
          </a:custGeom>
          <a:noFill/>
          <a:ln w="63500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4785359" y="2529840"/>
            <a:ext cx="1501140" cy="1071880"/>
          </a:xfrm>
          <a:custGeom>
            <a:avLst/>
            <a:gdLst/>
            <a:ahLst/>
            <a:cxnLst/>
            <a:rect l="l" t="t" r="r" b="b"/>
            <a:pathLst>
              <a:path w="1501139" h="1071879">
                <a:moveTo>
                  <a:pt x="750569" y="0"/>
                </a:moveTo>
                <a:lnTo>
                  <a:pt x="689011" y="1776"/>
                </a:lnTo>
                <a:lnTo>
                  <a:pt x="628823" y="7015"/>
                </a:lnTo>
                <a:lnTo>
                  <a:pt x="570199" y="15576"/>
                </a:lnTo>
                <a:lnTo>
                  <a:pt x="513331" y="27324"/>
                </a:lnTo>
                <a:lnTo>
                  <a:pt x="458414" y="42119"/>
                </a:lnTo>
                <a:lnTo>
                  <a:pt x="405640" y="59824"/>
                </a:lnTo>
                <a:lnTo>
                  <a:pt x="355201" y="80300"/>
                </a:lnTo>
                <a:lnTo>
                  <a:pt x="307293" y="103410"/>
                </a:lnTo>
                <a:lnTo>
                  <a:pt x="262107" y="129016"/>
                </a:lnTo>
                <a:lnTo>
                  <a:pt x="219836" y="156979"/>
                </a:lnTo>
                <a:lnTo>
                  <a:pt x="180675" y="187162"/>
                </a:lnTo>
                <a:lnTo>
                  <a:pt x="144816" y="219427"/>
                </a:lnTo>
                <a:lnTo>
                  <a:pt x="112452" y="253635"/>
                </a:lnTo>
                <a:lnTo>
                  <a:pt x="83777" y="289650"/>
                </a:lnTo>
                <a:lnTo>
                  <a:pt x="58983" y="327332"/>
                </a:lnTo>
                <a:lnTo>
                  <a:pt x="38264" y="366544"/>
                </a:lnTo>
                <a:lnTo>
                  <a:pt x="21813" y="407147"/>
                </a:lnTo>
                <a:lnTo>
                  <a:pt x="9823" y="449005"/>
                </a:lnTo>
                <a:lnTo>
                  <a:pt x="2488" y="491978"/>
                </a:lnTo>
                <a:lnTo>
                  <a:pt x="0" y="535929"/>
                </a:lnTo>
                <a:lnTo>
                  <a:pt x="2488" y="579885"/>
                </a:lnTo>
                <a:lnTo>
                  <a:pt x="9823" y="622862"/>
                </a:lnTo>
                <a:lnTo>
                  <a:pt x="21813" y="664723"/>
                </a:lnTo>
                <a:lnTo>
                  <a:pt x="38264" y="705330"/>
                </a:lnTo>
                <a:lnTo>
                  <a:pt x="58983" y="744544"/>
                </a:lnTo>
                <a:lnTo>
                  <a:pt x="83777" y="782229"/>
                </a:lnTo>
                <a:lnTo>
                  <a:pt x="112452" y="818245"/>
                </a:lnTo>
                <a:lnTo>
                  <a:pt x="144816" y="852456"/>
                </a:lnTo>
                <a:lnTo>
                  <a:pt x="180675" y="884722"/>
                </a:lnTo>
                <a:lnTo>
                  <a:pt x="219836" y="914906"/>
                </a:lnTo>
                <a:lnTo>
                  <a:pt x="262107" y="942871"/>
                </a:lnTo>
                <a:lnTo>
                  <a:pt x="307293" y="968477"/>
                </a:lnTo>
                <a:lnTo>
                  <a:pt x="355201" y="991588"/>
                </a:lnTo>
                <a:lnTo>
                  <a:pt x="405640" y="1012065"/>
                </a:lnTo>
                <a:lnTo>
                  <a:pt x="458414" y="1029770"/>
                </a:lnTo>
                <a:lnTo>
                  <a:pt x="513331" y="1044565"/>
                </a:lnTo>
                <a:lnTo>
                  <a:pt x="570199" y="1056313"/>
                </a:lnTo>
                <a:lnTo>
                  <a:pt x="628823" y="1064875"/>
                </a:lnTo>
                <a:lnTo>
                  <a:pt x="689011" y="1070113"/>
                </a:lnTo>
                <a:lnTo>
                  <a:pt x="750569" y="1071890"/>
                </a:lnTo>
                <a:lnTo>
                  <a:pt x="812128" y="1070113"/>
                </a:lnTo>
                <a:lnTo>
                  <a:pt x="872316" y="1064875"/>
                </a:lnTo>
                <a:lnTo>
                  <a:pt x="930940" y="1056313"/>
                </a:lnTo>
                <a:lnTo>
                  <a:pt x="987808" y="1044565"/>
                </a:lnTo>
                <a:lnTo>
                  <a:pt x="1042725" y="1029770"/>
                </a:lnTo>
                <a:lnTo>
                  <a:pt x="1095499" y="1012065"/>
                </a:lnTo>
                <a:lnTo>
                  <a:pt x="1145938" y="991588"/>
                </a:lnTo>
                <a:lnTo>
                  <a:pt x="1193846" y="968477"/>
                </a:lnTo>
                <a:lnTo>
                  <a:pt x="1239032" y="942871"/>
                </a:lnTo>
                <a:lnTo>
                  <a:pt x="1281302" y="914906"/>
                </a:lnTo>
                <a:lnTo>
                  <a:pt x="1320464" y="884722"/>
                </a:lnTo>
                <a:lnTo>
                  <a:pt x="1356323" y="852456"/>
                </a:lnTo>
                <a:lnTo>
                  <a:pt x="1388687" y="818245"/>
                </a:lnTo>
                <a:lnTo>
                  <a:pt x="1417362" y="782229"/>
                </a:lnTo>
                <a:lnTo>
                  <a:pt x="1442156" y="744544"/>
                </a:lnTo>
                <a:lnTo>
                  <a:pt x="1462875" y="705330"/>
                </a:lnTo>
                <a:lnTo>
                  <a:pt x="1479326" y="664723"/>
                </a:lnTo>
                <a:lnTo>
                  <a:pt x="1491316" y="622862"/>
                </a:lnTo>
                <a:lnTo>
                  <a:pt x="1498651" y="579885"/>
                </a:lnTo>
                <a:lnTo>
                  <a:pt x="1501139" y="535929"/>
                </a:lnTo>
                <a:lnTo>
                  <a:pt x="1498651" y="491978"/>
                </a:lnTo>
                <a:lnTo>
                  <a:pt x="1491316" y="449005"/>
                </a:lnTo>
                <a:lnTo>
                  <a:pt x="1479326" y="407147"/>
                </a:lnTo>
                <a:lnTo>
                  <a:pt x="1462875" y="366544"/>
                </a:lnTo>
                <a:lnTo>
                  <a:pt x="1442156" y="327332"/>
                </a:lnTo>
                <a:lnTo>
                  <a:pt x="1417362" y="289650"/>
                </a:lnTo>
                <a:lnTo>
                  <a:pt x="1388687" y="253635"/>
                </a:lnTo>
                <a:lnTo>
                  <a:pt x="1356323" y="219427"/>
                </a:lnTo>
                <a:lnTo>
                  <a:pt x="1320464" y="187162"/>
                </a:lnTo>
                <a:lnTo>
                  <a:pt x="1281302" y="156979"/>
                </a:lnTo>
                <a:lnTo>
                  <a:pt x="1239032" y="129016"/>
                </a:lnTo>
                <a:lnTo>
                  <a:pt x="1193846" y="103410"/>
                </a:lnTo>
                <a:lnTo>
                  <a:pt x="1145938" y="80300"/>
                </a:lnTo>
                <a:lnTo>
                  <a:pt x="1095499" y="59824"/>
                </a:lnTo>
                <a:lnTo>
                  <a:pt x="1042725" y="42119"/>
                </a:lnTo>
                <a:lnTo>
                  <a:pt x="987808" y="27324"/>
                </a:lnTo>
                <a:lnTo>
                  <a:pt x="930940" y="15576"/>
                </a:lnTo>
                <a:lnTo>
                  <a:pt x="872316" y="7015"/>
                </a:lnTo>
                <a:lnTo>
                  <a:pt x="812128" y="1776"/>
                </a:lnTo>
                <a:lnTo>
                  <a:pt x="750569" y="0"/>
                </a:lnTo>
                <a:close/>
              </a:path>
            </a:pathLst>
          </a:custGeom>
          <a:noFill/>
          <a:ln w="63500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3070859" y="4744723"/>
            <a:ext cx="1501140" cy="1071880"/>
          </a:xfrm>
          <a:custGeom>
            <a:avLst/>
            <a:gdLst/>
            <a:ahLst/>
            <a:cxnLst/>
            <a:rect l="l" t="t" r="r" b="b"/>
            <a:pathLst>
              <a:path w="1501139" h="1071879">
                <a:moveTo>
                  <a:pt x="750569" y="0"/>
                </a:moveTo>
                <a:lnTo>
                  <a:pt x="689011" y="1776"/>
                </a:lnTo>
                <a:lnTo>
                  <a:pt x="628823" y="7014"/>
                </a:lnTo>
                <a:lnTo>
                  <a:pt x="570199" y="15575"/>
                </a:lnTo>
                <a:lnTo>
                  <a:pt x="513331" y="27322"/>
                </a:lnTo>
                <a:lnTo>
                  <a:pt x="458414" y="42116"/>
                </a:lnTo>
                <a:lnTo>
                  <a:pt x="405640" y="59820"/>
                </a:lnTo>
                <a:lnTo>
                  <a:pt x="355201" y="80295"/>
                </a:lnTo>
                <a:lnTo>
                  <a:pt x="307293" y="103404"/>
                </a:lnTo>
                <a:lnTo>
                  <a:pt x="262107" y="129009"/>
                </a:lnTo>
                <a:lnTo>
                  <a:pt x="219836" y="156972"/>
                </a:lnTo>
                <a:lnTo>
                  <a:pt x="180675" y="187154"/>
                </a:lnTo>
                <a:lnTo>
                  <a:pt x="144816" y="219419"/>
                </a:lnTo>
                <a:lnTo>
                  <a:pt x="112452" y="253628"/>
                </a:lnTo>
                <a:lnTo>
                  <a:pt x="83777" y="289642"/>
                </a:lnTo>
                <a:lnTo>
                  <a:pt x="58983" y="327325"/>
                </a:lnTo>
                <a:lnTo>
                  <a:pt x="38264" y="366539"/>
                </a:lnTo>
                <a:lnTo>
                  <a:pt x="21813" y="407144"/>
                </a:lnTo>
                <a:lnTo>
                  <a:pt x="9823" y="449004"/>
                </a:lnTo>
                <a:lnTo>
                  <a:pt x="2488" y="491980"/>
                </a:lnTo>
                <a:lnTo>
                  <a:pt x="0" y="535935"/>
                </a:lnTo>
                <a:lnTo>
                  <a:pt x="2488" y="579890"/>
                </a:lnTo>
                <a:lnTo>
                  <a:pt x="9823" y="622867"/>
                </a:lnTo>
                <a:lnTo>
                  <a:pt x="21813" y="664727"/>
                </a:lnTo>
                <a:lnTo>
                  <a:pt x="38264" y="705332"/>
                </a:lnTo>
                <a:lnTo>
                  <a:pt x="58983" y="744545"/>
                </a:lnTo>
                <a:lnTo>
                  <a:pt x="83777" y="782228"/>
                </a:lnTo>
                <a:lnTo>
                  <a:pt x="112452" y="818243"/>
                </a:lnTo>
                <a:lnTo>
                  <a:pt x="144816" y="852452"/>
                </a:lnTo>
                <a:lnTo>
                  <a:pt x="180675" y="884716"/>
                </a:lnTo>
                <a:lnTo>
                  <a:pt x="219836" y="914899"/>
                </a:lnTo>
                <a:lnTo>
                  <a:pt x="262107" y="942862"/>
                </a:lnTo>
                <a:lnTo>
                  <a:pt x="307293" y="968467"/>
                </a:lnTo>
                <a:lnTo>
                  <a:pt x="355201" y="991576"/>
                </a:lnTo>
                <a:lnTo>
                  <a:pt x="405640" y="1012051"/>
                </a:lnTo>
                <a:lnTo>
                  <a:pt x="458414" y="1029755"/>
                </a:lnTo>
                <a:lnTo>
                  <a:pt x="513331" y="1044549"/>
                </a:lnTo>
                <a:lnTo>
                  <a:pt x="570199" y="1056296"/>
                </a:lnTo>
                <a:lnTo>
                  <a:pt x="628823" y="1064857"/>
                </a:lnTo>
                <a:lnTo>
                  <a:pt x="689011" y="1070095"/>
                </a:lnTo>
                <a:lnTo>
                  <a:pt x="750569" y="1071871"/>
                </a:lnTo>
                <a:lnTo>
                  <a:pt x="812128" y="1070095"/>
                </a:lnTo>
                <a:lnTo>
                  <a:pt x="872316" y="1064857"/>
                </a:lnTo>
                <a:lnTo>
                  <a:pt x="930940" y="1056296"/>
                </a:lnTo>
                <a:lnTo>
                  <a:pt x="987808" y="1044549"/>
                </a:lnTo>
                <a:lnTo>
                  <a:pt x="1042725" y="1029755"/>
                </a:lnTo>
                <a:lnTo>
                  <a:pt x="1095499" y="1012051"/>
                </a:lnTo>
                <a:lnTo>
                  <a:pt x="1145938" y="991576"/>
                </a:lnTo>
                <a:lnTo>
                  <a:pt x="1193846" y="968467"/>
                </a:lnTo>
                <a:lnTo>
                  <a:pt x="1239032" y="942862"/>
                </a:lnTo>
                <a:lnTo>
                  <a:pt x="1281302" y="914899"/>
                </a:lnTo>
                <a:lnTo>
                  <a:pt x="1320464" y="884716"/>
                </a:lnTo>
                <a:lnTo>
                  <a:pt x="1356323" y="852452"/>
                </a:lnTo>
                <a:lnTo>
                  <a:pt x="1388687" y="818243"/>
                </a:lnTo>
                <a:lnTo>
                  <a:pt x="1417362" y="782228"/>
                </a:lnTo>
                <a:lnTo>
                  <a:pt x="1442156" y="744545"/>
                </a:lnTo>
                <a:lnTo>
                  <a:pt x="1462875" y="705332"/>
                </a:lnTo>
                <a:lnTo>
                  <a:pt x="1479326" y="664727"/>
                </a:lnTo>
                <a:lnTo>
                  <a:pt x="1491316" y="622867"/>
                </a:lnTo>
                <a:lnTo>
                  <a:pt x="1498651" y="579890"/>
                </a:lnTo>
                <a:lnTo>
                  <a:pt x="1501139" y="535935"/>
                </a:lnTo>
                <a:lnTo>
                  <a:pt x="1498651" y="491980"/>
                </a:lnTo>
                <a:lnTo>
                  <a:pt x="1491316" y="449004"/>
                </a:lnTo>
                <a:lnTo>
                  <a:pt x="1479326" y="407144"/>
                </a:lnTo>
                <a:lnTo>
                  <a:pt x="1462875" y="366539"/>
                </a:lnTo>
                <a:lnTo>
                  <a:pt x="1442156" y="327325"/>
                </a:lnTo>
                <a:lnTo>
                  <a:pt x="1417362" y="289642"/>
                </a:lnTo>
                <a:lnTo>
                  <a:pt x="1388687" y="253628"/>
                </a:lnTo>
                <a:lnTo>
                  <a:pt x="1356323" y="219419"/>
                </a:lnTo>
                <a:lnTo>
                  <a:pt x="1320464" y="187154"/>
                </a:lnTo>
                <a:lnTo>
                  <a:pt x="1281302" y="156972"/>
                </a:lnTo>
                <a:lnTo>
                  <a:pt x="1239032" y="129009"/>
                </a:lnTo>
                <a:lnTo>
                  <a:pt x="1193846" y="103404"/>
                </a:lnTo>
                <a:lnTo>
                  <a:pt x="1145938" y="80295"/>
                </a:lnTo>
                <a:lnTo>
                  <a:pt x="1095499" y="59820"/>
                </a:lnTo>
                <a:lnTo>
                  <a:pt x="1042725" y="42116"/>
                </a:lnTo>
                <a:lnTo>
                  <a:pt x="987808" y="27322"/>
                </a:lnTo>
                <a:lnTo>
                  <a:pt x="930940" y="15575"/>
                </a:lnTo>
                <a:lnTo>
                  <a:pt x="872316" y="7014"/>
                </a:lnTo>
                <a:lnTo>
                  <a:pt x="812128" y="1776"/>
                </a:lnTo>
                <a:lnTo>
                  <a:pt x="750569" y="0"/>
                </a:lnTo>
                <a:close/>
              </a:path>
            </a:pathLst>
          </a:custGeom>
          <a:noFill/>
          <a:ln w="63500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4" name="object 104"/>
          <p:cNvSpPr/>
          <p:nvPr/>
        </p:nvSpPr>
        <p:spPr>
          <a:xfrm>
            <a:off x="4359919" y="1898660"/>
            <a:ext cx="0" cy="4584065"/>
          </a:xfrm>
          <a:custGeom>
            <a:avLst/>
            <a:gdLst/>
            <a:ahLst/>
            <a:cxnLst/>
            <a:rect l="l" t="t" r="r" b="b"/>
            <a:pathLst>
              <a:path h="4584065">
                <a:moveTo>
                  <a:pt x="0" y="0"/>
                </a:moveTo>
                <a:lnTo>
                  <a:pt x="0" y="4583756"/>
                </a:lnTo>
              </a:path>
            </a:pathLst>
          </a:custGeom>
          <a:ln w="38099">
            <a:solidFill>
              <a:srgbClr val="FF0D0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5635538" y="4556022"/>
            <a:ext cx="852805" cy="942340"/>
          </a:xfrm>
          <a:custGeom>
            <a:avLst/>
            <a:gdLst/>
            <a:ahLst/>
            <a:cxnLst/>
            <a:rect l="l" t="t" r="r" b="b"/>
            <a:pathLst>
              <a:path w="852804" h="942339">
                <a:moveTo>
                  <a:pt x="163382" y="103034"/>
                </a:moveTo>
                <a:lnTo>
                  <a:pt x="35661" y="103034"/>
                </a:lnTo>
                <a:lnTo>
                  <a:pt x="781446" y="941975"/>
                </a:lnTo>
                <a:lnTo>
                  <a:pt x="852769" y="878561"/>
                </a:lnTo>
                <a:lnTo>
                  <a:pt x="163382" y="103034"/>
                </a:lnTo>
                <a:close/>
              </a:path>
              <a:path w="852804" h="942339">
                <a:moveTo>
                  <a:pt x="7924" y="0"/>
                </a:moveTo>
                <a:lnTo>
                  <a:pt x="0" y="134755"/>
                </a:lnTo>
                <a:lnTo>
                  <a:pt x="35661" y="103034"/>
                </a:lnTo>
                <a:lnTo>
                  <a:pt x="163382" y="103034"/>
                </a:lnTo>
                <a:lnTo>
                  <a:pt x="107015" y="39623"/>
                </a:lnTo>
                <a:lnTo>
                  <a:pt x="142676" y="7927"/>
                </a:lnTo>
                <a:lnTo>
                  <a:pt x="7924" y="0"/>
                </a:lnTo>
                <a:close/>
              </a:path>
            </a:pathLst>
          </a:custGeom>
          <a:solidFill>
            <a:srgbClr val="FF0D0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5635538" y="4556022"/>
            <a:ext cx="852805" cy="942340"/>
          </a:xfrm>
          <a:custGeom>
            <a:avLst/>
            <a:gdLst/>
            <a:ahLst/>
            <a:cxnLst/>
            <a:rect l="l" t="t" r="r" b="b"/>
            <a:pathLst>
              <a:path w="852804" h="942339">
                <a:moveTo>
                  <a:pt x="781446" y="941975"/>
                </a:moveTo>
                <a:lnTo>
                  <a:pt x="35661" y="103034"/>
                </a:lnTo>
                <a:lnTo>
                  <a:pt x="0" y="134755"/>
                </a:lnTo>
                <a:lnTo>
                  <a:pt x="7924" y="0"/>
                </a:lnTo>
                <a:lnTo>
                  <a:pt x="142676" y="7927"/>
                </a:lnTo>
                <a:lnTo>
                  <a:pt x="107015" y="39623"/>
                </a:lnTo>
                <a:lnTo>
                  <a:pt x="852769" y="878561"/>
                </a:lnTo>
                <a:lnTo>
                  <a:pt x="781446" y="941975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6280160" y="1901190"/>
            <a:ext cx="0" cy="4584065"/>
          </a:xfrm>
          <a:custGeom>
            <a:avLst/>
            <a:gdLst/>
            <a:ahLst/>
            <a:cxnLst/>
            <a:rect l="l" t="t" r="r" b="b"/>
            <a:pathLst>
              <a:path h="4584065">
                <a:moveTo>
                  <a:pt x="0" y="0"/>
                </a:moveTo>
                <a:lnTo>
                  <a:pt x="0" y="4583774"/>
                </a:lnTo>
              </a:path>
            </a:pathLst>
          </a:custGeom>
          <a:ln w="38099">
            <a:solidFill>
              <a:srgbClr val="FF0D0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 txBox="1"/>
          <p:nvPr/>
        </p:nvSpPr>
        <p:spPr>
          <a:xfrm>
            <a:off x="3860257" y="6189455"/>
            <a:ext cx="1545590" cy="262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-65" dirty="0">
                <a:latin typeface="Arial"/>
                <a:cs typeface="Arial"/>
              </a:rPr>
              <a:t>F</a:t>
            </a:r>
            <a:r>
              <a:rPr sz="1850" spc="-85" dirty="0">
                <a:latin typeface="Arial"/>
                <a:cs typeface="Arial"/>
              </a:rPr>
              <a:t>l</a:t>
            </a:r>
            <a:r>
              <a:rPr sz="1850" spc="35" dirty="0">
                <a:latin typeface="Arial"/>
                <a:cs typeface="Arial"/>
              </a:rPr>
              <a:t>o</a:t>
            </a:r>
            <a:r>
              <a:rPr sz="1850" spc="-30" dirty="0">
                <a:latin typeface="Arial"/>
                <a:cs typeface="Arial"/>
              </a:rPr>
              <a:t>w</a:t>
            </a:r>
            <a:r>
              <a:rPr sz="185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 </a:t>
            </a:r>
            <a:r>
              <a:rPr sz="1850" spc="-45" dirty="0">
                <a:latin typeface="Arial"/>
                <a:cs typeface="Arial"/>
              </a:rPr>
              <a:t>(</a:t>
            </a:r>
            <a:r>
              <a:rPr sz="1850" spc="-20" dirty="0">
                <a:latin typeface="Arial"/>
                <a:cs typeface="Arial"/>
              </a:rPr>
              <a:t>v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-130" dirty="0">
                <a:latin typeface="Arial"/>
                <a:cs typeface="Arial"/>
              </a:rPr>
              <a:t>h</a:t>
            </a:r>
            <a:r>
              <a:rPr sz="1850" spc="-25" dirty="0">
                <a:latin typeface="Arial"/>
                <a:cs typeface="Arial"/>
              </a:rPr>
              <a:t>/</a:t>
            </a:r>
            <a:r>
              <a:rPr sz="1850" spc="-65" dirty="0">
                <a:latin typeface="Arial"/>
                <a:cs typeface="Arial"/>
              </a:rPr>
              <a:t>m</a:t>
            </a:r>
            <a:r>
              <a:rPr sz="1850" spc="-5" dirty="0">
                <a:latin typeface="Arial"/>
                <a:cs typeface="Arial"/>
              </a:rPr>
              <a:t>i</a:t>
            </a:r>
            <a:r>
              <a:rPr sz="1850" spc="-125" dirty="0">
                <a:latin typeface="Arial"/>
                <a:cs typeface="Arial"/>
              </a:rPr>
              <a:t>n)</a:t>
            </a:r>
            <a:endParaRPr sz="1850">
              <a:latin typeface="Arial"/>
              <a:cs typeface="Arial"/>
            </a:endParaRPr>
          </a:p>
        </p:txBody>
      </p:sp>
      <p:sp>
        <p:nvSpPr>
          <p:cNvPr id="109" name="object 10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2240">
              <a:lnSpc>
                <a:spcPct val="100000"/>
              </a:lnSpc>
            </a:pPr>
            <a:r>
              <a:rPr spc="-10" dirty="0">
                <a:latin typeface="Calibri"/>
                <a:cs typeface="Calibri"/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 animBg="1"/>
      <p:bldP spid="101" grpId="1" animBg="1"/>
      <p:bldP spid="102" grpId="0" animBg="1"/>
      <p:bldP spid="102" grpId="1" animBg="1"/>
      <p:bldP spid="103" grpId="0" animBg="1"/>
      <p:bldP spid="103" grpId="1" animBg="1"/>
      <p:bldP spid="104" grpId="0" animBg="1"/>
      <p:bldP spid="105" grpId="0" animBg="1"/>
      <p:bldP spid="106" grpId="0" animBg="1"/>
      <p:bldP spid="10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pc="-30" dirty="0">
                <a:latin typeface="Calibri"/>
                <a:cs typeface="Calibri"/>
              </a:rPr>
              <a:t>A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dirty="0">
                <a:latin typeface="Calibri"/>
                <a:cs typeface="Calibri"/>
              </a:rPr>
              <a:t>I</a:t>
            </a:r>
            <a:r>
              <a:rPr spc="-20" dirty="0">
                <a:latin typeface="Calibri"/>
                <a:cs typeface="Calibri"/>
              </a:rPr>
              <a:t>N</a:t>
            </a:r>
            <a:r>
              <a:rPr spc="-40" dirty="0">
                <a:latin typeface="Calibri"/>
                <a:cs typeface="Calibri"/>
              </a:rPr>
              <a:t>E</a:t>
            </a:r>
            <a:r>
              <a:rPr spc="-20" dirty="0">
                <a:latin typeface="Calibri"/>
                <a:cs typeface="Calibri"/>
              </a:rPr>
              <a:t>A</a:t>
            </a:r>
            <a:r>
              <a:rPr spc="-80" dirty="0">
                <a:latin typeface="Times New Roman"/>
                <a:cs typeface="Times New Roman"/>
              </a:rPr>
              <a:t> </a:t>
            </a:r>
            <a:r>
              <a:rPr spc="-30" dirty="0">
                <a:latin typeface="Calibri"/>
                <a:cs typeface="Calibri"/>
              </a:rPr>
              <a:t>Ram</a:t>
            </a:r>
            <a:r>
              <a:rPr dirty="0">
                <a:latin typeface="Calibri"/>
                <a:cs typeface="Calibri"/>
              </a:rPr>
              <a:t>p</a:t>
            </a:r>
            <a:r>
              <a:rPr dirty="0">
                <a:latin typeface="Times New Roman"/>
                <a:cs typeface="Times New Roman"/>
              </a:rPr>
              <a:t> </a:t>
            </a:r>
            <a:r>
              <a:rPr spc="-40" dirty="0">
                <a:latin typeface="Calibri"/>
                <a:cs typeface="Calibri"/>
              </a:rPr>
              <a:t>M</a:t>
            </a:r>
            <a:r>
              <a:rPr spc="-35" dirty="0">
                <a:latin typeface="Calibri"/>
                <a:cs typeface="Calibri"/>
              </a:rPr>
              <a:t>e</a:t>
            </a:r>
            <a:r>
              <a:rPr spc="-55" dirty="0">
                <a:latin typeface="Calibri"/>
                <a:cs typeface="Calibri"/>
              </a:rPr>
              <a:t>t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spc="-10" dirty="0">
                <a:latin typeface="Calibri"/>
                <a:cs typeface="Calibri"/>
              </a:rPr>
              <a:t>r</a:t>
            </a:r>
            <a:r>
              <a:rPr spc="-5" dirty="0">
                <a:latin typeface="Calibri"/>
                <a:cs typeface="Calibri"/>
              </a:rPr>
              <a:t>i</a:t>
            </a:r>
            <a:r>
              <a:rPr spc="-10" dirty="0">
                <a:latin typeface="Calibri"/>
                <a:cs typeface="Calibri"/>
              </a:rPr>
              <a:t>n</a:t>
            </a:r>
            <a:r>
              <a:rPr spc="-20" dirty="0">
                <a:latin typeface="Calibri"/>
                <a:cs typeface="Calibri"/>
              </a:rPr>
              <a:t>g</a:t>
            </a:r>
            <a:r>
              <a:rPr spc="-95" dirty="0">
                <a:latin typeface="Times New Roman"/>
                <a:cs typeface="Times New Roman"/>
              </a:rPr>
              <a:t> </a:t>
            </a:r>
            <a:r>
              <a:rPr spc="-30" dirty="0">
                <a:latin typeface="Calibri"/>
                <a:cs typeface="Calibri"/>
              </a:rPr>
              <a:t>A</a:t>
            </a:r>
            <a:r>
              <a:rPr spc="-5" dirty="0">
                <a:latin typeface="Calibri"/>
                <a:cs typeface="Calibri"/>
              </a:rPr>
              <a:t>l</a:t>
            </a:r>
            <a:r>
              <a:rPr spc="-45" dirty="0">
                <a:latin typeface="Calibri"/>
                <a:cs typeface="Calibri"/>
              </a:rPr>
              <a:t>g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spc="-10" dirty="0">
                <a:latin typeface="Calibri"/>
                <a:cs typeface="Calibri"/>
              </a:rPr>
              <a:t>r</a:t>
            </a:r>
            <a:r>
              <a:rPr dirty="0">
                <a:latin typeface="Calibri"/>
                <a:cs typeface="Calibri"/>
              </a:rPr>
              <a:t>i</a:t>
            </a:r>
            <a:r>
              <a:rPr spc="-15" dirty="0">
                <a:latin typeface="Calibri"/>
                <a:cs typeface="Calibri"/>
              </a:rPr>
              <a:t>t</a:t>
            </a:r>
            <a:r>
              <a:rPr spc="-10" dirty="0">
                <a:latin typeface="Calibri"/>
                <a:cs typeface="Calibri"/>
              </a:rPr>
              <a:t>hm</a:t>
            </a:r>
          </a:p>
        </p:txBody>
      </p:sp>
      <p:sp>
        <p:nvSpPr>
          <p:cNvPr id="5" name="object 5"/>
          <p:cNvSpPr/>
          <p:nvPr/>
        </p:nvSpPr>
        <p:spPr>
          <a:xfrm>
            <a:off x="4381500" y="1940564"/>
            <a:ext cx="4257049" cy="276605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376409" y="1935480"/>
            <a:ext cx="4267200" cy="2776220"/>
          </a:xfrm>
          <a:custGeom>
            <a:avLst/>
            <a:gdLst/>
            <a:ahLst/>
            <a:cxnLst/>
            <a:rect l="l" t="t" r="r" b="b"/>
            <a:pathLst>
              <a:path w="4267200" h="2776220">
                <a:moveTo>
                  <a:pt x="0" y="2776215"/>
                </a:moveTo>
                <a:lnTo>
                  <a:pt x="4267199" y="2776215"/>
                </a:lnTo>
                <a:lnTo>
                  <a:pt x="4267199" y="0"/>
                </a:lnTo>
                <a:lnTo>
                  <a:pt x="0" y="0"/>
                </a:lnTo>
                <a:lnTo>
                  <a:pt x="0" y="2776215"/>
                </a:lnTo>
                <a:close/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50894" y="2808929"/>
            <a:ext cx="5804535" cy="3164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2200275" indent="-228600">
              <a:lnSpc>
                <a:spcPct val="79800"/>
              </a:lnSpc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30" dirty="0">
                <a:latin typeface="Calibri"/>
                <a:cs typeface="Calibri"/>
              </a:rPr>
              <a:t>M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r</a:t>
            </a:r>
            <a:r>
              <a:rPr sz="2600" spc="-40" dirty="0">
                <a:latin typeface="Calibri"/>
                <a:cs typeface="Calibri"/>
              </a:rPr>
              <a:t>w</a:t>
            </a:r>
            <a:r>
              <a:rPr sz="2600" spc="-5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cc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spc="-1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f</a:t>
            </a:r>
            <a:r>
              <a:rPr sz="2600" spc="5" dirty="0">
                <a:latin typeface="Calibri"/>
                <a:cs typeface="Calibri"/>
              </a:rPr>
              <a:t>f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li</a:t>
            </a:r>
            <a:r>
              <a:rPr sz="2600" spc="-20" dirty="0">
                <a:latin typeface="Calibri"/>
                <a:cs typeface="Calibri"/>
              </a:rPr>
              <a:t>g</a:t>
            </a:r>
            <a:r>
              <a:rPr sz="2600" spc="-30" dirty="0">
                <a:latin typeface="Calibri"/>
                <a:cs typeface="Calibri"/>
              </a:rPr>
              <a:t>h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an</a:t>
            </a:r>
            <a:r>
              <a:rPr sz="2600" spc="-5" dirty="0">
                <a:latin typeface="Calibri"/>
                <a:cs typeface="Calibri"/>
              </a:rPr>
              <a:t>c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25" dirty="0">
                <a:latin typeface="Calibri"/>
                <a:cs typeface="Calibri"/>
              </a:rPr>
              <a:t>am</a:t>
            </a:r>
            <a:r>
              <a:rPr sz="2600" spc="-30" dirty="0">
                <a:latin typeface="Calibri"/>
                <a:cs typeface="Calibri"/>
              </a:rPr>
              <a:t>p</a:t>
            </a:r>
            <a:r>
              <a:rPr sz="2600" dirty="0">
                <a:latin typeface="Calibri"/>
                <a:cs typeface="Calibri"/>
              </a:rPr>
              <a:t>s</a:t>
            </a:r>
          </a:p>
          <a:p>
            <a:pPr marL="241300" marR="1753235" indent="-228600">
              <a:lnSpc>
                <a:spcPct val="79900"/>
              </a:lnSpc>
              <a:spcBef>
                <a:spcPts val="1005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120" dirty="0">
                <a:latin typeface="Calibri"/>
                <a:cs typeface="Calibri"/>
              </a:rPr>
              <a:t>V</a:t>
            </a:r>
            <a:r>
              <a:rPr sz="2600" spc="-10" dirty="0">
                <a:latin typeface="Calibri"/>
                <a:cs typeface="Calibri"/>
              </a:rPr>
              <a:t>eh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il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de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50" dirty="0">
                <a:latin typeface="Calibri"/>
                <a:cs typeface="Calibri"/>
              </a:rPr>
              <a:t>a</a:t>
            </a:r>
            <a:r>
              <a:rPr sz="2600" spc="-55" dirty="0">
                <a:latin typeface="Calibri"/>
                <a:cs typeface="Calibri"/>
              </a:rPr>
              <a:t>y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li</a:t>
            </a:r>
            <a:r>
              <a:rPr sz="2600" spc="-20" dirty="0">
                <a:latin typeface="Calibri"/>
                <a:cs typeface="Calibri"/>
              </a:rPr>
              <a:t>g</a:t>
            </a:r>
            <a:r>
              <a:rPr sz="2600" spc="-30" dirty="0">
                <a:latin typeface="Calibri"/>
                <a:cs typeface="Calibri"/>
              </a:rPr>
              <a:t>h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Calibri"/>
                <a:cs typeface="Calibri"/>
              </a:rPr>
              <a:t>a</a:t>
            </a:r>
            <a:r>
              <a:rPr sz="2600" spc="-30" dirty="0">
                <a:latin typeface="Calibri"/>
                <a:cs typeface="Calibri"/>
              </a:rPr>
              <a:t>v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id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f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w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b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a</a:t>
            </a:r>
            <a:r>
              <a:rPr sz="2600" spc="-100" dirty="0">
                <a:latin typeface="Calibri"/>
                <a:cs typeface="Calibri"/>
              </a:rPr>
              <a:t>k</a:t>
            </a:r>
            <a:r>
              <a:rPr sz="2600" spc="-10" dirty="0">
                <a:latin typeface="Calibri"/>
                <a:cs typeface="Calibri"/>
              </a:rPr>
              <a:t>d</a:t>
            </a:r>
            <a:r>
              <a:rPr sz="2600" spc="-15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w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r</a:t>
            </a:r>
            <a:r>
              <a:rPr sz="2600" spc="-40" dirty="0">
                <a:latin typeface="Calibri"/>
                <a:cs typeface="Calibri"/>
              </a:rPr>
              <a:t>w</a:t>
            </a:r>
            <a:r>
              <a:rPr sz="2600" spc="-5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-25" dirty="0">
                <a:latin typeface="Calibri"/>
                <a:cs typeface="Calibri"/>
              </a:rPr>
              <a:t>ar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5" dirty="0">
                <a:latin typeface="Calibri"/>
                <a:cs typeface="Calibri"/>
              </a:rPr>
              <a:t>a</a:t>
            </a:r>
            <a:r>
              <a:rPr sz="2600" spc="-40" dirty="0">
                <a:latin typeface="Calibri"/>
                <a:cs typeface="Calibri"/>
              </a:rPr>
              <a:t>g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40" dirty="0">
                <a:latin typeface="Calibri"/>
                <a:cs typeface="Calibri"/>
              </a:rPr>
              <a:t>w</a:t>
            </a:r>
            <a:r>
              <a:rPr sz="2600" spc="-5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y</a:t>
            </a:r>
            <a:endParaRPr sz="2600" dirty="0">
              <a:latin typeface="Calibri"/>
              <a:cs typeface="Calibri"/>
            </a:endParaRPr>
          </a:p>
          <a:p>
            <a:pPr marL="241300" marR="5080" indent="-228600">
              <a:lnSpc>
                <a:spcPts val="2500"/>
              </a:lnSpc>
              <a:spcBef>
                <a:spcPts val="975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Th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ndu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anda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40" dirty="0">
                <a:latin typeface="Calibri"/>
                <a:cs typeface="Calibri"/>
              </a:rPr>
              <a:t>g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dirty="0">
                <a:latin typeface="Calibri"/>
                <a:cs typeface="Calibri"/>
              </a:rPr>
              <a:t>m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(</a:t>
            </a:r>
            <a:r>
              <a:rPr sz="2600" spc="-5" dirty="0">
                <a:latin typeface="Calibri"/>
                <a:cs typeface="Calibri"/>
              </a:rPr>
              <a:t>A</a:t>
            </a:r>
            <a:r>
              <a:rPr sz="2600" spc="5" dirty="0">
                <a:latin typeface="Calibri"/>
                <a:cs typeface="Calibri"/>
              </a:rPr>
              <a:t>L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N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20" dirty="0">
                <a:latin typeface="Calibri"/>
                <a:cs typeface="Calibri"/>
              </a:rPr>
              <a:t>A)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w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ba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si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2600" b="1" spc="-35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2600" b="1" spc="-5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spc="5" dirty="0">
                <a:solidFill>
                  <a:srgbClr val="C00000"/>
                </a:solidFill>
                <a:latin typeface="Calibri"/>
                <a:cs typeface="Calibri"/>
              </a:rPr>
              <a:t>g</a:t>
            </a:r>
            <a:r>
              <a:rPr sz="2600" b="1" spc="-6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2600" b="1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30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600" b="1" spc="-35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600" b="1" spc="-4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ol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2240">
              <a:lnSpc>
                <a:spcPct val="100000"/>
              </a:lnSpc>
            </a:pPr>
            <a:r>
              <a:rPr spc="-10" dirty="0">
                <a:latin typeface="Calibri"/>
                <a:cs typeface="Calibri"/>
              </a:rPr>
              <a:t>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7567" y="728606"/>
            <a:ext cx="4699000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635">
              <a:lnSpc>
                <a:spcPts val="3600"/>
              </a:lnSpc>
            </a:pPr>
            <a:r>
              <a:rPr sz="3400" spc="-10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7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4</a:t>
            </a:r>
            <a:r>
              <a:rPr sz="3400" spc="-9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–</a:t>
            </a:r>
            <a:r>
              <a:rPr sz="3400" spc="-8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3400" spc="-6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3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–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me</a:t>
            </a:r>
            <a:r>
              <a:rPr sz="3400" spc="-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Co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9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&amp;</a:t>
            </a:r>
            <a:r>
              <a:rPr sz="3400" spc="-9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8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2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ss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ign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2240">
              <a:lnSpc>
                <a:spcPct val="100000"/>
              </a:lnSpc>
            </a:pPr>
            <a:r>
              <a:rPr spc="-10" dirty="0"/>
              <a:t>3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07390" y="2290022"/>
            <a:ext cx="4681855" cy="2317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5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2800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2800" spc="-15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2800" spc="-4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2800" spc="-1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2800" spc="-15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2800" dirty="0">
                <a:solidFill>
                  <a:srgbClr val="B5121B"/>
                </a:solidFill>
                <a:latin typeface="Calibri"/>
                <a:cs typeface="Calibri"/>
              </a:rPr>
              <a:t>ts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4.</a:t>
            </a:r>
            <a:r>
              <a:rPr sz="2600" spc="-15" dirty="0">
                <a:latin typeface="Calibri"/>
                <a:cs typeface="Calibri"/>
              </a:rPr>
              <a:t>1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P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na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4.</a:t>
            </a:r>
            <a:r>
              <a:rPr sz="2600" spc="-15" dirty="0">
                <a:latin typeface="Calibri"/>
                <a:cs typeface="Calibri"/>
              </a:rPr>
              <a:t>2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0" dirty="0">
                <a:latin typeface="Calibri"/>
                <a:cs typeface="Calibri"/>
              </a:rPr>
              <a:t>g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8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4.</a:t>
            </a:r>
            <a:r>
              <a:rPr sz="2600" spc="-15" dirty="0">
                <a:latin typeface="Calibri"/>
                <a:cs typeface="Calibri"/>
              </a:rPr>
              <a:t>3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Calibri"/>
                <a:cs typeface="Calibri"/>
              </a:rPr>
              <a:t>M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r</a:t>
            </a:r>
            <a:r>
              <a:rPr sz="2600" spc="-40" dirty="0">
                <a:latin typeface="Calibri"/>
                <a:cs typeface="Calibri"/>
              </a:rPr>
              <a:t>w</a:t>
            </a:r>
            <a:r>
              <a:rPr sz="2600" spc="-5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170" dirty="0">
                <a:latin typeface="Calibri"/>
                <a:cs typeface="Calibri"/>
              </a:rPr>
              <a:t>T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f</a:t>
            </a:r>
            <a:r>
              <a:rPr sz="2600" spc="5" dirty="0">
                <a:latin typeface="Calibri"/>
                <a:cs typeface="Calibri"/>
              </a:rPr>
              <a:t>f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c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4.</a:t>
            </a:r>
            <a:r>
              <a:rPr sz="2600" spc="-15" dirty="0">
                <a:latin typeface="Calibri"/>
                <a:cs typeface="Calibri"/>
              </a:rPr>
              <a:t>4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u="heavy" spc="-80" dirty="0">
                <a:latin typeface="Calibri"/>
                <a:cs typeface="Calibri"/>
              </a:rPr>
              <a:t>P</a:t>
            </a:r>
            <a:r>
              <a:rPr sz="2600" u="heavy" spc="5" dirty="0">
                <a:latin typeface="Calibri"/>
                <a:cs typeface="Calibri"/>
              </a:rPr>
              <a:t>o</a:t>
            </a:r>
            <a:r>
              <a:rPr sz="2600" u="heavy" dirty="0">
                <a:latin typeface="Calibri"/>
                <a:cs typeface="Calibri"/>
              </a:rPr>
              <a:t>l</a:t>
            </a:r>
            <a:r>
              <a:rPr sz="2600" u="heavy" spc="-15" dirty="0">
                <a:latin typeface="Calibri"/>
                <a:cs typeface="Calibri"/>
              </a:rPr>
              <a:t>e</a:t>
            </a:r>
            <a:r>
              <a:rPr sz="2600" u="heavy" spc="-25" dirty="0">
                <a:latin typeface="Calibri"/>
                <a:cs typeface="Calibri"/>
              </a:rPr>
              <a:t> </a:t>
            </a:r>
            <a:r>
              <a:rPr sz="2600" u="heavy" spc="-20" dirty="0">
                <a:latin typeface="Calibri"/>
                <a:cs typeface="Calibri"/>
              </a:rPr>
              <a:t>A</a:t>
            </a:r>
            <a:r>
              <a:rPr sz="2600" u="heavy" dirty="0">
                <a:latin typeface="Calibri"/>
                <a:cs typeface="Calibri"/>
              </a:rPr>
              <a:t>ssi</a:t>
            </a:r>
            <a:r>
              <a:rPr sz="2600" u="heavy" spc="-20" dirty="0">
                <a:latin typeface="Calibri"/>
                <a:cs typeface="Calibri"/>
              </a:rPr>
              <a:t>g</a:t>
            </a:r>
            <a:r>
              <a:rPr sz="2600" u="heavy" spc="-10" dirty="0">
                <a:latin typeface="Calibri"/>
                <a:cs typeface="Calibri"/>
              </a:rPr>
              <a:t>n</a:t>
            </a:r>
            <a:r>
              <a:rPr sz="2600" u="heavy" spc="-25" dirty="0">
                <a:latin typeface="Calibri"/>
                <a:cs typeface="Calibri"/>
              </a:rPr>
              <a:t>m</a:t>
            </a:r>
            <a:r>
              <a:rPr sz="2600" u="heavy" spc="-10" dirty="0">
                <a:latin typeface="Calibri"/>
                <a:cs typeface="Calibri"/>
              </a:rPr>
              <a:t>e</a:t>
            </a:r>
            <a:r>
              <a:rPr sz="2600" u="heavy" spc="-30" dirty="0">
                <a:latin typeface="Calibri"/>
                <a:cs typeface="Calibri"/>
              </a:rPr>
              <a:t>n</a:t>
            </a:r>
            <a:r>
              <a:rPr sz="2600" u="heavy" spc="-10" dirty="0">
                <a:latin typeface="Calibri"/>
                <a:cs typeface="Calibri"/>
              </a:rPr>
              <a:t>t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7567" y="728606"/>
            <a:ext cx="4389120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na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-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g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9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(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PI)</a:t>
            </a:r>
            <a:r>
              <a:rPr sz="3400" spc="-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Co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ol</a:t>
            </a:r>
            <a:endParaRPr sz="3400" dirty="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02785" y="1752600"/>
            <a:ext cx="8738429" cy="52578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2240">
              <a:lnSpc>
                <a:spcPct val="100000"/>
              </a:lnSpc>
            </a:pPr>
            <a:r>
              <a:rPr spc="-10" dirty="0"/>
              <a:t>4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2FA09BD-9E3E-C033-CD0A-B566649B391C}"/>
              </a:ext>
            </a:extLst>
          </p:cNvPr>
          <p:cNvGrpSpPr/>
          <p:nvPr/>
        </p:nvGrpSpPr>
        <p:grpSpPr>
          <a:xfrm>
            <a:off x="2650978" y="5239280"/>
            <a:ext cx="4691220" cy="820600"/>
            <a:chOff x="2650978" y="5239280"/>
            <a:chExt cx="4691220" cy="820600"/>
          </a:xfrm>
        </p:grpSpPr>
        <p:sp>
          <p:nvSpPr>
            <p:cNvPr id="6" name="object 6"/>
            <p:cNvSpPr/>
            <p:nvPr/>
          </p:nvSpPr>
          <p:spPr>
            <a:xfrm>
              <a:off x="3535114" y="5625694"/>
              <a:ext cx="819150" cy="0"/>
            </a:xfrm>
            <a:custGeom>
              <a:avLst/>
              <a:gdLst/>
              <a:ahLst/>
              <a:cxnLst/>
              <a:rect l="l" t="t" r="r" b="b"/>
              <a:pathLst>
                <a:path w="819150">
                  <a:moveTo>
                    <a:pt x="0" y="0"/>
                  </a:moveTo>
                  <a:lnTo>
                    <a:pt x="818714" y="0"/>
                  </a:lnTo>
                </a:path>
              </a:pathLst>
            </a:custGeom>
            <a:ln w="130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F11E99EC-4A6F-AB9E-44C2-3937A9BA56EB}"/>
                </a:ext>
              </a:extLst>
            </p:cNvPr>
            <p:cNvGrpSpPr/>
            <p:nvPr/>
          </p:nvGrpSpPr>
          <p:grpSpPr>
            <a:xfrm>
              <a:off x="2650978" y="5239280"/>
              <a:ext cx="4691220" cy="820600"/>
              <a:chOff x="2650978" y="5239280"/>
              <a:chExt cx="4691220" cy="820600"/>
            </a:xfrm>
          </p:grpSpPr>
          <p:sp>
            <p:nvSpPr>
              <p:cNvPr id="7" name="object 7"/>
              <p:cNvSpPr txBox="1"/>
              <p:nvPr/>
            </p:nvSpPr>
            <p:spPr>
              <a:xfrm>
                <a:off x="4198313" y="5369976"/>
                <a:ext cx="3143885" cy="53403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</a:pPr>
                <a:r>
                  <a:rPr sz="2775" spc="-15" baseline="-33033" dirty="0">
                    <a:latin typeface="Times New Roman"/>
                    <a:cs typeface="Times New Roman"/>
                  </a:rPr>
                  <a:t>1</a:t>
                </a:r>
                <a:r>
                  <a:rPr sz="2775" spc="127" baseline="-33033" dirty="0">
                    <a:latin typeface="Times New Roman"/>
                    <a:cs typeface="Times New Roman"/>
                  </a:rPr>
                  <a:t> </a:t>
                </a:r>
                <a:r>
                  <a:rPr sz="4950" spc="202" baseline="-2525" dirty="0">
                    <a:latin typeface="Symbol"/>
                    <a:cs typeface="Symbol"/>
                  </a:rPr>
                  <a:t></a:t>
                </a:r>
                <a:r>
                  <a:rPr sz="2450" i="1" spc="10" dirty="0">
                    <a:latin typeface="Times New Roman"/>
                    <a:cs typeface="Times New Roman"/>
                  </a:rPr>
                  <a:t>y</a:t>
                </a:r>
                <a:r>
                  <a:rPr sz="2775" i="1" spc="-15" baseline="-19519" dirty="0">
                    <a:latin typeface="Times New Roman"/>
                    <a:cs typeface="Times New Roman"/>
                  </a:rPr>
                  <a:t>d</a:t>
                </a:r>
                <a:r>
                  <a:rPr sz="2775" i="1" spc="-7" baseline="-19519" dirty="0">
                    <a:latin typeface="Times New Roman"/>
                    <a:cs typeface="Times New Roman"/>
                  </a:rPr>
                  <a:t> </a:t>
                </a:r>
                <a:r>
                  <a:rPr sz="2450" spc="60" dirty="0">
                    <a:latin typeface="Times New Roman"/>
                    <a:cs typeface="Times New Roman"/>
                  </a:rPr>
                  <a:t>(</a:t>
                </a:r>
                <a:r>
                  <a:rPr sz="2450" i="1" dirty="0">
                    <a:latin typeface="Times New Roman"/>
                    <a:cs typeface="Times New Roman"/>
                  </a:rPr>
                  <a:t>k</a:t>
                </a:r>
                <a:r>
                  <a:rPr sz="2450" i="1" spc="-400" dirty="0">
                    <a:latin typeface="Times New Roman"/>
                    <a:cs typeface="Times New Roman"/>
                  </a:rPr>
                  <a:t> </a:t>
                </a:r>
                <a:r>
                  <a:rPr sz="2450" dirty="0">
                    <a:latin typeface="Times New Roman"/>
                    <a:cs typeface="Times New Roman"/>
                  </a:rPr>
                  <a:t>)</a:t>
                </a:r>
                <a:r>
                  <a:rPr sz="2450" spc="-204" dirty="0">
                    <a:latin typeface="Times New Roman"/>
                    <a:cs typeface="Times New Roman"/>
                  </a:rPr>
                  <a:t> </a:t>
                </a:r>
                <a:r>
                  <a:rPr sz="2450" dirty="0">
                    <a:latin typeface="Symbol"/>
                    <a:cs typeface="Symbol"/>
                  </a:rPr>
                  <a:t></a:t>
                </a:r>
                <a:r>
                  <a:rPr sz="2450" spc="30" dirty="0">
                    <a:latin typeface="Times New Roman"/>
                    <a:cs typeface="Times New Roman"/>
                  </a:rPr>
                  <a:t> </a:t>
                </a:r>
                <a:r>
                  <a:rPr sz="2450" i="1" spc="95" dirty="0">
                    <a:latin typeface="Times New Roman"/>
                    <a:cs typeface="Times New Roman"/>
                  </a:rPr>
                  <a:t>y</a:t>
                </a:r>
                <a:r>
                  <a:rPr sz="2450" spc="60" dirty="0">
                    <a:latin typeface="Times New Roman"/>
                    <a:cs typeface="Times New Roman"/>
                  </a:rPr>
                  <a:t>(</a:t>
                </a:r>
                <a:r>
                  <a:rPr sz="2450" i="1" dirty="0">
                    <a:latin typeface="Times New Roman"/>
                    <a:cs typeface="Times New Roman"/>
                  </a:rPr>
                  <a:t>k</a:t>
                </a:r>
                <a:r>
                  <a:rPr sz="2450" i="1" spc="-400" dirty="0">
                    <a:latin typeface="Times New Roman"/>
                    <a:cs typeface="Times New Roman"/>
                  </a:rPr>
                  <a:t> </a:t>
                </a:r>
                <a:r>
                  <a:rPr sz="2450" spc="150" dirty="0">
                    <a:latin typeface="Times New Roman"/>
                    <a:cs typeface="Times New Roman"/>
                  </a:rPr>
                  <a:t>)</a:t>
                </a:r>
                <a:r>
                  <a:rPr sz="4950" spc="112" baseline="-2525" dirty="0">
                    <a:latin typeface="Symbol"/>
                    <a:cs typeface="Symbol"/>
                  </a:rPr>
                  <a:t></a:t>
                </a:r>
                <a:r>
                  <a:rPr sz="2450" dirty="0">
                    <a:latin typeface="Symbol"/>
                    <a:cs typeface="Symbol"/>
                  </a:rPr>
                  <a:t></a:t>
                </a:r>
                <a:r>
                  <a:rPr sz="2450" spc="265" dirty="0">
                    <a:latin typeface="Times New Roman"/>
                    <a:cs typeface="Times New Roman"/>
                  </a:rPr>
                  <a:t> </a:t>
                </a:r>
                <a:r>
                  <a:rPr sz="2450" i="1" spc="75" dirty="0">
                    <a:latin typeface="Times New Roman"/>
                    <a:cs typeface="Times New Roman"/>
                  </a:rPr>
                  <a:t>f</a:t>
                </a:r>
                <a:r>
                  <a:rPr sz="2775" spc="-15" baseline="-19519" dirty="0">
                    <a:latin typeface="Times New Roman"/>
                    <a:cs typeface="Times New Roman"/>
                  </a:rPr>
                  <a:t>0</a:t>
                </a:r>
                <a:r>
                  <a:rPr sz="2775" spc="-202" baseline="-19519" dirty="0">
                    <a:latin typeface="Times New Roman"/>
                    <a:cs typeface="Times New Roman"/>
                  </a:rPr>
                  <a:t> </a:t>
                </a:r>
                <a:r>
                  <a:rPr sz="2450" i="1" spc="95" dirty="0">
                    <a:latin typeface="Times New Roman"/>
                    <a:cs typeface="Times New Roman"/>
                  </a:rPr>
                  <a:t>y</a:t>
                </a:r>
                <a:r>
                  <a:rPr sz="2450" spc="60" dirty="0">
                    <a:latin typeface="Times New Roman"/>
                    <a:cs typeface="Times New Roman"/>
                  </a:rPr>
                  <a:t>(</a:t>
                </a:r>
                <a:r>
                  <a:rPr sz="2450" i="1" dirty="0">
                    <a:latin typeface="Times New Roman"/>
                    <a:cs typeface="Times New Roman"/>
                  </a:rPr>
                  <a:t>k</a:t>
                </a:r>
                <a:r>
                  <a:rPr sz="2450" i="1" spc="-400" dirty="0">
                    <a:latin typeface="Times New Roman"/>
                    <a:cs typeface="Times New Roman"/>
                  </a:rPr>
                  <a:t> </a:t>
                </a:r>
                <a:r>
                  <a:rPr sz="2450" dirty="0">
                    <a:latin typeface="Times New Roman"/>
                    <a:cs typeface="Times New Roman"/>
                  </a:rPr>
                  <a:t>)</a:t>
                </a:r>
              </a:p>
            </p:txBody>
          </p:sp>
          <p:sp>
            <p:nvSpPr>
              <p:cNvPr id="8" name="object 8"/>
              <p:cNvSpPr txBox="1"/>
              <p:nvPr/>
            </p:nvSpPr>
            <p:spPr>
              <a:xfrm>
                <a:off x="2650978" y="5433802"/>
                <a:ext cx="819785" cy="34480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</a:pPr>
                <a:r>
                  <a:rPr sz="2450" i="1" spc="114" dirty="0">
                    <a:latin typeface="Times New Roman"/>
                    <a:cs typeface="Times New Roman"/>
                  </a:rPr>
                  <a:t>u</a:t>
                </a:r>
                <a:r>
                  <a:rPr sz="2450" spc="60" dirty="0">
                    <a:latin typeface="Times New Roman"/>
                    <a:cs typeface="Times New Roman"/>
                  </a:rPr>
                  <a:t>(</a:t>
                </a:r>
                <a:r>
                  <a:rPr sz="2450" i="1" dirty="0">
                    <a:latin typeface="Times New Roman"/>
                    <a:cs typeface="Times New Roman"/>
                  </a:rPr>
                  <a:t>k</a:t>
                </a:r>
                <a:r>
                  <a:rPr sz="2450" i="1" spc="-400" dirty="0">
                    <a:latin typeface="Times New Roman"/>
                    <a:cs typeface="Times New Roman"/>
                  </a:rPr>
                  <a:t> </a:t>
                </a:r>
                <a:r>
                  <a:rPr sz="2450" dirty="0">
                    <a:latin typeface="Times New Roman"/>
                    <a:cs typeface="Times New Roman"/>
                  </a:rPr>
                  <a:t>)</a:t>
                </a:r>
                <a:r>
                  <a:rPr sz="2450" spc="-50" dirty="0">
                    <a:latin typeface="Times New Roman"/>
                    <a:cs typeface="Times New Roman"/>
                  </a:rPr>
                  <a:t> </a:t>
                </a:r>
                <a:r>
                  <a:rPr sz="2450" dirty="0">
                    <a:latin typeface="Symbol"/>
                    <a:cs typeface="Symbol"/>
                  </a:rPr>
                  <a:t></a:t>
                </a:r>
                <a:endParaRPr sz="2450">
                  <a:latin typeface="Symbol"/>
                  <a:cs typeface="Symbol"/>
                </a:endParaRPr>
              </a:p>
            </p:txBody>
          </p:sp>
          <p:sp>
            <p:nvSpPr>
              <p:cNvPr id="9" name="object 9"/>
              <p:cNvSpPr txBox="1"/>
              <p:nvPr/>
            </p:nvSpPr>
            <p:spPr>
              <a:xfrm>
                <a:off x="3509443" y="5638875"/>
                <a:ext cx="715645" cy="42100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</a:pPr>
                <a:r>
                  <a:rPr sz="2450" spc="190" dirty="0">
                    <a:latin typeface="Times New Roman"/>
                    <a:cs typeface="Times New Roman"/>
                  </a:rPr>
                  <a:t>1</a:t>
                </a:r>
                <a:r>
                  <a:rPr sz="2450" dirty="0">
                    <a:latin typeface="Symbol"/>
                    <a:cs typeface="Symbol"/>
                  </a:rPr>
                  <a:t></a:t>
                </a:r>
                <a:r>
                  <a:rPr sz="2450" spc="-85" dirty="0">
                    <a:latin typeface="Times New Roman"/>
                    <a:cs typeface="Times New Roman"/>
                  </a:rPr>
                  <a:t> </a:t>
                </a:r>
                <a:r>
                  <a:rPr sz="2450" i="1" spc="165" dirty="0">
                    <a:latin typeface="Times New Roman"/>
                    <a:cs typeface="Times New Roman"/>
                  </a:rPr>
                  <a:t>z</a:t>
                </a:r>
                <a:r>
                  <a:rPr sz="2775" spc="-22" baseline="33033" dirty="0">
                    <a:latin typeface="Symbol"/>
                    <a:cs typeface="Symbol"/>
                  </a:rPr>
                  <a:t></a:t>
                </a:r>
                <a:endParaRPr sz="2775" baseline="33033">
                  <a:latin typeface="Symbol"/>
                  <a:cs typeface="Symbol"/>
                </a:endParaRPr>
              </a:p>
            </p:txBody>
          </p:sp>
          <p:sp>
            <p:nvSpPr>
              <p:cNvPr id="10" name="object 10"/>
              <p:cNvSpPr txBox="1"/>
              <p:nvPr/>
            </p:nvSpPr>
            <p:spPr>
              <a:xfrm>
                <a:off x="3791801" y="5239280"/>
                <a:ext cx="254635" cy="406400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</a:pPr>
                <a:r>
                  <a:rPr sz="2450" i="1" spc="95" dirty="0">
                    <a:latin typeface="Times New Roman"/>
                    <a:cs typeface="Times New Roman"/>
                  </a:rPr>
                  <a:t>k</a:t>
                </a:r>
                <a:r>
                  <a:rPr sz="2775" i="1" spc="-15" baseline="-19519" dirty="0">
                    <a:latin typeface="Times New Roman"/>
                    <a:cs typeface="Times New Roman"/>
                  </a:rPr>
                  <a:t>I</a:t>
                </a:r>
                <a:endParaRPr sz="2775" baseline="-19519" dirty="0">
                  <a:latin typeface="Times New Roman"/>
                  <a:cs typeface="Times New Roman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4299" rIns="0" bIns="0" rtlCol="0">
            <a:spAutoFit/>
          </a:bodyPr>
          <a:lstStyle/>
          <a:p>
            <a:pPr marL="135255">
              <a:lnSpc>
                <a:spcPct val="100000"/>
              </a:lnSpc>
            </a:pPr>
            <a:r>
              <a:rPr spc="-5" dirty="0"/>
              <a:t>E</a:t>
            </a:r>
            <a:r>
              <a:rPr spc="-75" dirty="0"/>
              <a:t>x</a:t>
            </a:r>
            <a:r>
              <a:rPr spc="-15" dirty="0"/>
              <a:t>e</a:t>
            </a:r>
            <a:r>
              <a:rPr spc="-85" dirty="0"/>
              <a:t>r</a:t>
            </a:r>
            <a:r>
              <a:rPr dirty="0"/>
              <a:t>ci</a:t>
            </a:r>
            <a:r>
              <a:rPr spc="-15" dirty="0"/>
              <a:t>s</a:t>
            </a:r>
            <a:r>
              <a:rPr spc="-20" dirty="0"/>
              <a:t>e</a:t>
            </a:r>
            <a:r>
              <a:rPr spc="-105" dirty="0">
                <a:latin typeface="Times New Roman"/>
                <a:cs typeface="Times New Roman"/>
              </a:rPr>
              <a:t> </a:t>
            </a:r>
            <a:r>
              <a:rPr spc="-20" dirty="0"/>
              <a:t>1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99629" y="2145900"/>
            <a:ext cx="6664959" cy="734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5080" indent="-228600">
              <a:lnSpc>
                <a:spcPts val="2820"/>
              </a:lnSpc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20" dirty="0">
                <a:latin typeface="Calibri"/>
                <a:cs typeface="Calibri"/>
              </a:rPr>
              <a:t>P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v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he</a:t>
            </a:r>
            <a:r>
              <a:rPr sz="2600" spc="-15" dirty="0">
                <a:latin typeface="Calibri"/>
                <a:cs typeface="Calibri"/>
              </a:rPr>
              <a:t>se</a:t>
            </a:r>
            <a:r>
              <a:rPr sz="2600" spc="-10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q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35" dirty="0">
                <a:latin typeface="Calibri"/>
                <a:cs typeface="Calibri"/>
              </a:rPr>
              <a:t>v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le</a:t>
            </a:r>
            <a:r>
              <a:rPr sz="2600" spc="-25" dirty="0">
                <a:latin typeface="Calibri"/>
                <a:cs typeface="Calibri"/>
              </a:rPr>
              <a:t>n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f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spc="-20" dirty="0">
                <a:latin typeface="Calibri"/>
                <a:cs typeface="Calibri"/>
              </a:rPr>
              <a:t>me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P</a:t>
            </a:r>
            <a:r>
              <a:rPr sz="2600" spc="-10" dirty="0">
                <a:latin typeface="Calibri"/>
                <a:cs typeface="Calibri"/>
              </a:rPr>
              <a:t>I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40" dirty="0">
                <a:latin typeface="Calibri"/>
                <a:cs typeface="Calibri"/>
              </a:rPr>
              <a:t>g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hm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105107" y="3801986"/>
            <a:ext cx="819150" cy="0"/>
          </a:xfrm>
          <a:custGeom>
            <a:avLst/>
            <a:gdLst/>
            <a:ahLst/>
            <a:cxnLst/>
            <a:rect l="l" t="t" r="r" b="b"/>
            <a:pathLst>
              <a:path w="819150">
                <a:moveTo>
                  <a:pt x="0" y="0"/>
                </a:moveTo>
                <a:lnTo>
                  <a:pt x="818696" y="0"/>
                </a:lnTo>
              </a:path>
            </a:pathLst>
          </a:custGeom>
          <a:ln w="130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768291" y="3546257"/>
            <a:ext cx="3143885" cy="534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775" spc="-15" baseline="-33033" dirty="0">
                <a:latin typeface="Times New Roman"/>
                <a:cs typeface="Times New Roman"/>
              </a:rPr>
              <a:t>1</a:t>
            </a:r>
            <a:r>
              <a:rPr sz="2775" spc="127" baseline="-33033" dirty="0">
                <a:latin typeface="Times New Roman"/>
                <a:cs typeface="Times New Roman"/>
              </a:rPr>
              <a:t> </a:t>
            </a:r>
            <a:r>
              <a:rPr sz="4950" spc="202" baseline="-2525" dirty="0">
                <a:latin typeface="Symbol"/>
                <a:cs typeface="Symbol"/>
              </a:rPr>
              <a:t></a:t>
            </a:r>
            <a:r>
              <a:rPr sz="2450" i="1" spc="10" dirty="0">
                <a:latin typeface="Times New Roman"/>
                <a:cs typeface="Times New Roman"/>
              </a:rPr>
              <a:t>y</a:t>
            </a:r>
            <a:r>
              <a:rPr sz="2775" i="1" spc="-15" baseline="-19519" dirty="0">
                <a:latin typeface="Times New Roman"/>
                <a:cs typeface="Times New Roman"/>
              </a:rPr>
              <a:t>d</a:t>
            </a:r>
            <a:r>
              <a:rPr sz="2775" i="1" spc="-7" baseline="-19519" dirty="0">
                <a:latin typeface="Times New Roman"/>
                <a:cs typeface="Times New Roman"/>
              </a:rPr>
              <a:t> </a:t>
            </a:r>
            <a:r>
              <a:rPr sz="2450" spc="60" dirty="0">
                <a:latin typeface="Times New Roman"/>
                <a:cs typeface="Times New Roman"/>
              </a:rPr>
              <a:t>(</a:t>
            </a:r>
            <a:r>
              <a:rPr sz="2450" i="1" dirty="0">
                <a:latin typeface="Times New Roman"/>
                <a:cs typeface="Times New Roman"/>
              </a:rPr>
              <a:t>k</a:t>
            </a:r>
            <a:r>
              <a:rPr sz="2450" i="1" spc="-400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)</a:t>
            </a:r>
            <a:r>
              <a:rPr sz="2450" spc="-204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Symbol"/>
                <a:cs typeface="Symbol"/>
              </a:rPr>
              <a:t></a:t>
            </a:r>
            <a:r>
              <a:rPr sz="2450" spc="30" dirty="0">
                <a:latin typeface="Times New Roman"/>
                <a:cs typeface="Times New Roman"/>
              </a:rPr>
              <a:t> </a:t>
            </a:r>
            <a:r>
              <a:rPr sz="2450" i="1" spc="95" dirty="0">
                <a:latin typeface="Times New Roman"/>
                <a:cs typeface="Times New Roman"/>
              </a:rPr>
              <a:t>y</a:t>
            </a:r>
            <a:r>
              <a:rPr sz="2450" spc="60" dirty="0">
                <a:latin typeface="Times New Roman"/>
                <a:cs typeface="Times New Roman"/>
              </a:rPr>
              <a:t>(</a:t>
            </a:r>
            <a:r>
              <a:rPr sz="2450" i="1" dirty="0">
                <a:latin typeface="Times New Roman"/>
                <a:cs typeface="Times New Roman"/>
              </a:rPr>
              <a:t>k</a:t>
            </a:r>
            <a:r>
              <a:rPr sz="2450" i="1" spc="-400" dirty="0">
                <a:latin typeface="Times New Roman"/>
                <a:cs typeface="Times New Roman"/>
              </a:rPr>
              <a:t> </a:t>
            </a:r>
            <a:r>
              <a:rPr sz="2450" spc="150" dirty="0">
                <a:latin typeface="Times New Roman"/>
                <a:cs typeface="Times New Roman"/>
              </a:rPr>
              <a:t>)</a:t>
            </a:r>
            <a:r>
              <a:rPr sz="4950" spc="112" baseline="-2525" dirty="0">
                <a:latin typeface="Symbol"/>
                <a:cs typeface="Symbol"/>
              </a:rPr>
              <a:t></a:t>
            </a:r>
            <a:r>
              <a:rPr sz="2450" dirty="0">
                <a:latin typeface="Symbol"/>
                <a:cs typeface="Symbol"/>
              </a:rPr>
              <a:t></a:t>
            </a:r>
            <a:r>
              <a:rPr sz="2450" spc="265" dirty="0">
                <a:latin typeface="Times New Roman"/>
                <a:cs typeface="Times New Roman"/>
              </a:rPr>
              <a:t> </a:t>
            </a:r>
            <a:r>
              <a:rPr sz="2450" i="1" spc="75" dirty="0">
                <a:latin typeface="Times New Roman"/>
                <a:cs typeface="Times New Roman"/>
              </a:rPr>
              <a:t>f</a:t>
            </a:r>
            <a:r>
              <a:rPr sz="2775" spc="-15" baseline="-19519" dirty="0">
                <a:latin typeface="Times New Roman"/>
                <a:cs typeface="Times New Roman"/>
              </a:rPr>
              <a:t>0</a:t>
            </a:r>
            <a:r>
              <a:rPr sz="2775" spc="-202" baseline="-19519" dirty="0">
                <a:latin typeface="Times New Roman"/>
                <a:cs typeface="Times New Roman"/>
              </a:rPr>
              <a:t> </a:t>
            </a:r>
            <a:r>
              <a:rPr sz="2450" i="1" spc="95" dirty="0">
                <a:latin typeface="Times New Roman"/>
                <a:cs typeface="Times New Roman"/>
              </a:rPr>
              <a:t>y</a:t>
            </a:r>
            <a:r>
              <a:rPr sz="2450" spc="60" dirty="0">
                <a:latin typeface="Times New Roman"/>
                <a:cs typeface="Times New Roman"/>
              </a:rPr>
              <a:t>(</a:t>
            </a:r>
            <a:r>
              <a:rPr sz="2450" i="1" dirty="0">
                <a:latin typeface="Times New Roman"/>
                <a:cs typeface="Times New Roman"/>
              </a:rPr>
              <a:t>k</a:t>
            </a:r>
            <a:r>
              <a:rPr sz="2450" i="1" spc="-400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)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2240">
              <a:lnSpc>
                <a:spcPct val="100000"/>
              </a:lnSpc>
            </a:pPr>
            <a:r>
              <a:rPr spc="-10" dirty="0"/>
              <a:t>5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220968" y="3610075"/>
            <a:ext cx="819785" cy="344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i="1" spc="114" dirty="0">
                <a:latin typeface="Times New Roman"/>
                <a:cs typeface="Times New Roman"/>
              </a:rPr>
              <a:t>u</a:t>
            </a:r>
            <a:r>
              <a:rPr sz="2450" spc="60" dirty="0">
                <a:latin typeface="Times New Roman"/>
                <a:cs typeface="Times New Roman"/>
              </a:rPr>
              <a:t>(</a:t>
            </a:r>
            <a:r>
              <a:rPr sz="2450" i="1" dirty="0">
                <a:latin typeface="Times New Roman"/>
                <a:cs typeface="Times New Roman"/>
              </a:rPr>
              <a:t>k</a:t>
            </a:r>
            <a:r>
              <a:rPr sz="2450" i="1" spc="-400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)</a:t>
            </a:r>
            <a:r>
              <a:rPr sz="2450" spc="-50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Symbol"/>
                <a:cs typeface="Symbol"/>
              </a:rPr>
              <a:t></a:t>
            </a:r>
            <a:endParaRPr sz="2450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79422" y="3815160"/>
            <a:ext cx="715645" cy="421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spc="190" dirty="0">
                <a:latin typeface="Times New Roman"/>
                <a:cs typeface="Times New Roman"/>
              </a:rPr>
              <a:t>1</a:t>
            </a:r>
            <a:r>
              <a:rPr sz="2450" dirty="0">
                <a:latin typeface="Symbol"/>
                <a:cs typeface="Symbol"/>
              </a:rPr>
              <a:t></a:t>
            </a:r>
            <a:r>
              <a:rPr sz="2450" spc="-85" dirty="0">
                <a:latin typeface="Times New Roman"/>
                <a:cs typeface="Times New Roman"/>
              </a:rPr>
              <a:t> </a:t>
            </a:r>
            <a:r>
              <a:rPr sz="2450" i="1" spc="165" dirty="0">
                <a:latin typeface="Times New Roman"/>
                <a:cs typeface="Times New Roman"/>
              </a:rPr>
              <a:t>z</a:t>
            </a:r>
            <a:r>
              <a:rPr sz="2775" spc="-22" baseline="33033" dirty="0">
                <a:latin typeface="Symbol"/>
                <a:cs typeface="Symbol"/>
              </a:rPr>
              <a:t></a:t>
            </a:r>
            <a:endParaRPr sz="2775" baseline="33033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61791" y="3415566"/>
            <a:ext cx="254635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i="1" spc="95" dirty="0">
                <a:latin typeface="Times New Roman"/>
                <a:cs typeface="Times New Roman"/>
              </a:rPr>
              <a:t>k</a:t>
            </a:r>
            <a:r>
              <a:rPr sz="2775" i="1" spc="-15" baseline="-19519" dirty="0">
                <a:latin typeface="Times New Roman"/>
                <a:cs typeface="Times New Roman"/>
              </a:rPr>
              <a:t>I</a:t>
            </a:r>
            <a:endParaRPr sz="2775" baseline="-19519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23479" y="4777433"/>
            <a:ext cx="7299959" cy="507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85" dirty="0">
                <a:latin typeface="Times New Roman"/>
                <a:cs typeface="Times New Roman"/>
              </a:rPr>
              <a:t>u</a:t>
            </a:r>
            <a:r>
              <a:rPr sz="2650" spc="45" dirty="0">
                <a:latin typeface="Times New Roman"/>
                <a:cs typeface="Times New Roman"/>
              </a:rPr>
              <a:t>(</a:t>
            </a:r>
            <a:r>
              <a:rPr sz="2650" i="1" spc="200" dirty="0">
                <a:latin typeface="Times New Roman"/>
                <a:cs typeface="Times New Roman"/>
              </a:rPr>
              <a:t>k</a:t>
            </a:r>
            <a:r>
              <a:rPr sz="2650" spc="-20" dirty="0">
                <a:latin typeface="Times New Roman"/>
                <a:cs typeface="Times New Roman"/>
              </a:rPr>
              <a:t>)</a:t>
            </a:r>
            <a:r>
              <a:rPr sz="2650" spc="-65" dirty="0">
                <a:latin typeface="Times New Roman"/>
                <a:cs typeface="Times New Roman"/>
              </a:rPr>
              <a:t> </a:t>
            </a:r>
            <a:r>
              <a:rPr sz="2650" spc="-30" dirty="0">
                <a:latin typeface="Symbol"/>
                <a:cs typeface="Symbol"/>
              </a:rPr>
              <a:t></a:t>
            </a:r>
            <a:r>
              <a:rPr sz="2650" spc="-140" dirty="0">
                <a:latin typeface="Times New Roman"/>
                <a:cs typeface="Times New Roman"/>
              </a:rPr>
              <a:t> </a:t>
            </a:r>
            <a:r>
              <a:rPr sz="2650" i="1" spc="85" dirty="0">
                <a:latin typeface="Times New Roman"/>
                <a:cs typeface="Times New Roman"/>
              </a:rPr>
              <a:t>u</a:t>
            </a:r>
            <a:r>
              <a:rPr sz="2650" spc="45" dirty="0">
                <a:latin typeface="Times New Roman"/>
                <a:cs typeface="Times New Roman"/>
              </a:rPr>
              <a:t>(</a:t>
            </a:r>
            <a:r>
              <a:rPr sz="2650" i="1" spc="-25" dirty="0">
                <a:latin typeface="Times New Roman"/>
                <a:cs typeface="Times New Roman"/>
              </a:rPr>
              <a:t>k </a:t>
            </a:r>
            <a:r>
              <a:rPr sz="2650" spc="125" dirty="0">
                <a:latin typeface="Symbol"/>
                <a:cs typeface="Symbol"/>
              </a:rPr>
              <a:t></a:t>
            </a:r>
            <a:r>
              <a:rPr sz="2650" spc="-235" dirty="0">
                <a:latin typeface="Times New Roman"/>
                <a:cs typeface="Times New Roman"/>
              </a:rPr>
              <a:t>1</a:t>
            </a:r>
            <a:r>
              <a:rPr sz="2650" spc="-20" dirty="0">
                <a:latin typeface="Times New Roman"/>
                <a:cs typeface="Times New Roman"/>
              </a:rPr>
              <a:t>)</a:t>
            </a:r>
            <a:r>
              <a:rPr sz="2650" spc="-229" dirty="0">
                <a:latin typeface="Times New Roman"/>
                <a:cs typeface="Times New Roman"/>
              </a:rPr>
              <a:t> </a:t>
            </a:r>
            <a:r>
              <a:rPr sz="2650" spc="-30" dirty="0">
                <a:latin typeface="Symbol"/>
                <a:cs typeface="Symbol"/>
              </a:rPr>
              <a:t></a:t>
            </a:r>
            <a:r>
              <a:rPr sz="2650" spc="-180" dirty="0">
                <a:latin typeface="Times New Roman"/>
                <a:cs typeface="Times New Roman"/>
              </a:rPr>
              <a:t> </a:t>
            </a:r>
            <a:r>
              <a:rPr sz="2650" i="1" spc="80" dirty="0">
                <a:latin typeface="Times New Roman"/>
                <a:cs typeface="Times New Roman"/>
              </a:rPr>
              <a:t>k</a:t>
            </a:r>
            <a:r>
              <a:rPr sz="2925" i="1" baseline="-19943" dirty="0">
                <a:latin typeface="Times New Roman"/>
                <a:cs typeface="Times New Roman"/>
              </a:rPr>
              <a:t>I </a:t>
            </a:r>
            <a:r>
              <a:rPr sz="2925" i="1" spc="-330" baseline="-19943" dirty="0">
                <a:latin typeface="Times New Roman"/>
                <a:cs typeface="Times New Roman"/>
              </a:rPr>
              <a:t> </a:t>
            </a:r>
            <a:r>
              <a:rPr sz="5250" spc="-457" baseline="-3174" dirty="0">
                <a:latin typeface="Symbol"/>
                <a:cs typeface="Symbol"/>
              </a:rPr>
              <a:t></a:t>
            </a:r>
            <a:r>
              <a:rPr sz="5250" spc="-630" baseline="-3174" dirty="0">
                <a:latin typeface="Times New Roman"/>
                <a:cs typeface="Times New Roman"/>
              </a:rPr>
              <a:t> </a:t>
            </a:r>
            <a:r>
              <a:rPr sz="2650" i="1" spc="-15" dirty="0">
                <a:latin typeface="Times New Roman"/>
                <a:cs typeface="Times New Roman"/>
              </a:rPr>
              <a:t>y</a:t>
            </a:r>
            <a:r>
              <a:rPr sz="2925" i="1" baseline="-19943" dirty="0">
                <a:latin typeface="Times New Roman"/>
                <a:cs typeface="Times New Roman"/>
              </a:rPr>
              <a:t>d </a:t>
            </a:r>
            <a:r>
              <a:rPr sz="2650" spc="45" dirty="0">
                <a:latin typeface="Times New Roman"/>
                <a:cs typeface="Times New Roman"/>
              </a:rPr>
              <a:t>(</a:t>
            </a:r>
            <a:r>
              <a:rPr sz="2650" i="1" spc="-2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20" dirty="0">
                <a:latin typeface="Times New Roman"/>
                <a:cs typeface="Times New Roman"/>
              </a:rPr>
              <a:t>)</a:t>
            </a:r>
            <a:r>
              <a:rPr sz="2650" spc="-229" dirty="0">
                <a:latin typeface="Times New Roman"/>
                <a:cs typeface="Times New Roman"/>
              </a:rPr>
              <a:t> </a:t>
            </a:r>
            <a:r>
              <a:rPr sz="2650" spc="-30" dirty="0">
                <a:latin typeface="Symbol"/>
                <a:cs typeface="Symbol"/>
              </a:rPr>
              <a:t></a:t>
            </a:r>
            <a:r>
              <a:rPr sz="2650" spc="25" dirty="0">
                <a:latin typeface="Times New Roman"/>
                <a:cs typeface="Times New Roman"/>
              </a:rPr>
              <a:t> </a:t>
            </a:r>
            <a:r>
              <a:rPr sz="2650" i="1" spc="80" dirty="0">
                <a:latin typeface="Times New Roman"/>
                <a:cs typeface="Times New Roman"/>
              </a:rPr>
              <a:t>y</a:t>
            </a:r>
            <a:r>
              <a:rPr sz="2650" spc="45" dirty="0">
                <a:latin typeface="Times New Roman"/>
                <a:cs typeface="Times New Roman"/>
              </a:rPr>
              <a:t>(</a:t>
            </a:r>
            <a:r>
              <a:rPr sz="2650" i="1" spc="-2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140" dirty="0">
                <a:latin typeface="Times New Roman"/>
                <a:cs typeface="Times New Roman"/>
              </a:rPr>
              <a:t>)</a:t>
            </a:r>
            <a:r>
              <a:rPr sz="5250" spc="-457" baseline="-3174" dirty="0">
                <a:latin typeface="Symbol"/>
                <a:cs typeface="Symbol"/>
              </a:rPr>
              <a:t></a:t>
            </a:r>
            <a:r>
              <a:rPr sz="5250" spc="-712" baseline="-3174" dirty="0">
                <a:latin typeface="Times New Roman"/>
                <a:cs typeface="Times New Roman"/>
              </a:rPr>
              <a:t> </a:t>
            </a:r>
            <a:r>
              <a:rPr sz="2650" spc="-30" dirty="0">
                <a:latin typeface="Symbol"/>
                <a:cs typeface="Symbol"/>
              </a:rPr>
              <a:t></a:t>
            </a:r>
            <a:r>
              <a:rPr sz="2650" spc="275" dirty="0">
                <a:latin typeface="Times New Roman"/>
                <a:cs typeface="Times New Roman"/>
              </a:rPr>
              <a:t> </a:t>
            </a:r>
            <a:r>
              <a:rPr sz="2650" i="1" spc="65" dirty="0">
                <a:latin typeface="Times New Roman"/>
                <a:cs typeface="Times New Roman"/>
              </a:rPr>
              <a:t>f</a:t>
            </a:r>
            <a:r>
              <a:rPr sz="2925" baseline="-19943" dirty="0">
                <a:latin typeface="Times New Roman"/>
                <a:cs typeface="Times New Roman"/>
              </a:rPr>
              <a:t>0</a:t>
            </a:r>
            <a:r>
              <a:rPr sz="2925" spc="44" baseline="-19943" dirty="0">
                <a:latin typeface="Times New Roman"/>
                <a:cs typeface="Times New Roman"/>
              </a:rPr>
              <a:t> </a:t>
            </a:r>
            <a:r>
              <a:rPr sz="5250" spc="-472" baseline="-3174" dirty="0">
                <a:latin typeface="Symbol"/>
                <a:cs typeface="Symbol"/>
              </a:rPr>
              <a:t></a:t>
            </a:r>
            <a:r>
              <a:rPr sz="5250" spc="-622" baseline="-3174" dirty="0">
                <a:latin typeface="Times New Roman"/>
                <a:cs typeface="Times New Roman"/>
              </a:rPr>
              <a:t> </a:t>
            </a:r>
            <a:r>
              <a:rPr sz="2650" i="1" spc="80" dirty="0">
                <a:latin typeface="Times New Roman"/>
                <a:cs typeface="Times New Roman"/>
              </a:rPr>
              <a:t>y</a:t>
            </a:r>
            <a:r>
              <a:rPr sz="2650" spc="45" dirty="0">
                <a:latin typeface="Times New Roman"/>
                <a:cs typeface="Times New Roman"/>
              </a:rPr>
              <a:t>(</a:t>
            </a:r>
            <a:r>
              <a:rPr sz="2650" i="1" spc="-2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20" dirty="0">
                <a:latin typeface="Times New Roman"/>
                <a:cs typeface="Times New Roman"/>
              </a:rPr>
              <a:t>)</a:t>
            </a:r>
            <a:r>
              <a:rPr sz="2650" spc="-235" dirty="0">
                <a:latin typeface="Times New Roman"/>
                <a:cs typeface="Times New Roman"/>
              </a:rPr>
              <a:t> </a:t>
            </a:r>
            <a:r>
              <a:rPr sz="2650" spc="-30" dirty="0">
                <a:latin typeface="Symbol"/>
                <a:cs typeface="Symbol"/>
              </a:rPr>
              <a:t></a:t>
            </a:r>
            <a:r>
              <a:rPr sz="2650" spc="30" dirty="0">
                <a:latin typeface="Times New Roman"/>
                <a:cs typeface="Times New Roman"/>
              </a:rPr>
              <a:t> </a:t>
            </a:r>
            <a:r>
              <a:rPr sz="2650" i="1" spc="80" dirty="0">
                <a:latin typeface="Times New Roman"/>
                <a:cs typeface="Times New Roman"/>
              </a:rPr>
              <a:t>y</a:t>
            </a:r>
            <a:r>
              <a:rPr sz="2650" spc="45" dirty="0">
                <a:latin typeface="Times New Roman"/>
                <a:cs typeface="Times New Roman"/>
              </a:rPr>
              <a:t>(</a:t>
            </a:r>
            <a:r>
              <a:rPr sz="2650" i="1" spc="-25" dirty="0">
                <a:latin typeface="Times New Roman"/>
                <a:cs typeface="Times New Roman"/>
              </a:rPr>
              <a:t>k</a:t>
            </a:r>
            <a:r>
              <a:rPr sz="2650" i="1" spc="-30" dirty="0">
                <a:latin typeface="Times New Roman"/>
                <a:cs typeface="Times New Roman"/>
              </a:rPr>
              <a:t> </a:t>
            </a:r>
            <a:r>
              <a:rPr sz="2650" spc="130" dirty="0">
                <a:latin typeface="Symbol"/>
                <a:cs typeface="Symbol"/>
              </a:rPr>
              <a:t></a:t>
            </a:r>
            <a:r>
              <a:rPr sz="2650" spc="-235" dirty="0">
                <a:latin typeface="Times New Roman"/>
                <a:cs typeface="Times New Roman"/>
              </a:rPr>
              <a:t>1</a:t>
            </a:r>
            <a:r>
              <a:rPr sz="2650" spc="140" dirty="0">
                <a:latin typeface="Times New Roman"/>
                <a:cs typeface="Times New Roman"/>
              </a:rPr>
              <a:t>)</a:t>
            </a:r>
            <a:r>
              <a:rPr sz="5250" spc="-472" baseline="-3174" dirty="0">
                <a:latin typeface="Symbol"/>
                <a:cs typeface="Symbol"/>
              </a:rPr>
              <a:t></a:t>
            </a:r>
            <a:endParaRPr sz="5250" baseline="-3174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4299" rIns="0" bIns="0" rtlCol="0">
            <a:spAutoFit/>
          </a:bodyPr>
          <a:lstStyle/>
          <a:p>
            <a:pPr marL="135255">
              <a:lnSpc>
                <a:spcPct val="100000"/>
              </a:lnSpc>
            </a:pPr>
            <a:r>
              <a:rPr spc="-5" dirty="0"/>
              <a:t>E</a:t>
            </a:r>
            <a:r>
              <a:rPr spc="-75" dirty="0"/>
              <a:t>x</a:t>
            </a:r>
            <a:r>
              <a:rPr spc="-15" dirty="0"/>
              <a:t>e</a:t>
            </a:r>
            <a:r>
              <a:rPr spc="-85" dirty="0"/>
              <a:t>r</a:t>
            </a:r>
            <a:r>
              <a:rPr dirty="0"/>
              <a:t>ci</a:t>
            </a:r>
            <a:r>
              <a:rPr spc="-15" dirty="0"/>
              <a:t>s</a:t>
            </a:r>
            <a:r>
              <a:rPr spc="-20" dirty="0"/>
              <a:t>e</a:t>
            </a:r>
            <a:r>
              <a:rPr spc="-105" dirty="0">
                <a:latin typeface="Times New Roman"/>
                <a:cs typeface="Times New Roman"/>
              </a:rPr>
              <a:t> </a:t>
            </a:r>
            <a:r>
              <a:rPr spc="-20" dirty="0"/>
              <a:t>2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99629" y="2145900"/>
            <a:ext cx="5903595" cy="1089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5080" indent="-228600">
              <a:lnSpc>
                <a:spcPct val="90100"/>
              </a:lnSpc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30" dirty="0">
                <a:latin typeface="Calibri"/>
                <a:cs typeface="Calibri"/>
              </a:rPr>
              <a:t>U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f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b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ck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d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5" dirty="0">
                <a:latin typeface="Calibri"/>
                <a:cs typeface="Calibri"/>
              </a:rPr>
              <a:t>ag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25" dirty="0">
                <a:latin typeface="Calibri"/>
                <a:cs typeface="Calibri"/>
              </a:rPr>
              <a:t>am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ana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35" dirty="0">
                <a:latin typeface="Calibri"/>
                <a:cs typeface="Calibri"/>
              </a:rPr>
              <a:t>y</a:t>
            </a:r>
            <a:r>
              <a:rPr sz="2600" dirty="0">
                <a:latin typeface="Calibri"/>
                <a:cs typeface="Calibri"/>
              </a:rPr>
              <a:t>sis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(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he</a:t>
            </a:r>
            <a:r>
              <a:rPr sz="2600" dirty="0">
                <a:latin typeface="Calibri"/>
                <a:cs typeface="Calibri"/>
              </a:rPr>
              <a:t>r</a:t>
            </a:r>
            <a:r>
              <a:rPr sz="2600" spc="-20" dirty="0">
                <a:latin typeface="Calibri"/>
                <a:cs typeface="Calibri"/>
              </a:rPr>
              <a:t>w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)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w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5" dirty="0">
                <a:latin typeface="Calibri"/>
                <a:cs typeface="Calibri"/>
              </a:rPr>
              <a:t>d</a:t>
            </a:r>
            <a:r>
              <a:rPr sz="2600" dirty="0">
                <a:latin typeface="Calibri"/>
                <a:cs typeface="Calibri"/>
              </a:rPr>
              <a:t>-l</a:t>
            </a:r>
            <a:r>
              <a:rPr sz="2600" spc="5" dirty="0">
                <a:latin typeface="Calibri"/>
                <a:cs typeface="Calibri"/>
              </a:rPr>
              <a:t>oo</a:t>
            </a:r>
            <a:r>
              <a:rPr sz="2600" dirty="0">
                <a:latin typeface="Calibri"/>
                <a:cs typeface="Calibri"/>
              </a:rPr>
              <a:t>p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170" dirty="0">
                <a:latin typeface="Calibri"/>
                <a:cs typeface="Calibri"/>
              </a:rPr>
              <a:t>T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an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er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un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ll</a:t>
            </a:r>
            <a:r>
              <a:rPr sz="2600" spc="-15" dirty="0">
                <a:latin typeface="Calibri"/>
                <a:cs typeface="Calibri"/>
              </a:rPr>
              <a:t>o</a:t>
            </a:r>
            <a:r>
              <a:rPr sz="2600" spc="-40" dirty="0">
                <a:latin typeface="Calibri"/>
                <a:cs typeface="Calibri"/>
              </a:rPr>
              <a:t>w</a:t>
            </a:r>
            <a:r>
              <a:rPr sz="2600" dirty="0">
                <a:latin typeface="Calibri"/>
                <a:cs typeface="Calibri"/>
              </a:rPr>
              <a:t>s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9629" y="4795122"/>
            <a:ext cx="6367145" cy="731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5080" indent="-228600">
              <a:lnSpc>
                <a:spcPts val="2800"/>
              </a:lnSpc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Hi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: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sim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dirty="0">
                <a:latin typeface="Calibri"/>
                <a:cs typeface="Calibri"/>
              </a:rPr>
              <a:t>li</a:t>
            </a:r>
            <a:r>
              <a:rPr sz="2600" spc="25" dirty="0">
                <a:latin typeface="Calibri"/>
                <a:cs typeface="Calibri"/>
              </a:rPr>
              <a:t>f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nner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eedba</a:t>
            </a:r>
            <a:r>
              <a:rPr sz="2600" spc="-15" dirty="0">
                <a:latin typeface="Calibri"/>
                <a:cs typeface="Calibri"/>
              </a:rPr>
              <a:t>ck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5" dirty="0">
                <a:latin typeface="Calibri"/>
                <a:cs typeface="Calibri"/>
              </a:rPr>
              <a:t>oo</a:t>
            </a:r>
            <a:r>
              <a:rPr sz="2600" dirty="0">
                <a:latin typeface="Calibri"/>
                <a:cs typeface="Calibri"/>
              </a:rPr>
              <a:t>p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f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i.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.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d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an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na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Calibri"/>
                <a:cs typeface="Calibri"/>
              </a:rPr>
              <a:t>g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in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891890" y="3876050"/>
            <a:ext cx="5496560" cy="0"/>
          </a:xfrm>
          <a:custGeom>
            <a:avLst/>
            <a:gdLst/>
            <a:ahLst/>
            <a:cxnLst/>
            <a:rect l="l" t="t" r="r" b="b"/>
            <a:pathLst>
              <a:path w="5496559">
                <a:moveTo>
                  <a:pt x="0" y="0"/>
                </a:moveTo>
                <a:lnTo>
                  <a:pt x="5495996" y="0"/>
                </a:lnTo>
              </a:path>
            </a:pathLst>
          </a:custGeom>
          <a:ln w="132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173934" y="3403145"/>
            <a:ext cx="926465" cy="425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i="1" spc="-15" dirty="0">
                <a:latin typeface="Times New Roman"/>
                <a:cs typeface="Times New Roman"/>
              </a:rPr>
              <a:t>k </a:t>
            </a:r>
            <a:r>
              <a:rPr sz="2500" i="1" spc="-275" dirty="0">
                <a:latin typeface="Times New Roman"/>
                <a:cs typeface="Times New Roman"/>
              </a:rPr>
              <a:t> </a:t>
            </a:r>
            <a:r>
              <a:rPr sz="2500" i="1" spc="-15" dirty="0">
                <a:latin typeface="Times New Roman"/>
                <a:cs typeface="Times New Roman"/>
              </a:rPr>
              <a:t>b</a:t>
            </a:r>
            <a:r>
              <a:rPr sz="2500" i="1" spc="45" dirty="0">
                <a:latin typeface="Times New Roman"/>
                <a:cs typeface="Times New Roman"/>
              </a:rPr>
              <a:t> </a:t>
            </a:r>
            <a:r>
              <a:rPr sz="2500" i="1" spc="155" dirty="0">
                <a:latin typeface="Times New Roman"/>
                <a:cs typeface="Times New Roman"/>
              </a:rPr>
              <a:t>z</a:t>
            </a:r>
            <a:r>
              <a:rPr sz="2775" spc="-15" baseline="33033" dirty="0">
                <a:latin typeface="Symbol"/>
                <a:cs typeface="Symbol"/>
              </a:rPr>
              <a:t></a:t>
            </a:r>
            <a:r>
              <a:rPr sz="2775" baseline="33033" dirty="0">
                <a:latin typeface="Times New Roman"/>
                <a:cs typeface="Times New Roman"/>
              </a:rPr>
              <a:t>1</a:t>
            </a:r>
            <a:endParaRPr sz="2775" baseline="33033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2240">
              <a:lnSpc>
                <a:spcPct val="100000"/>
              </a:lnSpc>
            </a:pPr>
            <a:r>
              <a:rPr spc="-10" dirty="0"/>
              <a:t>6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327083" y="3631942"/>
            <a:ext cx="370840" cy="264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38760" algn="l"/>
              </a:tabLst>
            </a:pPr>
            <a:r>
              <a:rPr sz="1850" i="1" dirty="0">
                <a:latin typeface="Times New Roman"/>
                <a:cs typeface="Times New Roman"/>
              </a:rPr>
              <a:t>I	</a:t>
            </a:r>
            <a:r>
              <a:rPr sz="1850" dirty="0">
                <a:latin typeface="Times New Roman"/>
                <a:cs typeface="Times New Roman"/>
              </a:rPr>
              <a:t>1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05829" y="3889598"/>
            <a:ext cx="273685" cy="26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-10" dirty="0">
                <a:latin typeface="Symbol"/>
                <a:cs typeface="Symbol"/>
              </a:rPr>
              <a:t></a:t>
            </a:r>
            <a:r>
              <a:rPr sz="1850" dirty="0">
                <a:latin typeface="Times New Roman"/>
                <a:cs typeface="Times New Roman"/>
              </a:rPr>
              <a:t>1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082885" y="3889598"/>
            <a:ext cx="273685" cy="26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-10" dirty="0">
                <a:latin typeface="Symbol"/>
                <a:cs typeface="Symbol"/>
              </a:rPr>
              <a:t></a:t>
            </a:r>
            <a:r>
              <a:rPr sz="1850" dirty="0">
                <a:latin typeface="Times New Roman"/>
                <a:cs typeface="Times New Roman"/>
              </a:rPr>
              <a:t>2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66023" y="3966681"/>
            <a:ext cx="5220970" cy="415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364229" algn="l"/>
              </a:tabLst>
            </a:pPr>
            <a:r>
              <a:rPr sz="2500" spc="175" dirty="0">
                <a:latin typeface="Times New Roman"/>
                <a:cs typeface="Times New Roman"/>
              </a:rPr>
              <a:t>1</a:t>
            </a:r>
            <a:r>
              <a:rPr sz="2500" spc="-15" dirty="0">
                <a:latin typeface="Symbol"/>
                <a:cs typeface="Symbol"/>
              </a:rPr>
              <a:t></a:t>
            </a:r>
            <a:r>
              <a:rPr sz="2500" spc="-204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(</a:t>
            </a:r>
            <a:r>
              <a:rPr sz="2500" spc="-95" dirty="0">
                <a:latin typeface="Times New Roman"/>
                <a:cs typeface="Times New Roman"/>
              </a:rPr>
              <a:t> </a:t>
            </a:r>
            <a:r>
              <a:rPr sz="2500" i="1" spc="65" dirty="0">
                <a:latin typeface="Times New Roman"/>
                <a:cs typeface="Times New Roman"/>
              </a:rPr>
              <a:t>f</a:t>
            </a:r>
            <a:r>
              <a:rPr sz="2775" spc="37" baseline="-19519" dirty="0">
                <a:latin typeface="Times New Roman"/>
                <a:cs typeface="Times New Roman"/>
              </a:rPr>
              <a:t>0</a:t>
            </a:r>
            <a:r>
              <a:rPr sz="2500" i="1" spc="-355" dirty="0">
                <a:latin typeface="Times New Roman"/>
                <a:cs typeface="Times New Roman"/>
              </a:rPr>
              <a:t>b</a:t>
            </a:r>
            <a:r>
              <a:rPr sz="2775" baseline="-19519" dirty="0">
                <a:latin typeface="Times New Roman"/>
                <a:cs typeface="Times New Roman"/>
              </a:rPr>
              <a:t>1</a:t>
            </a:r>
            <a:r>
              <a:rPr sz="2775" spc="60" baseline="-19519" dirty="0">
                <a:latin typeface="Times New Roman"/>
                <a:cs typeface="Times New Roman"/>
              </a:rPr>
              <a:t> </a:t>
            </a:r>
            <a:r>
              <a:rPr sz="2500" spc="-15" dirty="0">
                <a:latin typeface="Symbol"/>
                <a:cs typeface="Symbol"/>
              </a:rPr>
              <a:t></a:t>
            </a:r>
            <a:r>
              <a:rPr sz="2500" spc="-165" dirty="0">
                <a:latin typeface="Times New Roman"/>
                <a:cs typeface="Times New Roman"/>
              </a:rPr>
              <a:t> </a:t>
            </a:r>
            <a:r>
              <a:rPr sz="2500" i="1" spc="-240" dirty="0">
                <a:latin typeface="Times New Roman"/>
                <a:cs typeface="Times New Roman"/>
              </a:rPr>
              <a:t>a</a:t>
            </a:r>
            <a:r>
              <a:rPr sz="2775" baseline="-19519" dirty="0">
                <a:latin typeface="Times New Roman"/>
                <a:cs typeface="Times New Roman"/>
              </a:rPr>
              <a:t>1</a:t>
            </a:r>
            <a:r>
              <a:rPr sz="2775" spc="60" baseline="-19519" dirty="0">
                <a:latin typeface="Times New Roman"/>
                <a:cs typeface="Times New Roman"/>
              </a:rPr>
              <a:t> </a:t>
            </a:r>
            <a:r>
              <a:rPr sz="2500" spc="135" dirty="0">
                <a:latin typeface="Symbol"/>
                <a:cs typeface="Symbol"/>
              </a:rPr>
              <a:t></a:t>
            </a:r>
            <a:r>
              <a:rPr sz="2500" spc="175" dirty="0">
                <a:latin typeface="Times New Roman"/>
                <a:cs typeface="Times New Roman"/>
              </a:rPr>
              <a:t>1</a:t>
            </a:r>
            <a:r>
              <a:rPr sz="2500" spc="-15" dirty="0">
                <a:latin typeface="Symbol"/>
                <a:cs typeface="Symbol"/>
              </a:rPr>
              <a:t></a:t>
            </a:r>
            <a:r>
              <a:rPr sz="2500" spc="-165" dirty="0">
                <a:latin typeface="Times New Roman"/>
                <a:cs typeface="Times New Roman"/>
              </a:rPr>
              <a:t> </a:t>
            </a:r>
            <a:r>
              <a:rPr sz="2500" i="1" spc="85" dirty="0">
                <a:latin typeface="Times New Roman"/>
                <a:cs typeface="Times New Roman"/>
              </a:rPr>
              <a:t>k</a:t>
            </a:r>
            <a:r>
              <a:rPr sz="2775" i="1" baseline="-19519" dirty="0">
                <a:latin typeface="Times New Roman"/>
                <a:cs typeface="Times New Roman"/>
              </a:rPr>
              <a:t>I</a:t>
            </a:r>
            <a:r>
              <a:rPr sz="2775" i="1" spc="-315" baseline="-19519" dirty="0">
                <a:latin typeface="Times New Roman"/>
                <a:cs typeface="Times New Roman"/>
              </a:rPr>
              <a:t> </a:t>
            </a:r>
            <a:r>
              <a:rPr sz="2500" i="1" spc="-355" dirty="0">
                <a:latin typeface="Times New Roman"/>
                <a:cs typeface="Times New Roman"/>
              </a:rPr>
              <a:t>b</a:t>
            </a:r>
            <a:r>
              <a:rPr sz="2775" spc="172" baseline="-19519" dirty="0">
                <a:latin typeface="Times New Roman"/>
                <a:cs typeface="Times New Roman"/>
              </a:rPr>
              <a:t>1</a:t>
            </a:r>
            <a:r>
              <a:rPr sz="2500" spc="170" dirty="0">
                <a:latin typeface="Times New Roman"/>
                <a:cs typeface="Times New Roman"/>
              </a:rPr>
              <a:t>)</a:t>
            </a:r>
            <a:r>
              <a:rPr sz="2500" i="1" spc="-10" dirty="0">
                <a:latin typeface="Times New Roman"/>
                <a:cs typeface="Times New Roman"/>
              </a:rPr>
              <a:t>z</a:t>
            </a:r>
            <a:r>
              <a:rPr sz="2500" i="1" dirty="0">
                <a:latin typeface="Times New Roman"/>
                <a:cs typeface="Times New Roman"/>
              </a:rPr>
              <a:t>	</a:t>
            </a:r>
            <a:r>
              <a:rPr sz="2500" spc="-15" dirty="0">
                <a:latin typeface="Symbol"/>
                <a:cs typeface="Symbol"/>
              </a:rPr>
              <a:t></a:t>
            </a:r>
            <a:r>
              <a:rPr sz="2500" spc="-200" dirty="0">
                <a:latin typeface="Times New Roman"/>
                <a:cs typeface="Times New Roman"/>
              </a:rPr>
              <a:t> </a:t>
            </a:r>
            <a:r>
              <a:rPr sz="2500" spc="50" dirty="0">
                <a:latin typeface="Times New Roman"/>
                <a:cs typeface="Times New Roman"/>
              </a:rPr>
              <a:t>(</a:t>
            </a:r>
            <a:r>
              <a:rPr sz="2500" spc="60" dirty="0">
                <a:latin typeface="Symbol"/>
                <a:cs typeface="Symbol"/>
              </a:rPr>
              <a:t></a:t>
            </a:r>
            <a:r>
              <a:rPr sz="2500" i="1" spc="-240" dirty="0">
                <a:latin typeface="Times New Roman"/>
                <a:cs typeface="Times New Roman"/>
              </a:rPr>
              <a:t>a</a:t>
            </a:r>
            <a:r>
              <a:rPr sz="2775" baseline="-19519" dirty="0">
                <a:latin typeface="Times New Roman"/>
                <a:cs typeface="Times New Roman"/>
              </a:rPr>
              <a:t>1</a:t>
            </a:r>
            <a:r>
              <a:rPr sz="2775" spc="52" baseline="-19519" dirty="0">
                <a:latin typeface="Times New Roman"/>
                <a:cs typeface="Times New Roman"/>
              </a:rPr>
              <a:t> </a:t>
            </a:r>
            <a:r>
              <a:rPr sz="2500" spc="-15" dirty="0">
                <a:latin typeface="Symbol"/>
                <a:cs typeface="Symbol"/>
              </a:rPr>
              <a:t></a:t>
            </a:r>
            <a:r>
              <a:rPr sz="2500" spc="265" dirty="0">
                <a:latin typeface="Times New Roman"/>
                <a:cs typeface="Times New Roman"/>
              </a:rPr>
              <a:t> </a:t>
            </a:r>
            <a:r>
              <a:rPr sz="2500" i="1" spc="65" dirty="0">
                <a:latin typeface="Times New Roman"/>
                <a:cs typeface="Times New Roman"/>
              </a:rPr>
              <a:t>f</a:t>
            </a:r>
            <a:r>
              <a:rPr sz="2775" spc="37" baseline="-19519" dirty="0">
                <a:latin typeface="Times New Roman"/>
                <a:cs typeface="Times New Roman"/>
              </a:rPr>
              <a:t>0</a:t>
            </a:r>
            <a:r>
              <a:rPr sz="2500" i="1" spc="-355" dirty="0">
                <a:latin typeface="Times New Roman"/>
                <a:cs typeface="Times New Roman"/>
              </a:rPr>
              <a:t>b</a:t>
            </a:r>
            <a:r>
              <a:rPr sz="2775" spc="172" baseline="-19519" dirty="0">
                <a:latin typeface="Times New Roman"/>
                <a:cs typeface="Times New Roman"/>
              </a:rPr>
              <a:t>1</a:t>
            </a:r>
            <a:r>
              <a:rPr sz="2500" spc="170" dirty="0">
                <a:latin typeface="Times New Roman"/>
                <a:cs typeface="Times New Roman"/>
              </a:rPr>
              <a:t>)</a:t>
            </a:r>
            <a:r>
              <a:rPr sz="2500" i="1" spc="-10" dirty="0">
                <a:latin typeface="Times New Roman"/>
                <a:cs typeface="Times New Roman"/>
              </a:rPr>
              <a:t>z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14655" y="3682086"/>
            <a:ext cx="811530" cy="3486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i="1" spc="85" dirty="0">
                <a:latin typeface="Times New Roman"/>
                <a:cs typeface="Times New Roman"/>
              </a:rPr>
              <a:t>y</a:t>
            </a:r>
            <a:r>
              <a:rPr sz="2500" spc="50" dirty="0">
                <a:latin typeface="Times New Roman"/>
                <a:cs typeface="Times New Roman"/>
              </a:rPr>
              <a:t>(</a:t>
            </a:r>
            <a:r>
              <a:rPr sz="2500" i="1" spc="-15" dirty="0">
                <a:latin typeface="Times New Roman"/>
                <a:cs typeface="Times New Roman"/>
              </a:rPr>
              <a:t>k</a:t>
            </a:r>
            <a:r>
              <a:rPr sz="2500" i="1" spc="-409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)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spc="-15" dirty="0">
                <a:latin typeface="Symbol"/>
                <a:cs typeface="Symbol"/>
              </a:rPr>
              <a:t></a:t>
            </a:r>
            <a:endParaRPr sz="250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459264" y="3687154"/>
            <a:ext cx="732155" cy="410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i="1" spc="-10" dirty="0">
                <a:latin typeface="Times New Roman"/>
                <a:cs typeface="Times New Roman"/>
              </a:rPr>
              <a:t>y</a:t>
            </a:r>
            <a:r>
              <a:rPr sz="2775" i="1" baseline="-19519" dirty="0">
                <a:latin typeface="Times New Roman"/>
                <a:cs typeface="Times New Roman"/>
              </a:rPr>
              <a:t>d </a:t>
            </a:r>
            <a:r>
              <a:rPr sz="2500" spc="50" dirty="0">
                <a:latin typeface="Times New Roman"/>
                <a:cs typeface="Times New Roman"/>
              </a:rPr>
              <a:t>(</a:t>
            </a:r>
            <a:r>
              <a:rPr sz="2500" i="1" spc="-15" dirty="0">
                <a:latin typeface="Times New Roman"/>
                <a:cs typeface="Times New Roman"/>
              </a:rPr>
              <a:t>k</a:t>
            </a:r>
            <a:r>
              <a:rPr sz="2500" i="1" spc="-409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)</a:t>
            </a:r>
            <a:endParaRPr sz="2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7567" y="728606"/>
            <a:ext cx="4064635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ad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y</a:t>
            </a:r>
            <a:r>
              <a:rPr sz="3400" spc="-9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8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Ga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8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an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ha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3400" spc="-9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6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qu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54407" y="2746989"/>
            <a:ext cx="5498465" cy="0"/>
          </a:xfrm>
          <a:custGeom>
            <a:avLst/>
            <a:gdLst/>
            <a:ahLst/>
            <a:cxnLst/>
            <a:rect l="l" t="t" r="r" b="b"/>
            <a:pathLst>
              <a:path w="5498465">
                <a:moveTo>
                  <a:pt x="0" y="0"/>
                </a:moveTo>
                <a:lnTo>
                  <a:pt x="5497915" y="0"/>
                </a:lnTo>
              </a:path>
            </a:pathLst>
          </a:custGeom>
          <a:ln w="132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837244" y="2272947"/>
            <a:ext cx="927100" cy="426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i="1" spc="-15" dirty="0">
                <a:latin typeface="Times New Roman"/>
                <a:cs typeface="Times New Roman"/>
              </a:rPr>
              <a:t>k </a:t>
            </a:r>
            <a:r>
              <a:rPr sz="2500" i="1" spc="-275" dirty="0">
                <a:latin typeface="Times New Roman"/>
                <a:cs typeface="Times New Roman"/>
              </a:rPr>
              <a:t> </a:t>
            </a:r>
            <a:r>
              <a:rPr sz="2500" i="1" spc="-15" dirty="0">
                <a:latin typeface="Times New Roman"/>
                <a:cs typeface="Times New Roman"/>
              </a:rPr>
              <a:t>b</a:t>
            </a:r>
            <a:r>
              <a:rPr sz="2500" i="1" spc="50" dirty="0">
                <a:latin typeface="Times New Roman"/>
                <a:cs typeface="Times New Roman"/>
              </a:rPr>
              <a:t> </a:t>
            </a:r>
            <a:r>
              <a:rPr sz="2500" i="1" spc="155" dirty="0">
                <a:latin typeface="Times New Roman"/>
                <a:cs typeface="Times New Roman"/>
              </a:rPr>
              <a:t>z</a:t>
            </a:r>
            <a:r>
              <a:rPr sz="2775" spc="-15" baseline="33033" dirty="0">
                <a:latin typeface="Symbol"/>
                <a:cs typeface="Symbol"/>
              </a:rPr>
              <a:t></a:t>
            </a:r>
            <a:r>
              <a:rPr sz="2775" baseline="33033" dirty="0">
                <a:latin typeface="Times New Roman"/>
                <a:cs typeface="Times New Roman"/>
              </a:rPr>
              <a:t>1</a:t>
            </a:r>
            <a:endParaRPr sz="2775" baseline="33033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90444" y="2502218"/>
            <a:ext cx="370840" cy="2647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38760" algn="l"/>
              </a:tabLst>
            </a:pPr>
            <a:r>
              <a:rPr sz="1850" i="1" dirty="0">
                <a:latin typeface="Times New Roman"/>
                <a:cs typeface="Times New Roman"/>
              </a:rPr>
              <a:t>I	</a:t>
            </a:r>
            <a:r>
              <a:rPr sz="1850" dirty="0">
                <a:latin typeface="Times New Roman"/>
                <a:cs typeface="Times New Roman"/>
              </a:rPr>
              <a:t>1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69404" y="2760639"/>
            <a:ext cx="273685" cy="26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-10" dirty="0">
                <a:latin typeface="Symbol"/>
                <a:cs typeface="Symbol"/>
              </a:rPr>
              <a:t></a:t>
            </a:r>
            <a:r>
              <a:rPr sz="1850" dirty="0">
                <a:latin typeface="Times New Roman"/>
                <a:cs typeface="Times New Roman"/>
              </a:rPr>
              <a:t>1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47227" y="2760639"/>
            <a:ext cx="273685" cy="26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-10" dirty="0">
                <a:latin typeface="Symbol"/>
                <a:cs typeface="Symbol"/>
              </a:rPr>
              <a:t></a:t>
            </a:r>
            <a:r>
              <a:rPr sz="1850" dirty="0">
                <a:latin typeface="Times New Roman"/>
                <a:cs typeface="Times New Roman"/>
              </a:rPr>
              <a:t>2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28422" y="2837909"/>
            <a:ext cx="3044825" cy="4165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spc="175" dirty="0">
                <a:latin typeface="Times New Roman"/>
                <a:cs typeface="Times New Roman"/>
              </a:rPr>
              <a:t>1</a:t>
            </a:r>
            <a:r>
              <a:rPr sz="2500" spc="-15" dirty="0">
                <a:latin typeface="Symbol"/>
                <a:cs typeface="Symbol"/>
              </a:rPr>
              <a:t></a:t>
            </a:r>
            <a:r>
              <a:rPr sz="2500" spc="-204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(</a:t>
            </a:r>
            <a:r>
              <a:rPr sz="2500" spc="-90" dirty="0">
                <a:latin typeface="Times New Roman"/>
                <a:cs typeface="Times New Roman"/>
              </a:rPr>
              <a:t> </a:t>
            </a:r>
            <a:r>
              <a:rPr sz="2500" i="1" spc="65" dirty="0">
                <a:latin typeface="Times New Roman"/>
                <a:cs typeface="Times New Roman"/>
              </a:rPr>
              <a:t>f</a:t>
            </a:r>
            <a:r>
              <a:rPr sz="2775" spc="37" baseline="-19519" dirty="0">
                <a:latin typeface="Times New Roman"/>
                <a:cs typeface="Times New Roman"/>
              </a:rPr>
              <a:t>0</a:t>
            </a:r>
            <a:r>
              <a:rPr sz="2500" i="1" spc="-355" dirty="0">
                <a:latin typeface="Times New Roman"/>
                <a:cs typeface="Times New Roman"/>
              </a:rPr>
              <a:t>b</a:t>
            </a:r>
            <a:r>
              <a:rPr sz="2775" baseline="-19519" dirty="0">
                <a:latin typeface="Times New Roman"/>
                <a:cs typeface="Times New Roman"/>
              </a:rPr>
              <a:t>1</a:t>
            </a:r>
            <a:r>
              <a:rPr sz="2775" spc="60" baseline="-19519" dirty="0">
                <a:latin typeface="Times New Roman"/>
                <a:cs typeface="Times New Roman"/>
              </a:rPr>
              <a:t> </a:t>
            </a:r>
            <a:r>
              <a:rPr sz="2500" spc="-15" dirty="0">
                <a:latin typeface="Symbol"/>
                <a:cs typeface="Symbol"/>
              </a:rPr>
              <a:t></a:t>
            </a:r>
            <a:r>
              <a:rPr sz="2500" spc="-160" dirty="0">
                <a:latin typeface="Times New Roman"/>
                <a:cs typeface="Times New Roman"/>
              </a:rPr>
              <a:t> </a:t>
            </a:r>
            <a:r>
              <a:rPr sz="2500" i="1" spc="-240" dirty="0">
                <a:latin typeface="Times New Roman"/>
                <a:cs typeface="Times New Roman"/>
              </a:rPr>
              <a:t>a</a:t>
            </a:r>
            <a:r>
              <a:rPr sz="2775" baseline="-19519" dirty="0">
                <a:latin typeface="Times New Roman"/>
                <a:cs typeface="Times New Roman"/>
              </a:rPr>
              <a:t>1</a:t>
            </a:r>
            <a:r>
              <a:rPr sz="2775" spc="60" baseline="-19519" dirty="0">
                <a:latin typeface="Times New Roman"/>
                <a:cs typeface="Times New Roman"/>
              </a:rPr>
              <a:t> </a:t>
            </a:r>
            <a:r>
              <a:rPr sz="2500" spc="135" dirty="0">
                <a:latin typeface="Symbol"/>
                <a:cs typeface="Symbol"/>
              </a:rPr>
              <a:t></a:t>
            </a:r>
            <a:r>
              <a:rPr sz="2500" spc="175" dirty="0">
                <a:latin typeface="Times New Roman"/>
                <a:cs typeface="Times New Roman"/>
              </a:rPr>
              <a:t>1</a:t>
            </a:r>
            <a:r>
              <a:rPr sz="2500" spc="-15" dirty="0">
                <a:latin typeface="Symbol"/>
                <a:cs typeface="Symbol"/>
              </a:rPr>
              <a:t></a:t>
            </a:r>
            <a:r>
              <a:rPr sz="2500" spc="-160" dirty="0">
                <a:latin typeface="Times New Roman"/>
                <a:cs typeface="Times New Roman"/>
              </a:rPr>
              <a:t> </a:t>
            </a:r>
            <a:r>
              <a:rPr sz="2500" i="1" spc="75" dirty="0">
                <a:latin typeface="Times New Roman"/>
                <a:cs typeface="Times New Roman"/>
              </a:rPr>
              <a:t>k</a:t>
            </a:r>
            <a:r>
              <a:rPr sz="2775" i="1" baseline="-19519" dirty="0">
                <a:latin typeface="Times New Roman"/>
                <a:cs typeface="Times New Roman"/>
              </a:rPr>
              <a:t>I</a:t>
            </a:r>
            <a:r>
              <a:rPr sz="2775" i="1" spc="-315" baseline="-19519" dirty="0">
                <a:latin typeface="Times New Roman"/>
                <a:cs typeface="Times New Roman"/>
              </a:rPr>
              <a:t> </a:t>
            </a:r>
            <a:r>
              <a:rPr sz="2500" i="1" spc="-355" dirty="0">
                <a:latin typeface="Times New Roman"/>
                <a:cs typeface="Times New Roman"/>
              </a:rPr>
              <a:t>b</a:t>
            </a:r>
            <a:r>
              <a:rPr sz="2775" spc="172" baseline="-19519" dirty="0">
                <a:latin typeface="Times New Roman"/>
                <a:cs typeface="Times New Roman"/>
              </a:rPr>
              <a:t>1</a:t>
            </a:r>
            <a:r>
              <a:rPr sz="2500" spc="170" dirty="0">
                <a:latin typeface="Times New Roman"/>
                <a:cs typeface="Times New Roman"/>
              </a:rPr>
              <a:t>)</a:t>
            </a:r>
            <a:r>
              <a:rPr sz="2500" i="1" spc="-10" dirty="0">
                <a:latin typeface="Times New Roman"/>
                <a:cs typeface="Times New Roman"/>
              </a:rPr>
              <a:t>z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81299" y="2837909"/>
            <a:ext cx="1870075" cy="4165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spc="-15" dirty="0">
                <a:latin typeface="Symbol"/>
                <a:cs typeface="Symbol"/>
              </a:rPr>
              <a:t></a:t>
            </a:r>
            <a:r>
              <a:rPr sz="2500" spc="-200" dirty="0">
                <a:latin typeface="Times New Roman"/>
                <a:cs typeface="Times New Roman"/>
              </a:rPr>
              <a:t> </a:t>
            </a:r>
            <a:r>
              <a:rPr sz="2500" spc="50" dirty="0">
                <a:latin typeface="Times New Roman"/>
                <a:cs typeface="Times New Roman"/>
              </a:rPr>
              <a:t>(</a:t>
            </a:r>
            <a:r>
              <a:rPr sz="2500" spc="60" dirty="0">
                <a:latin typeface="Symbol"/>
                <a:cs typeface="Symbol"/>
              </a:rPr>
              <a:t></a:t>
            </a:r>
            <a:r>
              <a:rPr sz="2500" i="1" spc="-240" dirty="0">
                <a:latin typeface="Times New Roman"/>
                <a:cs typeface="Times New Roman"/>
              </a:rPr>
              <a:t>a</a:t>
            </a:r>
            <a:r>
              <a:rPr sz="2775" baseline="-19519" dirty="0">
                <a:latin typeface="Times New Roman"/>
                <a:cs typeface="Times New Roman"/>
              </a:rPr>
              <a:t>1</a:t>
            </a:r>
            <a:r>
              <a:rPr sz="2775" spc="60" baseline="-19519" dirty="0">
                <a:latin typeface="Times New Roman"/>
                <a:cs typeface="Times New Roman"/>
              </a:rPr>
              <a:t> </a:t>
            </a:r>
            <a:r>
              <a:rPr sz="2500" spc="-15" dirty="0">
                <a:latin typeface="Symbol"/>
                <a:cs typeface="Symbol"/>
              </a:rPr>
              <a:t></a:t>
            </a:r>
            <a:r>
              <a:rPr sz="2500" spc="270" dirty="0">
                <a:latin typeface="Times New Roman"/>
                <a:cs typeface="Times New Roman"/>
              </a:rPr>
              <a:t> </a:t>
            </a:r>
            <a:r>
              <a:rPr sz="2500" i="1" spc="65" dirty="0">
                <a:latin typeface="Times New Roman"/>
                <a:cs typeface="Times New Roman"/>
              </a:rPr>
              <a:t>f</a:t>
            </a:r>
            <a:r>
              <a:rPr sz="2775" spc="37" baseline="-19519" dirty="0">
                <a:latin typeface="Times New Roman"/>
                <a:cs typeface="Times New Roman"/>
              </a:rPr>
              <a:t>0</a:t>
            </a:r>
            <a:r>
              <a:rPr sz="2500" i="1" spc="-355" dirty="0">
                <a:latin typeface="Times New Roman"/>
                <a:cs typeface="Times New Roman"/>
              </a:rPr>
              <a:t>b</a:t>
            </a:r>
            <a:r>
              <a:rPr sz="2775" spc="172" baseline="-19519" dirty="0">
                <a:latin typeface="Times New Roman"/>
                <a:cs typeface="Times New Roman"/>
              </a:rPr>
              <a:t>1</a:t>
            </a:r>
            <a:r>
              <a:rPr sz="2500" spc="170" dirty="0">
                <a:latin typeface="Times New Roman"/>
                <a:cs typeface="Times New Roman"/>
              </a:rPr>
              <a:t>)</a:t>
            </a:r>
            <a:r>
              <a:rPr sz="2500" i="1" spc="-10" dirty="0">
                <a:latin typeface="Times New Roman"/>
                <a:cs typeface="Times New Roman"/>
              </a:rPr>
              <a:t>z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76931" y="2552587"/>
            <a:ext cx="812165" cy="349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i="1" spc="85" dirty="0">
                <a:latin typeface="Times New Roman"/>
                <a:cs typeface="Times New Roman"/>
              </a:rPr>
              <a:t>y</a:t>
            </a:r>
            <a:r>
              <a:rPr sz="2500" spc="50" dirty="0">
                <a:latin typeface="Times New Roman"/>
                <a:cs typeface="Times New Roman"/>
              </a:rPr>
              <a:t>(</a:t>
            </a:r>
            <a:r>
              <a:rPr sz="2500" i="1" spc="200" dirty="0">
                <a:latin typeface="Times New Roman"/>
                <a:cs typeface="Times New Roman"/>
              </a:rPr>
              <a:t>k</a:t>
            </a:r>
            <a:r>
              <a:rPr sz="2500" spc="-10" dirty="0">
                <a:latin typeface="Times New Roman"/>
                <a:cs typeface="Times New Roman"/>
              </a:rPr>
              <a:t>)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spc="-15" dirty="0">
                <a:latin typeface="Symbol"/>
                <a:cs typeface="Symbol"/>
              </a:rPr>
              <a:t></a:t>
            </a:r>
            <a:endParaRPr sz="250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123766" y="2557540"/>
            <a:ext cx="732155" cy="411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i="1" spc="-5" dirty="0">
                <a:latin typeface="Times New Roman"/>
                <a:cs typeface="Times New Roman"/>
              </a:rPr>
              <a:t>y</a:t>
            </a:r>
            <a:r>
              <a:rPr sz="2775" i="1" baseline="-19519" dirty="0">
                <a:latin typeface="Times New Roman"/>
                <a:cs typeface="Times New Roman"/>
              </a:rPr>
              <a:t>d </a:t>
            </a:r>
            <a:r>
              <a:rPr sz="2500" spc="50" dirty="0">
                <a:latin typeface="Times New Roman"/>
                <a:cs typeface="Times New Roman"/>
              </a:rPr>
              <a:t>(</a:t>
            </a:r>
            <a:r>
              <a:rPr sz="2500" i="1" spc="-15" dirty="0">
                <a:latin typeface="Times New Roman"/>
                <a:cs typeface="Times New Roman"/>
              </a:rPr>
              <a:t>k</a:t>
            </a:r>
            <a:r>
              <a:rPr sz="2500" i="1" spc="-409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)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2240">
              <a:lnSpc>
                <a:spcPct val="100000"/>
              </a:lnSpc>
            </a:pPr>
            <a:r>
              <a:rPr spc="-10" dirty="0"/>
              <a:t>7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AC3884C-1541-420D-289E-FF3D0CB6483A}"/>
              </a:ext>
            </a:extLst>
          </p:cNvPr>
          <p:cNvGrpSpPr/>
          <p:nvPr/>
        </p:nvGrpSpPr>
        <p:grpSpPr>
          <a:xfrm>
            <a:off x="1157805" y="3847839"/>
            <a:ext cx="6660324" cy="859587"/>
            <a:chOff x="1157805" y="3847839"/>
            <a:chExt cx="6660324" cy="859587"/>
          </a:xfrm>
        </p:grpSpPr>
        <p:sp>
          <p:nvSpPr>
            <p:cNvPr id="14" name="object 14"/>
            <p:cNvSpPr/>
            <p:nvPr/>
          </p:nvSpPr>
          <p:spPr>
            <a:xfrm>
              <a:off x="2727573" y="4238222"/>
              <a:ext cx="4054475" cy="0"/>
            </a:xfrm>
            <a:custGeom>
              <a:avLst/>
              <a:gdLst/>
              <a:ahLst/>
              <a:cxnLst/>
              <a:rect l="l" t="t" r="r" b="b"/>
              <a:pathLst>
                <a:path w="4054475">
                  <a:moveTo>
                    <a:pt x="0" y="0"/>
                  </a:moveTo>
                  <a:lnTo>
                    <a:pt x="4054211" y="0"/>
                  </a:lnTo>
                </a:path>
              </a:pathLst>
            </a:custGeom>
            <a:ln w="132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862728" y="4120862"/>
              <a:ext cx="160655" cy="0"/>
            </a:xfrm>
            <a:custGeom>
              <a:avLst/>
              <a:gdLst/>
              <a:ahLst/>
              <a:cxnLst/>
              <a:rect l="l" t="t" r="r" b="b"/>
              <a:pathLst>
                <a:path w="160654">
                  <a:moveTo>
                    <a:pt x="0" y="0"/>
                  </a:moveTo>
                  <a:lnTo>
                    <a:pt x="160203" y="0"/>
                  </a:lnTo>
                </a:path>
              </a:pathLst>
            </a:custGeom>
            <a:ln w="132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536891" y="4120862"/>
              <a:ext cx="160655" cy="0"/>
            </a:xfrm>
            <a:custGeom>
              <a:avLst/>
              <a:gdLst/>
              <a:ahLst/>
              <a:cxnLst/>
              <a:rect l="l" t="t" r="r" b="b"/>
              <a:pathLst>
                <a:path w="160654">
                  <a:moveTo>
                    <a:pt x="0" y="0"/>
                  </a:moveTo>
                  <a:lnTo>
                    <a:pt x="160203" y="0"/>
                  </a:lnTo>
                </a:path>
              </a:pathLst>
            </a:custGeom>
            <a:ln w="132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 txBox="1"/>
            <p:nvPr/>
          </p:nvSpPr>
          <p:spPr>
            <a:xfrm>
              <a:off x="4642272" y="3994318"/>
              <a:ext cx="375285" cy="26352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241935" algn="l"/>
                </a:tabLst>
              </a:pPr>
              <a:r>
                <a:rPr sz="1850" i="1" spc="10" dirty="0">
                  <a:latin typeface="Times New Roman"/>
                  <a:cs typeface="Times New Roman"/>
                </a:rPr>
                <a:t>I	</a:t>
              </a:r>
              <a:r>
                <a:rPr sz="1850" spc="15" dirty="0">
                  <a:latin typeface="Times New Roman"/>
                  <a:cs typeface="Times New Roman"/>
                </a:rPr>
                <a:t>1</a:t>
              </a:r>
              <a:endParaRPr sz="1850">
                <a:latin typeface="Times New Roman"/>
                <a:cs typeface="Times New Roman"/>
              </a:endParaRPr>
            </a:p>
          </p:txBody>
        </p:sp>
        <p:sp>
          <p:nvSpPr>
            <p:cNvPr id="18" name="object 18"/>
            <p:cNvSpPr txBox="1"/>
            <p:nvPr/>
          </p:nvSpPr>
          <p:spPr>
            <a:xfrm>
              <a:off x="2701413" y="4292136"/>
              <a:ext cx="4066540" cy="4152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500" spc="195" dirty="0">
                  <a:latin typeface="Times New Roman"/>
                  <a:cs typeface="Times New Roman"/>
                </a:rPr>
                <a:t>1</a:t>
              </a:r>
              <a:r>
                <a:rPr sz="2500" dirty="0">
                  <a:latin typeface="Symbol"/>
                  <a:cs typeface="Symbol"/>
                </a:rPr>
                <a:t></a:t>
              </a:r>
              <a:r>
                <a:rPr sz="2500" dirty="0">
                  <a:latin typeface="Times New Roman"/>
                  <a:cs typeface="Times New Roman"/>
                </a:rPr>
                <a:t> </a:t>
              </a:r>
              <a:r>
                <a:rPr sz="2500" spc="-310" dirty="0">
                  <a:latin typeface="Times New Roman"/>
                  <a:cs typeface="Times New Roman"/>
                </a:rPr>
                <a:t> </a:t>
              </a:r>
              <a:r>
                <a:rPr sz="2500" i="1" spc="80" dirty="0">
                  <a:latin typeface="Times New Roman"/>
                  <a:cs typeface="Times New Roman"/>
                </a:rPr>
                <a:t>f</a:t>
              </a:r>
              <a:r>
                <a:rPr sz="2775" spc="60" baseline="-19519" dirty="0">
                  <a:latin typeface="Times New Roman"/>
                  <a:cs typeface="Times New Roman"/>
                </a:rPr>
                <a:t>0</a:t>
              </a:r>
              <a:r>
                <a:rPr sz="2500" i="1" spc="-345" dirty="0">
                  <a:latin typeface="Times New Roman"/>
                  <a:cs typeface="Times New Roman"/>
                </a:rPr>
                <a:t>b</a:t>
              </a:r>
              <a:r>
                <a:rPr sz="2775" spc="22" baseline="-19519" dirty="0">
                  <a:latin typeface="Times New Roman"/>
                  <a:cs typeface="Times New Roman"/>
                </a:rPr>
                <a:t>1</a:t>
              </a:r>
              <a:r>
                <a:rPr sz="2775" spc="67" baseline="-19519" dirty="0">
                  <a:latin typeface="Times New Roman"/>
                  <a:cs typeface="Times New Roman"/>
                </a:rPr>
                <a:t> </a:t>
              </a:r>
              <a:r>
                <a:rPr sz="2500" dirty="0">
                  <a:latin typeface="Symbol"/>
                  <a:cs typeface="Symbol"/>
                </a:rPr>
                <a:t></a:t>
              </a:r>
              <a:r>
                <a:rPr sz="2500" spc="-160" dirty="0">
                  <a:latin typeface="Times New Roman"/>
                  <a:cs typeface="Times New Roman"/>
                </a:rPr>
                <a:t> </a:t>
              </a:r>
              <a:r>
                <a:rPr sz="2500" i="1" spc="-225" dirty="0">
                  <a:latin typeface="Times New Roman"/>
                  <a:cs typeface="Times New Roman"/>
                </a:rPr>
                <a:t>a</a:t>
              </a:r>
              <a:r>
                <a:rPr sz="2775" spc="22" baseline="-19519" dirty="0">
                  <a:latin typeface="Times New Roman"/>
                  <a:cs typeface="Times New Roman"/>
                </a:rPr>
                <a:t>1</a:t>
              </a:r>
              <a:r>
                <a:rPr sz="2775" spc="67" baseline="-19519" dirty="0">
                  <a:latin typeface="Times New Roman"/>
                  <a:cs typeface="Times New Roman"/>
                </a:rPr>
                <a:t> </a:t>
              </a:r>
              <a:r>
                <a:rPr sz="2500" spc="150" dirty="0">
                  <a:latin typeface="Symbol"/>
                  <a:cs typeface="Symbol"/>
                </a:rPr>
                <a:t></a:t>
              </a:r>
              <a:r>
                <a:rPr sz="2500" spc="195" dirty="0">
                  <a:latin typeface="Times New Roman"/>
                  <a:cs typeface="Times New Roman"/>
                </a:rPr>
                <a:t>1</a:t>
              </a:r>
              <a:r>
                <a:rPr sz="2500" dirty="0">
                  <a:latin typeface="Symbol"/>
                  <a:cs typeface="Symbol"/>
                </a:rPr>
                <a:t></a:t>
              </a:r>
              <a:r>
                <a:rPr sz="2500" spc="-155" dirty="0">
                  <a:latin typeface="Times New Roman"/>
                  <a:cs typeface="Times New Roman"/>
                </a:rPr>
                <a:t> </a:t>
              </a:r>
              <a:r>
                <a:rPr sz="2500" i="1" spc="100" dirty="0">
                  <a:latin typeface="Times New Roman"/>
                  <a:cs typeface="Times New Roman"/>
                </a:rPr>
                <a:t>k</a:t>
              </a:r>
              <a:r>
                <a:rPr sz="2775" i="1" spc="15" baseline="-19519" dirty="0">
                  <a:latin typeface="Times New Roman"/>
                  <a:cs typeface="Times New Roman"/>
                </a:rPr>
                <a:t>I</a:t>
              </a:r>
              <a:r>
                <a:rPr sz="2775" i="1" spc="-307" baseline="-19519" dirty="0">
                  <a:latin typeface="Times New Roman"/>
                  <a:cs typeface="Times New Roman"/>
                </a:rPr>
                <a:t> </a:t>
              </a:r>
              <a:r>
                <a:rPr sz="2500" i="1" spc="-345" dirty="0">
                  <a:latin typeface="Times New Roman"/>
                  <a:cs typeface="Times New Roman"/>
                </a:rPr>
                <a:t>b</a:t>
              </a:r>
              <a:r>
                <a:rPr sz="2775" spc="22" baseline="-19519" dirty="0">
                  <a:latin typeface="Times New Roman"/>
                  <a:cs typeface="Times New Roman"/>
                </a:rPr>
                <a:t>1</a:t>
              </a:r>
              <a:r>
                <a:rPr sz="2775" spc="67" baseline="-19519" dirty="0">
                  <a:latin typeface="Times New Roman"/>
                  <a:cs typeface="Times New Roman"/>
                </a:rPr>
                <a:t> </a:t>
              </a:r>
              <a:r>
                <a:rPr sz="2500" dirty="0">
                  <a:latin typeface="Symbol"/>
                  <a:cs typeface="Symbol"/>
                </a:rPr>
                <a:t></a:t>
              </a:r>
              <a:r>
                <a:rPr sz="2500" spc="-195" dirty="0">
                  <a:latin typeface="Times New Roman"/>
                  <a:cs typeface="Times New Roman"/>
                </a:rPr>
                <a:t> </a:t>
              </a:r>
              <a:r>
                <a:rPr sz="2500" i="1" spc="-225" dirty="0">
                  <a:latin typeface="Times New Roman"/>
                  <a:cs typeface="Times New Roman"/>
                </a:rPr>
                <a:t>a</a:t>
              </a:r>
              <a:r>
                <a:rPr sz="2775" spc="22" baseline="-19519" dirty="0">
                  <a:latin typeface="Times New Roman"/>
                  <a:cs typeface="Times New Roman"/>
                </a:rPr>
                <a:t>1</a:t>
              </a:r>
              <a:r>
                <a:rPr sz="2775" spc="67" baseline="-19519" dirty="0">
                  <a:latin typeface="Times New Roman"/>
                  <a:cs typeface="Times New Roman"/>
                </a:rPr>
                <a:t> </a:t>
              </a:r>
              <a:r>
                <a:rPr sz="2500" dirty="0">
                  <a:latin typeface="Symbol"/>
                  <a:cs typeface="Symbol"/>
                </a:rPr>
                <a:t></a:t>
              </a:r>
              <a:r>
                <a:rPr sz="2500" spc="275" dirty="0">
                  <a:latin typeface="Times New Roman"/>
                  <a:cs typeface="Times New Roman"/>
                </a:rPr>
                <a:t> </a:t>
              </a:r>
              <a:r>
                <a:rPr sz="2500" i="1" spc="80" dirty="0">
                  <a:latin typeface="Times New Roman"/>
                  <a:cs typeface="Times New Roman"/>
                </a:rPr>
                <a:t>f</a:t>
              </a:r>
              <a:r>
                <a:rPr sz="2775" spc="60" baseline="-19519" dirty="0">
                  <a:latin typeface="Times New Roman"/>
                  <a:cs typeface="Times New Roman"/>
                </a:rPr>
                <a:t>0</a:t>
              </a:r>
              <a:r>
                <a:rPr sz="2500" i="1" spc="-345" dirty="0">
                  <a:latin typeface="Times New Roman"/>
                  <a:cs typeface="Times New Roman"/>
                </a:rPr>
                <a:t>b</a:t>
              </a:r>
              <a:r>
                <a:rPr sz="2775" spc="22" baseline="-19519" dirty="0">
                  <a:latin typeface="Times New Roman"/>
                  <a:cs typeface="Times New Roman"/>
                </a:rPr>
                <a:t>1</a:t>
              </a:r>
              <a:endParaRPr sz="2775" baseline="-19519">
                <a:latin typeface="Times New Roman"/>
                <a:cs typeface="Times New Roman"/>
              </a:endParaRPr>
            </a:p>
          </p:txBody>
        </p:sp>
        <p:sp>
          <p:nvSpPr>
            <p:cNvPr id="19" name="object 19"/>
            <p:cNvSpPr txBox="1"/>
            <p:nvPr/>
          </p:nvSpPr>
          <p:spPr>
            <a:xfrm>
              <a:off x="1157805" y="4044284"/>
              <a:ext cx="1503045" cy="34798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500" i="1" spc="100" dirty="0">
                  <a:latin typeface="Times New Roman"/>
                  <a:cs typeface="Times New Roman"/>
                </a:rPr>
                <a:t>y</a:t>
              </a:r>
              <a:r>
                <a:rPr sz="2500" spc="65" dirty="0">
                  <a:latin typeface="Times New Roman"/>
                  <a:cs typeface="Times New Roman"/>
                </a:rPr>
                <a:t>(</a:t>
              </a:r>
              <a:r>
                <a:rPr sz="2500" i="1" dirty="0">
                  <a:latin typeface="Times New Roman"/>
                  <a:cs typeface="Times New Roman"/>
                </a:rPr>
                <a:t>k</a:t>
              </a:r>
              <a:r>
                <a:rPr sz="2500" i="1" spc="105" dirty="0">
                  <a:latin typeface="Times New Roman"/>
                  <a:cs typeface="Times New Roman"/>
                </a:rPr>
                <a:t> </a:t>
              </a:r>
              <a:r>
                <a:rPr sz="2500" dirty="0">
                  <a:latin typeface="Symbol"/>
                  <a:cs typeface="Symbol"/>
                </a:rPr>
                <a:t></a:t>
              </a:r>
              <a:r>
                <a:rPr sz="2500" spc="-120" dirty="0">
                  <a:latin typeface="Times New Roman"/>
                  <a:cs typeface="Times New Roman"/>
                </a:rPr>
                <a:t> </a:t>
              </a:r>
              <a:r>
                <a:rPr sz="2500" spc="55" dirty="0">
                  <a:latin typeface="Symbol"/>
                  <a:cs typeface="Symbol"/>
                </a:rPr>
                <a:t></a:t>
              </a:r>
              <a:r>
                <a:rPr sz="2500" dirty="0">
                  <a:latin typeface="Times New Roman"/>
                  <a:cs typeface="Times New Roman"/>
                </a:rPr>
                <a:t>)</a:t>
              </a:r>
              <a:r>
                <a:rPr sz="2500" spc="-50" dirty="0">
                  <a:latin typeface="Times New Roman"/>
                  <a:cs typeface="Times New Roman"/>
                </a:rPr>
                <a:t> </a:t>
              </a:r>
              <a:r>
                <a:rPr sz="2500" dirty="0">
                  <a:latin typeface="Symbol"/>
                  <a:cs typeface="Symbol"/>
                </a:rPr>
                <a:t></a:t>
              </a:r>
              <a:endParaRPr sz="2500">
                <a:latin typeface="Symbol"/>
                <a:cs typeface="Symbol"/>
              </a:endParaRPr>
            </a:p>
          </p:txBody>
        </p:sp>
        <p:sp>
          <p:nvSpPr>
            <p:cNvPr id="20" name="object 20"/>
            <p:cNvSpPr txBox="1"/>
            <p:nvPr/>
          </p:nvSpPr>
          <p:spPr>
            <a:xfrm>
              <a:off x="6854199" y="4044284"/>
              <a:ext cx="963930" cy="4152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405765" algn="l"/>
                </a:tabLst>
              </a:pPr>
              <a:r>
                <a:rPr sz="2500" i="1" spc="10" dirty="0">
                  <a:latin typeface="Times New Roman"/>
                  <a:cs typeface="Times New Roman"/>
                </a:rPr>
                <a:t>y</a:t>
              </a:r>
              <a:r>
                <a:rPr sz="2775" i="1" spc="22" baseline="-19519" dirty="0">
                  <a:latin typeface="Times New Roman"/>
                  <a:cs typeface="Times New Roman"/>
                </a:rPr>
                <a:t>d</a:t>
              </a:r>
              <a:r>
                <a:rPr sz="2775" i="1" baseline="-19519" dirty="0">
                  <a:latin typeface="Times New Roman"/>
                  <a:cs typeface="Times New Roman"/>
                </a:rPr>
                <a:t>	</a:t>
              </a:r>
              <a:r>
                <a:rPr sz="2500" dirty="0">
                  <a:latin typeface="Symbol"/>
                  <a:cs typeface="Symbol"/>
                </a:rPr>
                <a:t></a:t>
              </a:r>
              <a:r>
                <a:rPr sz="2500" spc="195" dirty="0">
                  <a:latin typeface="Times New Roman"/>
                  <a:cs typeface="Times New Roman"/>
                </a:rPr>
                <a:t> </a:t>
              </a:r>
              <a:r>
                <a:rPr sz="2500" i="1" spc="10" dirty="0">
                  <a:latin typeface="Times New Roman"/>
                  <a:cs typeface="Times New Roman"/>
                </a:rPr>
                <a:t>y</a:t>
              </a:r>
              <a:r>
                <a:rPr sz="2775" i="1" spc="22" baseline="-19519" dirty="0">
                  <a:latin typeface="Times New Roman"/>
                  <a:cs typeface="Times New Roman"/>
                </a:rPr>
                <a:t>d</a:t>
              </a:r>
              <a:endParaRPr sz="2775" baseline="-19519">
                <a:latin typeface="Times New Roman"/>
                <a:cs typeface="Times New Roman"/>
              </a:endParaRPr>
            </a:p>
          </p:txBody>
        </p:sp>
        <p:sp>
          <p:nvSpPr>
            <p:cNvPr id="21" name="object 21"/>
            <p:cNvSpPr txBox="1"/>
            <p:nvPr/>
          </p:nvSpPr>
          <p:spPr>
            <a:xfrm>
              <a:off x="4487091" y="3847839"/>
              <a:ext cx="454025" cy="34290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500" i="1" dirty="0">
                  <a:latin typeface="Times New Roman"/>
                  <a:cs typeface="Times New Roman"/>
                </a:rPr>
                <a:t>k </a:t>
              </a:r>
              <a:r>
                <a:rPr sz="2500" i="1" spc="-265" dirty="0">
                  <a:latin typeface="Times New Roman"/>
                  <a:cs typeface="Times New Roman"/>
                </a:rPr>
                <a:t> </a:t>
              </a:r>
              <a:r>
                <a:rPr sz="2500" i="1" dirty="0">
                  <a:latin typeface="Times New Roman"/>
                  <a:cs typeface="Times New Roman"/>
                </a:rPr>
                <a:t>b</a:t>
              </a:r>
              <a:endParaRPr sz="2500">
                <a:latin typeface="Times New Roman"/>
                <a:cs typeface="Times New Roman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56A6BFD-0002-84FA-3772-2BD87052FAE1}"/>
              </a:ext>
            </a:extLst>
          </p:cNvPr>
          <p:cNvGrpSpPr/>
          <p:nvPr/>
        </p:nvGrpSpPr>
        <p:grpSpPr>
          <a:xfrm>
            <a:off x="1435812" y="5274203"/>
            <a:ext cx="6021705" cy="537632"/>
            <a:chOff x="1435812" y="5274203"/>
            <a:chExt cx="6021705" cy="537632"/>
          </a:xfrm>
        </p:grpSpPr>
        <p:sp>
          <p:nvSpPr>
            <p:cNvPr id="22" name="object 22"/>
            <p:cNvSpPr txBox="1"/>
            <p:nvPr/>
          </p:nvSpPr>
          <p:spPr>
            <a:xfrm>
              <a:off x="1596264" y="5274203"/>
              <a:ext cx="156845" cy="28892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050" dirty="0">
                  <a:latin typeface="Times New Roman"/>
                  <a:cs typeface="Times New Roman"/>
                </a:rPr>
                <a:t>2</a:t>
              </a:r>
              <a:endParaRPr sz="2050">
                <a:latin typeface="Times New Roman"/>
                <a:cs typeface="Times New Roman"/>
              </a:endParaRPr>
            </a:p>
          </p:txBody>
        </p:sp>
        <p:sp>
          <p:nvSpPr>
            <p:cNvPr id="23" name="object 23"/>
            <p:cNvSpPr txBox="1"/>
            <p:nvPr/>
          </p:nvSpPr>
          <p:spPr>
            <a:xfrm>
              <a:off x="1435812" y="5355270"/>
              <a:ext cx="6021705" cy="45656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394970" algn="l"/>
                </a:tabLst>
              </a:pPr>
              <a:r>
                <a:rPr sz="2750" i="1" dirty="0">
                  <a:latin typeface="Times New Roman"/>
                  <a:cs typeface="Times New Roman"/>
                </a:rPr>
                <a:t>z	</a:t>
              </a:r>
              <a:r>
                <a:rPr sz="2750" dirty="0">
                  <a:latin typeface="Symbol"/>
                  <a:cs typeface="Symbol"/>
                </a:rPr>
                <a:t></a:t>
              </a:r>
              <a:r>
                <a:rPr sz="2750" spc="-220" dirty="0">
                  <a:latin typeface="Times New Roman"/>
                  <a:cs typeface="Times New Roman"/>
                </a:rPr>
                <a:t> </a:t>
              </a:r>
              <a:r>
                <a:rPr sz="2750" dirty="0">
                  <a:latin typeface="Times New Roman"/>
                  <a:cs typeface="Times New Roman"/>
                </a:rPr>
                <a:t>(</a:t>
              </a:r>
              <a:r>
                <a:rPr sz="2750" spc="-100" dirty="0">
                  <a:latin typeface="Times New Roman"/>
                  <a:cs typeface="Times New Roman"/>
                </a:rPr>
                <a:t> </a:t>
              </a:r>
              <a:r>
                <a:rPr sz="2750" i="1" spc="85" dirty="0">
                  <a:latin typeface="Times New Roman"/>
                  <a:cs typeface="Times New Roman"/>
                </a:rPr>
                <a:t>f</a:t>
              </a:r>
              <a:r>
                <a:rPr sz="3075" spc="37" baseline="-18970" dirty="0">
                  <a:latin typeface="Times New Roman"/>
                  <a:cs typeface="Times New Roman"/>
                </a:rPr>
                <a:t>0</a:t>
              </a:r>
              <a:r>
                <a:rPr sz="2750" i="1" spc="-375" dirty="0">
                  <a:latin typeface="Times New Roman"/>
                  <a:cs typeface="Times New Roman"/>
                </a:rPr>
                <a:t>b</a:t>
              </a:r>
              <a:r>
                <a:rPr sz="3075" baseline="-18970" dirty="0">
                  <a:latin typeface="Times New Roman"/>
                  <a:cs typeface="Times New Roman"/>
                </a:rPr>
                <a:t>1</a:t>
              </a:r>
              <a:r>
                <a:rPr sz="3075" spc="67" baseline="-18970" dirty="0">
                  <a:latin typeface="Times New Roman"/>
                  <a:cs typeface="Times New Roman"/>
                </a:rPr>
                <a:t> </a:t>
              </a:r>
              <a:r>
                <a:rPr sz="2750" dirty="0">
                  <a:latin typeface="Symbol"/>
                  <a:cs typeface="Symbol"/>
                </a:rPr>
                <a:t></a:t>
              </a:r>
              <a:r>
                <a:rPr sz="2750" spc="-180" dirty="0">
                  <a:latin typeface="Times New Roman"/>
                  <a:cs typeface="Times New Roman"/>
                </a:rPr>
                <a:t> </a:t>
              </a:r>
              <a:r>
                <a:rPr sz="2750" i="1" spc="-245" dirty="0">
                  <a:latin typeface="Times New Roman"/>
                  <a:cs typeface="Times New Roman"/>
                </a:rPr>
                <a:t>a</a:t>
              </a:r>
              <a:r>
                <a:rPr sz="3075" baseline="-18970" dirty="0">
                  <a:latin typeface="Times New Roman"/>
                  <a:cs typeface="Times New Roman"/>
                </a:rPr>
                <a:t>1</a:t>
              </a:r>
              <a:r>
                <a:rPr sz="3075" spc="67" baseline="-18970" dirty="0">
                  <a:latin typeface="Times New Roman"/>
                  <a:cs typeface="Times New Roman"/>
                </a:rPr>
                <a:t> </a:t>
              </a:r>
              <a:r>
                <a:rPr sz="2750" spc="165" dirty="0">
                  <a:latin typeface="Symbol"/>
                  <a:cs typeface="Symbol"/>
                </a:rPr>
                <a:t></a:t>
              </a:r>
              <a:r>
                <a:rPr sz="2750" spc="210" dirty="0">
                  <a:latin typeface="Times New Roman"/>
                  <a:cs typeface="Times New Roman"/>
                </a:rPr>
                <a:t>1</a:t>
              </a:r>
              <a:r>
                <a:rPr sz="2750" dirty="0">
                  <a:latin typeface="Symbol"/>
                  <a:cs typeface="Symbol"/>
                </a:rPr>
                <a:t></a:t>
              </a:r>
              <a:r>
                <a:rPr sz="2750" spc="-175" dirty="0">
                  <a:latin typeface="Times New Roman"/>
                  <a:cs typeface="Times New Roman"/>
                </a:rPr>
                <a:t> </a:t>
              </a:r>
              <a:r>
                <a:rPr sz="2750" i="1" spc="110" dirty="0">
                  <a:latin typeface="Times New Roman"/>
                  <a:cs typeface="Times New Roman"/>
                </a:rPr>
                <a:t>k</a:t>
              </a:r>
              <a:r>
                <a:rPr sz="3075" i="1" baseline="-18970" dirty="0">
                  <a:latin typeface="Times New Roman"/>
                  <a:cs typeface="Times New Roman"/>
                </a:rPr>
                <a:t>I</a:t>
              </a:r>
              <a:r>
                <a:rPr sz="3075" i="1" spc="-352" baseline="-18970" dirty="0">
                  <a:latin typeface="Times New Roman"/>
                  <a:cs typeface="Times New Roman"/>
                </a:rPr>
                <a:t> </a:t>
              </a:r>
              <a:r>
                <a:rPr sz="2750" i="1" spc="-375" dirty="0">
                  <a:latin typeface="Times New Roman"/>
                  <a:cs typeface="Times New Roman"/>
                </a:rPr>
                <a:t>b</a:t>
              </a:r>
              <a:r>
                <a:rPr sz="3075" spc="187" baseline="-18970" dirty="0">
                  <a:latin typeface="Times New Roman"/>
                  <a:cs typeface="Times New Roman"/>
                </a:rPr>
                <a:t>1</a:t>
              </a:r>
              <a:r>
                <a:rPr sz="2750" spc="200" dirty="0">
                  <a:latin typeface="Times New Roman"/>
                  <a:cs typeface="Times New Roman"/>
                </a:rPr>
                <a:t>)</a:t>
              </a:r>
              <a:r>
                <a:rPr sz="2750" i="1" dirty="0">
                  <a:latin typeface="Times New Roman"/>
                  <a:cs typeface="Times New Roman"/>
                </a:rPr>
                <a:t>z</a:t>
              </a:r>
              <a:r>
                <a:rPr sz="2750" i="1" spc="-130" dirty="0">
                  <a:latin typeface="Times New Roman"/>
                  <a:cs typeface="Times New Roman"/>
                </a:rPr>
                <a:t> </a:t>
              </a:r>
              <a:r>
                <a:rPr sz="2750" dirty="0">
                  <a:latin typeface="Symbol"/>
                  <a:cs typeface="Symbol"/>
                </a:rPr>
                <a:t></a:t>
              </a:r>
              <a:r>
                <a:rPr sz="2750" spc="-220" dirty="0">
                  <a:latin typeface="Times New Roman"/>
                  <a:cs typeface="Times New Roman"/>
                </a:rPr>
                <a:t> </a:t>
              </a:r>
              <a:r>
                <a:rPr sz="2750" spc="65" dirty="0">
                  <a:latin typeface="Times New Roman"/>
                  <a:cs typeface="Times New Roman"/>
                </a:rPr>
                <a:t>(</a:t>
              </a:r>
              <a:r>
                <a:rPr sz="2750" spc="80" dirty="0">
                  <a:latin typeface="Symbol"/>
                  <a:cs typeface="Symbol"/>
                </a:rPr>
                <a:t></a:t>
              </a:r>
              <a:r>
                <a:rPr sz="2750" i="1" spc="-245" dirty="0">
                  <a:latin typeface="Times New Roman"/>
                  <a:cs typeface="Times New Roman"/>
                </a:rPr>
                <a:t>a</a:t>
              </a:r>
              <a:r>
                <a:rPr sz="3075" baseline="-18970" dirty="0">
                  <a:latin typeface="Times New Roman"/>
                  <a:cs typeface="Times New Roman"/>
                </a:rPr>
                <a:t>1</a:t>
              </a:r>
              <a:r>
                <a:rPr sz="3075" spc="60" baseline="-18970" dirty="0">
                  <a:latin typeface="Times New Roman"/>
                  <a:cs typeface="Times New Roman"/>
                </a:rPr>
                <a:t> </a:t>
              </a:r>
              <a:r>
                <a:rPr sz="2750" dirty="0">
                  <a:latin typeface="Symbol"/>
                  <a:cs typeface="Symbol"/>
                </a:rPr>
                <a:t></a:t>
              </a:r>
              <a:r>
                <a:rPr sz="2750" spc="300" dirty="0">
                  <a:latin typeface="Times New Roman"/>
                  <a:cs typeface="Times New Roman"/>
                </a:rPr>
                <a:t> </a:t>
              </a:r>
              <a:r>
                <a:rPr sz="2750" i="1" spc="85" dirty="0">
                  <a:latin typeface="Times New Roman"/>
                  <a:cs typeface="Times New Roman"/>
                </a:rPr>
                <a:t>f</a:t>
              </a:r>
              <a:r>
                <a:rPr sz="3075" spc="37" baseline="-18970" dirty="0">
                  <a:latin typeface="Times New Roman"/>
                  <a:cs typeface="Times New Roman"/>
                </a:rPr>
                <a:t>0</a:t>
              </a:r>
              <a:r>
                <a:rPr sz="2750" i="1" spc="-375" dirty="0">
                  <a:latin typeface="Times New Roman"/>
                  <a:cs typeface="Times New Roman"/>
                </a:rPr>
                <a:t>b</a:t>
              </a:r>
              <a:r>
                <a:rPr sz="3075" spc="187" baseline="-18970" dirty="0">
                  <a:latin typeface="Times New Roman"/>
                  <a:cs typeface="Times New Roman"/>
                </a:rPr>
                <a:t>1</a:t>
              </a:r>
              <a:r>
                <a:rPr sz="2750" dirty="0">
                  <a:latin typeface="Times New Roman"/>
                  <a:cs typeface="Times New Roman"/>
                </a:rPr>
                <a:t>)</a:t>
              </a:r>
              <a:r>
                <a:rPr sz="2750" spc="-60" dirty="0">
                  <a:latin typeface="Times New Roman"/>
                  <a:cs typeface="Times New Roman"/>
                </a:rPr>
                <a:t> </a:t>
              </a:r>
              <a:r>
                <a:rPr sz="2750" dirty="0">
                  <a:latin typeface="Symbol"/>
                  <a:cs typeface="Symbol"/>
                </a:rPr>
                <a:t></a:t>
              </a:r>
              <a:r>
                <a:rPr sz="2750" spc="-90" dirty="0">
                  <a:latin typeface="Times New Roman"/>
                  <a:cs typeface="Times New Roman"/>
                </a:rPr>
                <a:t> </a:t>
              </a:r>
              <a:r>
                <a:rPr sz="2750" dirty="0">
                  <a:latin typeface="Times New Roman"/>
                  <a:cs typeface="Times New Roman"/>
                </a:rPr>
                <a:t>0</a:t>
              </a:r>
              <a:endParaRPr sz="2750">
                <a:latin typeface="Times New Roman"/>
                <a:cs typeface="Times New Roman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4299" rIns="0" bIns="0" rtlCol="0">
            <a:spAutoFit/>
          </a:bodyPr>
          <a:lstStyle/>
          <a:p>
            <a:pPr marL="135255">
              <a:lnSpc>
                <a:spcPct val="100000"/>
              </a:lnSpc>
            </a:pPr>
            <a:r>
              <a:rPr spc="-5" dirty="0"/>
              <a:t>E</a:t>
            </a:r>
            <a:r>
              <a:rPr spc="-55" dirty="0"/>
              <a:t>x</a:t>
            </a:r>
            <a:r>
              <a:rPr spc="-10" dirty="0"/>
              <a:t>a</a:t>
            </a:r>
            <a:r>
              <a:rPr spc="-30" dirty="0"/>
              <a:t>m</a:t>
            </a:r>
            <a:r>
              <a:rPr spc="-10" dirty="0"/>
              <a:t>p</a:t>
            </a:r>
            <a:r>
              <a:rPr spc="-5" dirty="0"/>
              <a:t>l</a:t>
            </a:r>
            <a:r>
              <a:rPr spc="-20" dirty="0"/>
              <a:t>e</a:t>
            </a:r>
            <a:r>
              <a:rPr spc="-105" dirty="0">
                <a:latin typeface="Times New Roman"/>
                <a:cs typeface="Times New Roman"/>
              </a:rPr>
              <a:t> </a:t>
            </a:r>
            <a:r>
              <a:rPr dirty="0"/>
              <a:t>–</a:t>
            </a:r>
            <a:r>
              <a:rPr spc="-85" dirty="0">
                <a:latin typeface="Times New Roman"/>
                <a:cs typeface="Times New Roman"/>
              </a:rPr>
              <a:t> </a:t>
            </a:r>
            <a:r>
              <a:rPr spc="-30" dirty="0"/>
              <a:t>A</a:t>
            </a:r>
            <a:r>
              <a:rPr spc="5" dirty="0"/>
              <a:t>x</a:t>
            </a:r>
            <a:r>
              <a:rPr spc="-5" dirty="0"/>
              <a:t>i</a:t>
            </a:r>
            <a:r>
              <a:rPr spc="-10" dirty="0"/>
              <a:t>a</a:t>
            </a:r>
            <a:r>
              <a:rPr dirty="0"/>
              <a:t>l</a:t>
            </a:r>
            <a:r>
              <a:rPr spc="-90" dirty="0">
                <a:latin typeface="Times New Roman"/>
                <a:cs typeface="Times New Roman"/>
              </a:rPr>
              <a:t> </a:t>
            </a:r>
            <a:r>
              <a:rPr spc="-105" dirty="0"/>
              <a:t>F</a:t>
            </a:r>
            <a:r>
              <a:rPr spc="-10" dirty="0"/>
              <a:t>a</a:t>
            </a:r>
            <a:r>
              <a:rPr dirty="0"/>
              <a:t>n</a:t>
            </a:r>
          </a:p>
        </p:txBody>
      </p:sp>
      <p:sp>
        <p:nvSpPr>
          <p:cNvPr id="3" name="object 3"/>
          <p:cNvSpPr/>
          <p:nvPr/>
        </p:nvSpPr>
        <p:spPr>
          <a:xfrm>
            <a:off x="1399531" y="3340089"/>
            <a:ext cx="1617980" cy="1905"/>
          </a:xfrm>
          <a:custGeom>
            <a:avLst/>
            <a:gdLst/>
            <a:ahLst/>
            <a:cxnLst/>
            <a:rect l="l" t="t" r="r" b="b"/>
            <a:pathLst>
              <a:path w="1617980" h="1904">
                <a:moveTo>
                  <a:pt x="1617951" y="1584"/>
                </a:moveTo>
                <a:lnTo>
                  <a:pt x="0" y="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41249" y="3297143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5" h="88900">
                <a:moveTo>
                  <a:pt x="70" y="0"/>
                </a:moveTo>
                <a:lnTo>
                  <a:pt x="76233" y="44531"/>
                </a:lnTo>
                <a:lnTo>
                  <a:pt x="0" y="8891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095219" y="3365510"/>
            <a:ext cx="1617980" cy="1905"/>
          </a:xfrm>
          <a:custGeom>
            <a:avLst/>
            <a:gdLst/>
            <a:ahLst/>
            <a:cxnLst/>
            <a:rect l="l" t="t" r="r" b="b"/>
            <a:pathLst>
              <a:path w="1617979" h="1904">
                <a:moveTo>
                  <a:pt x="1617969" y="1554"/>
                </a:moveTo>
                <a:lnTo>
                  <a:pt x="0" y="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636959" y="3322533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4" h="88900">
                <a:moveTo>
                  <a:pt x="60" y="0"/>
                </a:moveTo>
                <a:lnTo>
                  <a:pt x="76230" y="44531"/>
                </a:lnTo>
                <a:lnTo>
                  <a:pt x="0" y="8891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601497" y="2709832"/>
            <a:ext cx="598805" cy="362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07811" y="2674285"/>
            <a:ext cx="617220" cy="362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100" dirty="0">
                <a:latin typeface="Times New Roman"/>
                <a:cs typeface="Times New Roman"/>
              </a:rPr>
              <a:t>u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93114" y="3522571"/>
            <a:ext cx="1231265" cy="431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-25" dirty="0">
                <a:solidFill>
                  <a:srgbClr val="4471C4"/>
                </a:solidFill>
                <a:latin typeface="Calibri"/>
                <a:cs typeface="Calibri"/>
              </a:rPr>
              <a:t>v</a:t>
            </a:r>
            <a:r>
              <a:rPr sz="3200" spc="-10" dirty="0">
                <a:solidFill>
                  <a:srgbClr val="4471C4"/>
                </a:solidFill>
                <a:latin typeface="Calibri"/>
                <a:cs typeface="Calibri"/>
              </a:rPr>
              <a:t>o</a:t>
            </a:r>
            <a:r>
              <a:rPr sz="3200" spc="5" dirty="0">
                <a:solidFill>
                  <a:srgbClr val="4471C4"/>
                </a:solidFill>
                <a:latin typeface="Calibri"/>
                <a:cs typeface="Calibri"/>
              </a:rPr>
              <a:t>l</a:t>
            </a:r>
            <a:r>
              <a:rPr sz="3200" spc="-50" dirty="0">
                <a:solidFill>
                  <a:srgbClr val="4471C4"/>
                </a:solidFill>
                <a:latin typeface="Calibri"/>
                <a:cs typeface="Calibri"/>
              </a:rPr>
              <a:t>t</a:t>
            </a:r>
            <a:r>
              <a:rPr sz="3200" spc="5" dirty="0">
                <a:solidFill>
                  <a:srgbClr val="4471C4"/>
                </a:solidFill>
                <a:latin typeface="Calibri"/>
                <a:cs typeface="Calibri"/>
              </a:rPr>
              <a:t>a</a:t>
            </a:r>
            <a:r>
              <a:rPr sz="3200" spc="-45" dirty="0">
                <a:solidFill>
                  <a:srgbClr val="4471C4"/>
                </a:solidFill>
                <a:latin typeface="Calibri"/>
                <a:cs typeface="Calibri"/>
              </a:rPr>
              <a:t>g</a:t>
            </a:r>
            <a:r>
              <a:rPr sz="3200" spc="-20" dirty="0">
                <a:solidFill>
                  <a:srgbClr val="4471C4"/>
                </a:solidFill>
                <a:latin typeface="Calibri"/>
                <a:cs typeface="Calibri"/>
              </a:rPr>
              <a:t>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81133" y="3479898"/>
            <a:ext cx="1177290" cy="431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5" dirty="0">
                <a:solidFill>
                  <a:srgbClr val="4471C4"/>
                </a:solidFill>
                <a:latin typeface="Calibri"/>
                <a:cs typeface="Calibri"/>
              </a:rPr>
              <a:t>ai</a:t>
            </a:r>
            <a:r>
              <a:rPr sz="3200" dirty="0">
                <a:solidFill>
                  <a:srgbClr val="4471C4"/>
                </a:solidFill>
                <a:latin typeface="Calibri"/>
                <a:cs typeface="Calibri"/>
              </a:rPr>
              <a:t>rfl</a:t>
            </a:r>
            <a:r>
              <a:rPr sz="3200" spc="-30" dirty="0">
                <a:solidFill>
                  <a:srgbClr val="4471C4"/>
                </a:solidFill>
                <a:latin typeface="Calibri"/>
                <a:cs typeface="Calibri"/>
              </a:rPr>
              <a:t>o</a:t>
            </a:r>
            <a:r>
              <a:rPr sz="3200" spc="-25" dirty="0">
                <a:solidFill>
                  <a:srgbClr val="4471C4"/>
                </a:solidFill>
                <a:latin typeface="Calibri"/>
                <a:cs typeface="Calibri"/>
              </a:rPr>
              <a:t>w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028950" y="2637800"/>
            <a:ext cx="2082800" cy="1460500"/>
          </a:xfrm>
          <a:custGeom>
            <a:avLst/>
            <a:gdLst/>
            <a:ahLst/>
            <a:cxnLst/>
            <a:rect l="l" t="t" r="r" b="b"/>
            <a:pathLst>
              <a:path w="2082800" h="1460500">
                <a:moveTo>
                  <a:pt x="1839376" y="0"/>
                </a:moveTo>
                <a:lnTo>
                  <a:pt x="243413" y="0"/>
                </a:lnTo>
                <a:lnTo>
                  <a:pt x="223447" y="806"/>
                </a:lnTo>
                <a:lnTo>
                  <a:pt x="184913" y="7073"/>
                </a:lnTo>
                <a:lnTo>
                  <a:pt x="148660" y="19126"/>
                </a:lnTo>
                <a:lnTo>
                  <a:pt x="99650" y="46960"/>
                </a:lnTo>
                <a:lnTo>
                  <a:pt x="58589" y="84996"/>
                </a:lnTo>
                <a:lnTo>
                  <a:pt x="27166" y="131544"/>
                </a:lnTo>
                <a:lnTo>
                  <a:pt x="7073" y="184913"/>
                </a:lnTo>
                <a:lnTo>
                  <a:pt x="806" y="223447"/>
                </a:lnTo>
                <a:lnTo>
                  <a:pt x="0" y="243413"/>
                </a:lnTo>
                <a:lnTo>
                  <a:pt x="0" y="1217075"/>
                </a:lnTo>
                <a:lnTo>
                  <a:pt x="3185" y="1256557"/>
                </a:lnTo>
                <a:lnTo>
                  <a:pt x="12408" y="1294012"/>
                </a:lnTo>
                <a:lnTo>
                  <a:pt x="36465" y="1345293"/>
                </a:lnTo>
                <a:lnTo>
                  <a:pt x="71288" y="1389192"/>
                </a:lnTo>
                <a:lnTo>
                  <a:pt x="115187" y="1424017"/>
                </a:lnTo>
                <a:lnTo>
                  <a:pt x="166470" y="1448076"/>
                </a:lnTo>
                <a:lnTo>
                  <a:pt x="203927" y="1457299"/>
                </a:lnTo>
                <a:lnTo>
                  <a:pt x="243413" y="1460485"/>
                </a:lnTo>
                <a:lnTo>
                  <a:pt x="1839376" y="1460485"/>
                </a:lnTo>
                <a:lnTo>
                  <a:pt x="1878862" y="1457299"/>
                </a:lnTo>
                <a:lnTo>
                  <a:pt x="1916319" y="1448076"/>
                </a:lnTo>
                <a:lnTo>
                  <a:pt x="1967602" y="1424017"/>
                </a:lnTo>
                <a:lnTo>
                  <a:pt x="2011500" y="1389192"/>
                </a:lnTo>
                <a:lnTo>
                  <a:pt x="2046324" y="1345293"/>
                </a:lnTo>
                <a:lnTo>
                  <a:pt x="2070381" y="1294012"/>
                </a:lnTo>
                <a:lnTo>
                  <a:pt x="2079604" y="1256557"/>
                </a:lnTo>
                <a:lnTo>
                  <a:pt x="2082789" y="1217075"/>
                </a:lnTo>
                <a:lnTo>
                  <a:pt x="2082789" y="243413"/>
                </a:lnTo>
                <a:lnTo>
                  <a:pt x="2079604" y="203927"/>
                </a:lnTo>
                <a:lnTo>
                  <a:pt x="2070381" y="166470"/>
                </a:lnTo>
                <a:lnTo>
                  <a:pt x="2046324" y="115187"/>
                </a:lnTo>
                <a:lnTo>
                  <a:pt x="2011500" y="71288"/>
                </a:lnTo>
                <a:lnTo>
                  <a:pt x="1967602" y="36465"/>
                </a:lnTo>
                <a:lnTo>
                  <a:pt x="1916319" y="12408"/>
                </a:lnTo>
                <a:lnTo>
                  <a:pt x="1878862" y="3185"/>
                </a:lnTo>
                <a:lnTo>
                  <a:pt x="183937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028950" y="2637800"/>
            <a:ext cx="2082800" cy="1460500"/>
          </a:xfrm>
          <a:custGeom>
            <a:avLst/>
            <a:gdLst/>
            <a:ahLst/>
            <a:cxnLst/>
            <a:rect l="l" t="t" r="r" b="b"/>
            <a:pathLst>
              <a:path w="2082800" h="1460500">
                <a:moveTo>
                  <a:pt x="0" y="243413"/>
                </a:moveTo>
                <a:lnTo>
                  <a:pt x="3185" y="203927"/>
                </a:lnTo>
                <a:lnTo>
                  <a:pt x="12408" y="166470"/>
                </a:lnTo>
                <a:lnTo>
                  <a:pt x="36465" y="115187"/>
                </a:lnTo>
                <a:lnTo>
                  <a:pt x="71288" y="71288"/>
                </a:lnTo>
                <a:lnTo>
                  <a:pt x="115187" y="36465"/>
                </a:lnTo>
                <a:lnTo>
                  <a:pt x="166470" y="12408"/>
                </a:lnTo>
                <a:lnTo>
                  <a:pt x="203927" y="3185"/>
                </a:lnTo>
                <a:lnTo>
                  <a:pt x="243413" y="0"/>
                </a:lnTo>
                <a:lnTo>
                  <a:pt x="1839376" y="0"/>
                </a:lnTo>
                <a:lnTo>
                  <a:pt x="1878862" y="3185"/>
                </a:lnTo>
                <a:lnTo>
                  <a:pt x="1916319" y="12408"/>
                </a:lnTo>
                <a:lnTo>
                  <a:pt x="1967602" y="36465"/>
                </a:lnTo>
                <a:lnTo>
                  <a:pt x="2011500" y="71288"/>
                </a:lnTo>
                <a:lnTo>
                  <a:pt x="2046324" y="115187"/>
                </a:lnTo>
                <a:lnTo>
                  <a:pt x="2070381" y="166470"/>
                </a:lnTo>
                <a:lnTo>
                  <a:pt x="2079604" y="203927"/>
                </a:lnTo>
                <a:lnTo>
                  <a:pt x="2082789" y="243413"/>
                </a:lnTo>
                <a:lnTo>
                  <a:pt x="2082789" y="1217075"/>
                </a:lnTo>
                <a:lnTo>
                  <a:pt x="2079604" y="1256557"/>
                </a:lnTo>
                <a:lnTo>
                  <a:pt x="2070381" y="1294012"/>
                </a:lnTo>
                <a:lnTo>
                  <a:pt x="2046324" y="1345293"/>
                </a:lnTo>
                <a:lnTo>
                  <a:pt x="2011500" y="1389192"/>
                </a:lnTo>
                <a:lnTo>
                  <a:pt x="1967602" y="1424017"/>
                </a:lnTo>
                <a:lnTo>
                  <a:pt x="1916319" y="1448076"/>
                </a:lnTo>
                <a:lnTo>
                  <a:pt x="1878862" y="1457299"/>
                </a:lnTo>
                <a:lnTo>
                  <a:pt x="1839376" y="1460485"/>
                </a:lnTo>
                <a:lnTo>
                  <a:pt x="243413" y="1460485"/>
                </a:lnTo>
                <a:lnTo>
                  <a:pt x="203927" y="1457299"/>
                </a:lnTo>
                <a:lnTo>
                  <a:pt x="166470" y="1448076"/>
                </a:lnTo>
                <a:lnTo>
                  <a:pt x="115187" y="1424017"/>
                </a:lnTo>
                <a:lnTo>
                  <a:pt x="71288" y="1389192"/>
                </a:lnTo>
                <a:lnTo>
                  <a:pt x="36465" y="1345293"/>
                </a:lnTo>
                <a:lnTo>
                  <a:pt x="12408" y="1294012"/>
                </a:lnTo>
                <a:lnTo>
                  <a:pt x="3185" y="1256557"/>
                </a:lnTo>
                <a:lnTo>
                  <a:pt x="0" y="1217075"/>
                </a:lnTo>
                <a:lnTo>
                  <a:pt x="0" y="243413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516202" y="3406423"/>
            <a:ext cx="1256030" cy="0"/>
          </a:xfrm>
          <a:custGeom>
            <a:avLst/>
            <a:gdLst/>
            <a:ahLst/>
            <a:cxnLst/>
            <a:rect l="l" t="t" r="r" b="b"/>
            <a:pathLst>
              <a:path w="1256029">
                <a:moveTo>
                  <a:pt x="0" y="0"/>
                </a:moveTo>
                <a:lnTo>
                  <a:pt x="1255619" y="0"/>
                </a:lnTo>
              </a:path>
            </a:pathLst>
          </a:custGeom>
          <a:ln w="136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695703" y="2921023"/>
            <a:ext cx="855980" cy="438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50" dirty="0">
                <a:latin typeface="Times New Roman"/>
                <a:cs typeface="Times New Roman"/>
              </a:rPr>
              <a:t>1.</a:t>
            </a:r>
            <a:r>
              <a:rPr sz="2550" spc="160" dirty="0">
                <a:latin typeface="Times New Roman"/>
                <a:cs typeface="Times New Roman"/>
              </a:rPr>
              <a:t>6</a:t>
            </a:r>
            <a:r>
              <a:rPr sz="2550" i="1" spc="175" dirty="0">
                <a:latin typeface="Times New Roman"/>
                <a:cs typeface="Times New Roman"/>
              </a:rPr>
              <a:t>z</a:t>
            </a:r>
            <a:r>
              <a:rPr sz="2850" baseline="33625" dirty="0">
                <a:latin typeface="Symbol"/>
                <a:cs typeface="Symbol"/>
              </a:rPr>
              <a:t></a:t>
            </a:r>
            <a:r>
              <a:rPr sz="2850" spc="7" baseline="33625" dirty="0">
                <a:latin typeface="Times New Roman"/>
                <a:cs typeface="Times New Roman"/>
              </a:rPr>
              <a:t>1</a:t>
            </a:r>
            <a:endParaRPr sz="2850" baseline="33625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2240">
              <a:lnSpc>
                <a:spcPct val="100000"/>
              </a:lnSpc>
            </a:pPr>
            <a:r>
              <a:rPr spc="-10" dirty="0"/>
              <a:t>8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3489963" y="3420789"/>
            <a:ext cx="1267460" cy="437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50" spc="200" dirty="0">
                <a:latin typeface="Times New Roman"/>
                <a:cs typeface="Times New Roman"/>
              </a:rPr>
              <a:t>1</a:t>
            </a:r>
            <a:r>
              <a:rPr sz="2550" dirty="0">
                <a:latin typeface="Symbol"/>
                <a:cs typeface="Symbol"/>
              </a:rPr>
              <a:t></a:t>
            </a:r>
            <a:r>
              <a:rPr sz="2550" spc="-24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0.</a:t>
            </a:r>
            <a:r>
              <a:rPr sz="2550" spc="114" dirty="0">
                <a:latin typeface="Times New Roman"/>
                <a:cs typeface="Times New Roman"/>
              </a:rPr>
              <a:t>8</a:t>
            </a:r>
            <a:r>
              <a:rPr sz="2550" i="1" spc="175" dirty="0">
                <a:latin typeface="Times New Roman"/>
                <a:cs typeface="Times New Roman"/>
              </a:rPr>
              <a:t>z</a:t>
            </a:r>
            <a:r>
              <a:rPr sz="2850" baseline="33625" dirty="0">
                <a:latin typeface="Symbol"/>
                <a:cs typeface="Symbol"/>
              </a:rPr>
              <a:t></a:t>
            </a:r>
            <a:r>
              <a:rPr sz="2850" spc="7" baseline="33625" dirty="0">
                <a:latin typeface="Times New Roman"/>
                <a:cs typeface="Times New Roman"/>
              </a:rPr>
              <a:t>1</a:t>
            </a:r>
            <a:endParaRPr sz="2850" baseline="33625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74012" y="4709517"/>
            <a:ext cx="1416685" cy="1145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i="1" spc="-270" dirty="0">
                <a:latin typeface="Times New Roman"/>
                <a:cs typeface="Times New Roman"/>
              </a:rPr>
              <a:t>a</a:t>
            </a:r>
            <a:r>
              <a:rPr sz="3375" baseline="-19753" dirty="0">
                <a:latin typeface="Times New Roman"/>
                <a:cs typeface="Times New Roman"/>
              </a:rPr>
              <a:t>1</a:t>
            </a:r>
            <a:r>
              <a:rPr sz="3375" spc="352" baseline="-19753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Symbol"/>
                <a:cs typeface="Symbol"/>
              </a:rPr>
              <a:t>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Symbol"/>
                <a:cs typeface="Symbol"/>
              </a:rPr>
              <a:t></a:t>
            </a:r>
            <a:r>
              <a:rPr sz="3000" dirty="0">
                <a:latin typeface="Times New Roman"/>
                <a:cs typeface="Times New Roman"/>
              </a:rPr>
              <a:t>0.8</a:t>
            </a:r>
            <a:endParaRPr sz="3000">
              <a:latin typeface="Times New Roman"/>
              <a:cs typeface="Times New Roman"/>
            </a:endParaRPr>
          </a:p>
          <a:p>
            <a:pPr marL="36195">
              <a:lnSpc>
                <a:spcPct val="100000"/>
              </a:lnSpc>
              <a:spcBef>
                <a:spcPts val="1500"/>
              </a:spcBef>
            </a:pPr>
            <a:r>
              <a:rPr sz="3000" i="1" spc="-409" dirty="0">
                <a:latin typeface="Times New Roman"/>
                <a:cs typeface="Times New Roman"/>
              </a:rPr>
              <a:t>b</a:t>
            </a:r>
            <a:r>
              <a:rPr sz="3375" baseline="-19753" dirty="0">
                <a:latin typeface="Times New Roman"/>
                <a:cs typeface="Times New Roman"/>
              </a:rPr>
              <a:t>1</a:t>
            </a:r>
            <a:r>
              <a:rPr sz="3375" spc="352" baseline="-19753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Symbol"/>
                <a:cs typeface="Symbol"/>
              </a:rPr>
              <a:t></a:t>
            </a:r>
            <a:r>
              <a:rPr sz="3000" spc="-3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1.6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4299" rIns="0" bIns="0" rtlCol="0">
            <a:spAutoFit/>
          </a:bodyPr>
          <a:lstStyle/>
          <a:p>
            <a:pPr marL="135255">
              <a:lnSpc>
                <a:spcPct val="100000"/>
              </a:lnSpc>
            </a:pPr>
            <a:r>
              <a:rPr spc="-80" dirty="0"/>
              <a:t>P</a:t>
            </a:r>
            <a:r>
              <a:rPr spc="5" dirty="0"/>
              <a:t>o</a:t>
            </a:r>
            <a:r>
              <a:rPr spc="-5" dirty="0"/>
              <a:t>l</a:t>
            </a:r>
            <a:r>
              <a:rPr dirty="0"/>
              <a:t>e</a:t>
            </a:r>
            <a:r>
              <a:rPr spc="-125" dirty="0">
                <a:latin typeface="Times New Roman"/>
                <a:cs typeface="Times New Roman"/>
              </a:rPr>
              <a:t> </a:t>
            </a:r>
            <a:r>
              <a:rPr spc="-30" dirty="0"/>
              <a:t>A</a:t>
            </a:r>
            <a:r>
              <a:rPr spc="-10" dirty="0"/>
              <a:t>ss</a:t>
            </a:r>
            <a:r>
              <a:rPr spc="-5" dirty="0"/>
              <a:t>ign</a:t>
            </a:r>
            <a:r>
              <a:rPr spc="-30" dirty="0"/>
              <a:t>m</a:t>
            </a:r>
            <a:r>
              <a:rPr spc="-15" dirty="0"/>
              <a:t>e</a:t>
            </a:r>
            <a:r>
              <a:rPr spc="-50" dirty="0"/>
              <a:t>n</a:t>
            </a:r>
            <a:r>
              <a:rPr spc="-15" dirty="0"/>
              <a:t>t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2240">
              <a:lnSpc>
                <a:spcPct val="100000"/>
              </a:lnSpc>
            </a:pPr>
            <a:r>
              <a:rPr spc="-10" dirty="0"/>
              <a:t>9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07390" y="2127256"/>
            <a:ext cx="7580630" cy="2771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810260" indent="-228600">
              <a:lnSpc>
                <a:spcPts val="2820"/>
              </a:lnSpc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80" dirty="0">
                <a:latin typeface="Calibri"/>
                <a:cs typeface="Calibri"/>
              </a:rPr>
              <a:t>P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ssi</a:t>
            </a:r>
            <a:r>
              <a:rPr sz="2600" spc="-20" dirty="0">
                <a:latin typeface="Calibri"/>
                <a:cs typeface="Calibri"/>
              </a:rPr>
              <a:t>gn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d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g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he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Calibri"/>
                <a:cs typeface="Calibri"/>
              </a:rPr>
              <a:t>g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ns</a:t>
            </a:r>
            <a:endParaRPr sz="2600">
              <a:latin typeface="Calibri"/>
              <a:cs typeface="Calibri"/>
            </a:endParaRPr>
          </a:p>
          <a:p>
            <a:pPr marL="241300" marR="148590" indent="-228600">
              <a:lnSpc>
                <a:spcPct val="90100"/>
              </a:lnSpc>
              <a:spcBef>
                <a:spcPts val="94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I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Calibri"/>
                <a:cs typeface="Calibri"/>
              </a:rPr>
              <a:t>ex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0" dirty="0">
                <a:latin typeface="Calibri"/>
                <a:cs typeface="Calibri"/>
              </a:rPr>
              <a:t>e,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w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w</a:t>
            </a:r>
            <a:r>
              <a:rPr sz="2600" dirty="0">
                <a:latin typeface="Calibri"/>
                <a:cs typeface="Calibri"/>
              </a:rPr>
              <a:t>ill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app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45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Calibri"/>
                <a:cs typeface="Calibri"/>
              </a:rPr>
              <a:t>g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P</a:t>
            </a:r>
            <a:r>
              <a:rPr sz="2600" spc="-10" dirty="0">
                <a:latin typeface="Calibri"/>
                <a:cs typeface="Calibri"/>
              </a:rPr>
              <a:t>I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ll</a:t>
            </a:r>
            <a:r>
              <a:rPr sz="2600" spc="-10" dirty="0">
                <a:latin typeface="Calibri"/>
                <a:cs typeface="Calibri"/>
              </a:rPr>
              <a:t>er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i.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.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d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5" dirty="0">
                <a:latin typeface="Calibri"/>
                <a:cs typeface="Calibri"/>
              </a:rPr>
              <a:t>n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he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na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an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0" dirty="0">
                <a:latin typeface="Calibri"/>
                <a:cs typeface="Calibri"/>
              </a:rPr>
              <a:t>g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Calibri"/>
                <a:cs typeface="Calibri"/>
              </a:rPr>
              <a:t>g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ns</a:t>
            </a:r>
            <a:endParaRPr sz="2600">
              <a:latin typeface="Calibri"/>
              <a:cs typeface="Calibri"/>
            </a:endParaRPr>
          </a:p>
          <a:p>
            <a:pPr marL="241300" marR="5080" indent="-228600">
              <a:lnSpc>
                <a:spcPts val="2820"/>
              </a:lnSpc>
              <a:spcBef>
                <a:spcPts val="1019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Fi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p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d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10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d</a:t>
            </a:r>
            <a:r>
              <a:rPr sz="2600" dirty="0">
                <a:latin typeface="Calibri"/>
                <a:cs typeface="Calibri"/>
              </a:rPr>
              <a:t>-l</a:t>
            </a:r>
            <a:r>
              <a:rPr sz="2600" spc="5" dirty="0">
                <a:latin typeface="Calibri"/>
                <a:cs typeface="Calibri"/>
              </a:rPr>
              <a:t>oo</a:t>
            </a:r>
            <a:r>
              <a:rPr sz="2600" dirty="0">
                <a:latin typeface="Calibri"/>
                <a:cs typeface="Calibri"/>
              </a:rPr>
              <a:t>p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spc="-170" dirty="0">
                <a:latin typeface="Calibri"/>
                <a:cs typeface="Calibri"/>
              </a:rPr>
              <a:t>T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an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er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un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an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wr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d</a:t>
            </a:r>
            <a:r>
              <a:rPr sz="2600" spc="-15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w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ha</a:t>
            </a:r>
            <a:r>
              <a:rPr sz="2600" spc="-70" dirty="0">
                <a:latin typeface="Calibri"/>
                <a:cs typeface="Calibri"/>
              </a:rPr>
              <a:t>r</a:t>
            </a:r>
            <a:r>
              <a:rPr sz="2600" spc="-25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equ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n: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13104" y="5152004"/>
            <a:ext cx="156845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dirty="0">
                <a:latin typeface="Times New Roman"/>
                <a:cs typeface="Times New Roman"/>
              </a:rPr>
              <a:t>2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52652" y="5232729"/>
            <a:ext cx="6021705" cy="455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94970" algn="l"/>
              </a:tabLst>
            </a:pPr>
            <a:r>
              <a:rPr sz="2750" i="1" dirty="0">
                <a:latin typeface="Times New Roman"/>
                <a:cs typeface="Times New Roman"/>
              </a:rPr>
              <a:t>z	</a:t>
            </a:r>
            <a:r>
              <a:rPr sz="2750" dirty="0">
                <a:latin typeface="Symbol"/>
                <a:cs typeface="Symbol"/>
              </a:rPr>
              <a:t></a:t>
            </a:r>
            <a:r>
              <a:rPr sz="2750" spc="-22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(</a:t>
            </a:r>
            <a:r>
              <a:rPr sz="2750" spc="-100" dirty="0">
                <a:latin typeface="Times New Roman"/>
                <a:cs typeface="Times New Roman"/>
              </a:rPr>
              <a:t> </a:t>
            </a:r>
            <a:r>
              <a:rPr sz="2750" i="1" spc="85" dirty="0">
                <a:latin typeface="Times New Roman"/>
                <a:cs typeface="Times New Roman"/>
              </a:rPr>
              <a:t>f</a:t>
            </a:r>
            <a:r>
              <a:rPr sz="3075" spc="37" baseline="-18970" dirty="0">
                <a:latin typeface="Times New Roman"/>
                <a:cs typeface="Times New Roman"/>
              </a:rPr>
              <a:t>0</a:t>
            </a:r>
            <a:r>
              <a:rPr sz="2750" i="1" spc="-375" dirty="0">
                <a:latin typeface="Times New Roman"/>
                <a:cs typeface="Times New Roman"/>
              </a:rPr>
              <a:t>b</a:t>
            </a:r>
            <a:r>
              <a:rPr sz="3075" baseline="-18970" dirty="0">
                <a:latin typeface="Times New Roman"/>
                <a:cs typeface="Times New Roman"/>
              </a:rPr>
              <a:t>1</a:t>
            </a:r>
            <a:r>
              <a:rPr sz="3075" spc="67" baseline="-1897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Symbol"/>
                <a:cs typeface="Symbol"/>
              </a:rPr>
              <a:t></a:t>
            </a:r>
            <a:r>
              <a:rPr sz="2750" spc="-180" dirty="0">
                <a:latin typeface="Times New Roman"/>
                <a:cs typeface="Times New Roman"/>
              </a:rPr>
              <a:t> </a:t>
            </a:r>
            <a:r>
              <a:rPr sz="2750" i="1" spc="-245" dirty="0">
                <a:latin typeface="Times New Roman"/>
                <a:cs typeface="Times New Roman"/>
              </a:rPr>
              <a:t>a</a:t>
            </a:r>
            <a:r>
              <a:rPr sz="3075" baseline="-18970" dirty="0">
                <a:latin typeface="Times New Roman"/>
                <a:cs typeface="Times New Roman"/>
              </a:rPr>
              <a:t>1</a:t>
            </a:r>
            <a:r>
              <a:rPr sz="3075" spc="67" baseline="-18970" dirty="0">
                <a:latin typeface="Times New Roman"/>
                <a:cs typeface="Times New Roman"/>
              </a:rPr>
              <a:t> </a:t>
            </a:r>
            <a:r>
              <a:rPr sz="2750" spc="165" dirty="0">
                <a:latin typeface="Symbol"/>
                <a:cs typeface="Symbol"/>
              </a:rPr>
              <a:t></a:t>
            </a:r>
            <a:r>
              <a:rPr sz="2750" spc="210" dirty="0">
                <a:latin typeface="Times New Roman"/>
                <a:cs typeface="Times New Roman"/>
              </a:rPr>
              <a:t>1</a:t>
            </a:r>
            <a:r>
              <a:rPr sz="2750" dirty="0">
                <a:latin typeface="Symbol"/>
                <a:cs typeface="Symbol"/>
              </a:rPr>
              <a:t></a:t>
            </a:r>
            <a:r>
              <a:rPr sz="2750" spc="-175" dirty="0">
                <a:latin typeface="Times New Roman"/>
                <a:cs typeface="Times New Roman"/>
              </a:rPr>
              <a:t> </a:t>
            </a:r>
            <a:r>
              <a:rPr sz="2750" i="1" spc="110" dirty="0">
                <a:latin typeface="Times New Roman"/>
                <a:cs typeface="Times New Roman"/>
              </a:rPr>
              <a:t>k</a:t>
            </a:r>
            <a:r>
              <a:rPr sz="3075" i="1" baseline="-18970" dirty="0">
                <a:latin typeface="Times New Roman"/>
                <a:cs typeface="Times New Roman"/>
              </a:rPr>
              <a:t>I</a:t>
            </a:r>
            <a:r>
              <a:rPr sz="3075" i="1" spc="-352" baseline="-18970" dirty="0">
                <a:latin typeface="Times New Roman"/>
                <a:cs typeface="Times New Roman"/>
              </a:rPr>
              <a:t> </a:t>
            </a:r>
            <a:r>
              <a:rPr sz="2750" i="1" spc="-375" dirty="0">
                <a:latin typeface="Times New Roman"/>
                <a:cs typeface="Times New Roman"/>
              </a:rPr>
              <a:t>b</a:t>
            </a:r>
            <a:r>
              <a:rPr sz="3075" spc="187" baseline="-18970" dirty="0">
                <a:latin typeface="Times New Roman"/>
                <a:cs typeface="Times New Roman"/>
              </a:rPr>
              <a:t>1</a:t>
            </a:r>
            <a:r>
              <a:rPr sz="2750" spc="200" dirty="0">
                <a:latin typeface="Times New Roman"/>
                <a:cs typeface="Times New Roman"/>
              </a:rPr>
              <a:t>)</a:t>
            </a:r>
            <a:r>
              <a:rPr sz="2750" i="1" dirty="0">
                <a:latin typeface="Times New Roman"/>
                <a:cs typeface="Times New Roman"/>
              </a:rPr>
              <a:t>z</a:t>
            </a:r>
            <a:r>
              <a:rPr sz="2750" i="1" spc="-13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Symbol"/>
                <a:cs typeface="Symbol"/>
              </a:rPr>
              <a:t></a:t>
            </a:r>
            <a:r>
              <a:rPr sz="2750" spc="-220" dirty="0">
                <a:latin typeface="Times New Roman"/>
                <a:cs typeface="Times New Roman"/>
              </a:rPr>
              <a:t> </a:t>
            </a:r>
            <a:r>
              <a:rPr sz="2750" spc="65" dirty="0">
                <a:latin typeface="Times New Roman"/>
                <a:cs typeface="Times New Roman"/>
              </a:rPr>
              <a:t>(</a:t>
            </a:r>
            <a:r>
              <a:rPr sz="2750" spc="80" dirty="0">
                <a:latin typeface="Symbol"/>
                <a:cs typeface="Symbol"/>
              </a:rPr>
              <a:t></a:t>
            </a:r>
            <a:r>
              <a:rPr sz="2750" i="1" spc="-245" dirty="0">
                <a:latin typeface="Times New Roman"/>
                <a:cs typeface="Times New Roman"/>
              </a:rPr>
              <a:t>a</a:t>
            </a:r>
            <a:r>
              <a:rPr sz="3075" baseline="-18970" dirty="0">
                <a:latin typeface="Times New Roman"/>
                <a:cs typeface="Times New Roman"/>
              </a:rPr>
              <a:t>1</a:t>
            </a:r>
            <a:r>
              <a:rPr sz="3075" spc="60" baseline="-1897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Symbol"/>
                <a:cs typeface="Symbol"/>
              </a:rPr>
              <a:t></a:t>
            </a:r>
            <a:r>
              <a:rPr sz="2750" spc="300" dirty="0">
                <a:latin typeface="Times New Roman"/>
                <a:cs typeface="Times New Roman"/>
              </a:rPr>
              <a:t> </a:t>
            </a:r>
            <a:r>
              <a:rPr sz="2750" i="1" spc="85" dirty="0">
                <a:latin typeface="Times New Roman"/>
                <a:cs typeface="Times New Roman"/>
              </a:rPr>
              <a:t>f</a:t>
            </a:r>
            <a:r>
              <a:rPr sz="3075" spc="37" baseline="-18970" dirty="0">
                <a:latin typeface="Times New Roman"/>
                <a:cs typeface="Times New Roman"/>
              </a:rPr>
              <a:t>0</a:t>
            </a:r>
            <a:r>
              <a:rPr sz="2750" i="1" spc="-375" dirty="0">
                <a:latin typeface="Times New Roman"/>
                <a:cs typeface="Times New Roman"/>
              </a:rPr>
              <a:t>b</a:t>
            </a:r>
            <a:r>
              <a:rPr sz="3075" spc="187" baseline="-18970" dirty="0">
                <a:latin typeface="Times New Roman"/>
                <a:cs typeface="Times New Roman"/>
              </a:rPr>
              <a:t>1</a:t>
            </a:r>
            <a:r>
              <a:rPr sz="2750" dirty="0">
                <a:latin typeface="Times New Roman"/>
                <a:cs typeface="Times New Roman"/>
              </a:rPr>
              <a:t>)</a:t>
            </a:r>
            <a:r>
              <a:rPr sz="2750" spc="-6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Symbol"/>
                <a:cs typeface="Symbol"/>
              </a:rPr>
              <a:t></a:t>
            </a:r>
            <a:r>
              <a:rPr sz="2750" spc="-9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0</a:t>
            </a:r>
            <a:endParaRPr sz="2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4299" rIns="0" bIns="0" rtlCol="0">
            <a:spAutoFit/>
          </a:bodyPr>
          <a:lstStyle/>
          <a:p>
            <a:pPr marL="135255">
              <a:lnSpc>
                <a:spcPct val="100000"/>
              </a:lnSpc>
            </a:pPr>
            <a:r>
              <a:rPr spc="-5" dirty="0"/>
              <a:t>E</a:t>
            </a:r>
            <a:r>
              <a:rPr spc="-55" dirty="0"/>
              <a:t>x</a:t>
            </a:r>
            <a:r>
              <a:rPr spc="-10" dirty="0"/>
              <a:t>a</a:t>
            </a:r>
            <a:r>
              <a:rPr spc="-30" dirty="0"/>
              <a:t>m</a:t>
            </a:r>
            <a:r>
              <a:rPr spc="-10" dirty="0"/>
              <a:t>p</a:t>
            </a:r>
            <a:r>
              <a:rPr spc="-5" dirty="0"/>
              <a:t>l</a:t>
            </a:r>
            <a:r>
              <a:rPr spc="-20" dirty="0"/>
              <a:t>e</a:t>
            </a:r>
            <a:r>
              <a:rPr spc="-105" dirty="0">
                <a:latin typeface="Times New Roman"/>
                <a:cs typeface="Times New Roman"/>
              </a:rPr>
              <a:t> </a:t>
            </a:r>
            <a:r>
              <a:rPr spc="-20" dirty="0"/>
              <a:t>1</a:t>
            </a:r>
            <a:r>
              <a:rPr spc="-80" dirty="0">
                <a:latin typeface="Times New Roman"/>
                <a:cs typeface="Times New Roman"/>
              </a:rPr>
              <a:t> </a:t>
            </a:r>
            <a:r>
              <a:rPr dirty="0"/>
              <a:t>–</a:t>
            </a:r>
            <a:r>
              <a:rPr spc="-105" dirty="0">
                <a:latin typeface="Times New Roman"/>
                <a:cs typeface="Times New Roman"/>
              </a:rPr>
              <a:t> </a:t>
            </a:r>
            <a:r>
              <a:rPr spc="5" dirty="0"/>
              <a:t>D</a:t>
            </a:r>
            <a:r>
              <a:rPr spc="-15" dirty="0"/>
              <a:t>e</a:t>
            </a:r>
            <a:r>
              <a:rPr spc="-10" dirty="0"/>
              <a:t>adb</a:t>
            </a:r>
            <a:r>
              <a:rPr spc="-15" dirty="0"/>
              <a:t>e</a:t>
            </a:r>
            <a:r>
              <a:rPr spc="-50" dirty="0"/>
              <a:t>a</a:t>
            </a:r>
            <a:r>
              <a:rPr spc="-15" dirty="0"/>
              <a:t>t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7CDDDF8-D04D-80E2-6485-4A49F5CE3F03}"/>
              </a:ext>
            </a:extLst>
          </p:cNvPr>
          <p:cNvGrpSpPr/>
          <p:nvPr/>
        </p:nvGrpSpPr>
        <p:grpSpPr>
          <a:xfrm>
            <a:off x="3078393" y="1879855"/>
            <a:ext cx="5733415" cy="512639"/>
            <a:chOff x="3078393" y="1879855"/>
            <a:chExt cx="5733415" cy="512639"/>
          </a:xfrm>
        </p:grpSpPr>
        <p:sp>
          <p:nvSpPr>
            <p:cNvPr id="5" name="object 5"/>
            <p:cNvSpPr txBox="1"/>
            <p:nvPr/>
          </p:nvSpPr>
          <p:spPr>
            <a:xfrm>
              <a:off x="3231136" y="1879855"/>
              <a:ext cx="150495" cy="27622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950" dirty="0">
                  <a:solidFill>
                    <a:srgbClr val="FF0000"/>
                  </a:solidFill>
                  <a:latin typeface="Times New Roman"/>
                  <a:cs typeface="Times New Roman"/>
                </a:rPr>
                <a:t>2</a:t>
              </a:r>
              <a:endParaRPr sz="1950">
                <a:latin typeface="Times New Roman"/>
                <a:cs typeface="Times New Roman"/>
              </a:endParaRPr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3078393" y="1956885"/>
              <a:ext cx="5733415" cy="43560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376555" algn="l"/>
                </a:tabLst>
              </a:pPr>
              <a:r>
                <a:rPr sz="2600" i="1" dirty="0">
                  <a:solidFill>
                    <a:srgbClr val="FF0000"/>
                  </a:solidFill>
                  <a:latin typeface="Times New Roman"/>
                  <a:cs typeface="Times New Roman"/>
                </a:rPr>
                <a:t>z	</a:t>
              </a:r>
              <a:r>
                <a:rPr sz="2600" dirty="0">
                  <a:solidFill>
                    <a:srgbClr val="FF0000"/>
                  </a:solidFill>
                  <a:latin typeface="Symbol"/>
                  <a:cs typeface="Symbol"/>
                </a:rPr>
                <a:t></a:t>
              </a:r>
              <a:r>
                <a:rPr sz="2600" spc="-204" dirty="0">
                  <a:solidFill>
                    <a:srgbClr val="FF0000"/>
                  </a:solidFill>
                  <a:latin typeface="Times New Roman"/>
                  <a:cs typeface="Times New Roman"/>
                </a:rPr>
                <a:t> </a:t>
              </a:r>
              <a:r>
                <a:rPr sz="2600" dirty="0">
                  <a:solidFill>
                    <a:srgbClr val="FF0000"/>
                  </a:solidFill>
                  <a:latin typeface="Times New Roman"/>
                  <a:cs typeface="Times New Roman"/>
                </a:rPr>
                <a:t>(</a:t>
              </a:r>
              <a:r>
                <a:rPr sz="2600" spc="-90" dirty="0">
                  <a:solidFill>
                    <a:srgbClr val="FF0000"/>
                  </a:solidFill>
                  <a:latin typeface="Times New Roman"/>
                  <a:cs typeface="Times New Roman"/>
                </a:rPr>
                <a:t> </a:t>
              </a:r>
              <a:r>
                <a:rPr sz="2600" i="1" spc="80" dirty="0">
                  <a:solidFill>
                    <a:srgbClr val="FF0000"/>
                  </a:solidFill>
                  <a:latin typeface="Times New Roman"/>
                  <a:cs typeface="Times New Roman"/>
                </a:rPr>
                <a:t>f</a:t>
              </a:r>
              <a:r>
                <a:rPr sz="2925" spc="37" baseline="-19943" dirty="0">
                  <a:solidFill>
                    <a:srgbClr val="FF0000"/>
                  </a:solidFill>
                  <a:latin typeface="Times New Roman"/>
                  <a:cs typeface="Times New Roman"/>
                </a:rPr>
                <a:t>0</a:t>
              </a:r>
              <a:r>
                <a:rPr sz="2600" i="1" spc="-360" dirty="0">
                  <a:solidFill>
                    <a:srgbClr val="FF0000"/>
                  </a:solidFill>
                  <a:latin typeface="Times New Roman"/>
                  <a:cs typeface="Times New Roman"/>
                </a:rPr>
                <a:t>b</a:t>
              </a:r>
              <a:r>
                <a:rPr sz="2925" baseline="-19943" dirty="0">
                  <a:solidFill>
                    <a:srgbClr val="FF0000"/>
                  </a:solidFill>
                  <a:latin typeface="Times New Roman"/>
                  <a:cs typeface="Times New Roman"/>
                </a:rPr>
                <a:t>1</a:t>
              </a:r>
              <a:r>
                <a:rPr sz="2925" spc="67" baseline="-19943" dirty="0">
                  <a:solidFill>
                    <a:srgbClr val="FF0000"/>
                  </a:solidFill>
                  <a:latin typeface="Times New Roman"/>
                  <a:cs typeface="Times New Roman"/>
                </a:rPr>
                <a:t> </a:t>
              </a:r>
              <a:r>
                <a:rPr sz="2600" dirty="0">
                  <a:solidFill>
                    <a:srgbClr val="FF0000"/>
                  </a:solidFill>
                  <a:latin typeface="Symbol"/>
                  <a:cs typeface="Symbol"/>
                </a:rPr>
                <a:t></a:t>
              </a:r>
              <a:r>
                <a:rPr sz="2600" spc="-165" dirty="0">
                  <a:solidFill>
                    <a:srgbClr val="FF0000"/>
                  </a:solidFill>
                  <a:latin typeface="Times New Roman"/>
                  <a:cs typeface="Times New Roman"/>
                </a:rPr>
                <a:t> </a:t>
              </a:r>
              <a:r>
                <a:rPr sz="2600" i="1" spc="-235" dirty="0">
                  <a:solidFill>
                    <a:srgbClr val="FF0000"/>
                  </a:solidFill>
                  <a:latin typeface="Times New Roman"/>
                  <a:cs typeface="Times New Roman"/>
                </a:rPr>
                <a:t>a</a:t>
              </a:r>
              <a:r>
                <a:rPr sz="2925" baseline="-19943" dirty="0">
                  <a:solidFill>
                    <a:srgbClr val="FF0000"/>
                  </a:solidFill>
                  <a:latin typeface="Times New Roman"/>
                  <a:cs typeface="Times New Roman"/>
                </a:rPr>
                <a:t>1</a:t>
              </a:r>
              <a:r>
                <a:rPr sz="2925" spc="60" baseline="-19943" dirty="0">
                  <a:solidFill>
                    <a:srgbClr val="FF0000"/>
                  </a:solidFill>
                  <a:latin typeface="Times New Roman"/>
                  <a:cs typeface="Times New Roman"/>
                </a:rPr>
                <a:t> </a:t>
              </a:r>
              <a:r>
                <a:rPr sz="2600" spc="155" dirty="0">
                  <a:solidFill>
                    <a:srgbClr val="FF0000"/>
                  </a:solidFill>
                  <a:latin typeface="Symbol"/>
                  <a:cs typeface="Symbol"/>
                </a:rPr>
                <a:t></a:t>
              </a:r>
              <a:r>
                <a:rPr sz="2600" spc="200" dirty="0">
                  <a:solidFill>
                    <a:srgbClr val="FF0000"/>
                  </a:solidFill>
                  <a:latin typeface="Times New Roman"/>
                  <a:cs typeface="Times New Roman"/>
                </a:rPr>
                <a:t>1</a:t>
              </a:r>
              <a:r>
                <a:rPr sz="2600" dirty="0">
                  <a:solidFill>
                    <a:srgbClr val="FF0000"/>
                  </a:solidFill>
                  <a:latin typeface="Symbol"/>
                  <a:cs typeface="Symbol"/>
                </a:rPr>
                <a:t></a:t>
              </a:r>
              <a:r>
                <a:rPr sz="2600" spc="-165" dirty="0">
                  <a:solidFill>
                    <a:srgbClr val="FF0000"/>
                  </a:solidFill>
                  <a:latin typeface="Times New Roman"/>
                  <a:cs typeface="Times New Roman"/>
                </a:rPr>
                <a:t> </a:t>
              </a:r>
              <a:r>
                <a:rPr sz="2600" i="1" spc="105" dirty="0">
                  <a:solidFill>
                    <a:srgbClr val="FF0000"/>
                  </a:solidFill>
                  <a:latin typeface="Times New Roman"/>
                  <a:cs typeface="Times New Roman"/>
                </a:rPr>
                <a:t>k</a:t>
              </a:r>
              <a:r>
                <a:rPr sz="2925" i="1" baseline="-19943" dirty="0">
                  <a:solidFill>
                    <a:srgbClr val="FF0000"/>
                  </a:solidFill>
                  <a:latin typeface="Times New Roman"/>
                  <a:cs typeface="Times New Roman"/>
                </a:rPr>
                <a:t>I</a:t>
              </a:r>
              <a:r>
                <a:rPr sz="2925" i="1" spc="-337" baseline="-19943" dirty="0">
                  <a:solidFill>
                    <a:srgbClr val="FF0000"/>
                  </a:solidFill>
                  <a:latin typeface="Times New Roman"/>
                  <a:cs typeface="Times New Roman"/>
                </a:rPr>
                <a:t> </a:t>
              </a:r>
              <a:r>
                <a:rPr sz="2600" i="1" spc="-360" dirty="0">
                  <a:solidFill>
                    <a:srgbClr val="FF0000"/>
                  </a:solidFill>
                  <a:latin typeface="Times New Roman"/>
                  <a:cs typeface="Times New Roman"/>
                </a:rPr>
                <a:t>b</a:t>
              </a:r>
              <a:r>
                <a:rPr sz="2925" spc="179" baseline="-19943" dirty="0">
                  <a:solidFill>
                    <a:srgbClr val="FF0000"/>
                  </a:solidFill>
                  <a:latin typeface="Times New Roman"/>
                  <a:cs typeface="Times New Roman"/>
                </a:rPr>
                <a:t>1</a:t>
              </a:r>
              <a:r>
                <a:rPr sz="2600" spc="190" dirty="0">
                  <a:solidFill>
                    <a:srgbClr val="FF0000"/>
                  </a:solidFill>
                  <a:latin typeface="Times New Roman"/>
                  <a:cs typeface="Times New Roman"/>
                </a:rPr>
                <a:t>)</a:t>
              </a:r>
              <a:r>
                <a:rPr sz="2600" i="1" dirty="0">
                  <a:solidFill>
                    <a:srgbClr val="FF0000"/>
                  </a:solidFill>
                  <a:latin typeface="Times New Roman"/>
                  <a:cs typeface="Times New Roman"/>
                </a:rPr>
                <a:t>z</a:t>
              </a:r>
              <a:r>
                <a:rPr sz="2600" i="1" spc="-114" dirty="0">
                  <a:solidFill>
                    <a:srgbClr val="FF0000"/>
                  </a:solidFill>
                  <a:latin typeface="Times New Roman"/>
                  <a:cs typeface="Times New Roman"/>
                </a:rPr>
                <a:t> </a:t>
              </a:r>
              <a:r>
                <a:rPr sz="2600" dirty="0">
                  <a:solidFill>
                    <a:srgbClr val="FF0000"/>
                  </a:solidFill>
                  <a:latin typeface="Symbol"/>
                  <a:cs typeface="Symbol"/>
                </a:rPr>
                <a:t></a:t>
              </a:r>
              <a:r>
                <a:rPr sz="2600" spc="-204" dirty="0">
                  <a:solidFill>
                    <a:srgbClr val="FF0000"/>
                  </a:solidFill>
                  <a:latin typeface="Times New Roman"/>
                  <a:cs typeface="Times New Roman"/>
                </a:rPr>
                <a:t> </a:t>
              </a:r>
              <a:r>
                <a:rPr sz="2600" spc="65" dirty="0">
                  <a:solidFill>
                    <a:srgbClr val="FF0000"/>
                  </a:solidFill>
                  <a:latin typeface="Times New Roman"/>
                  <a:cs typeface="Times New Roman"/>
                </a:rPr>
                <a:t>(</a:t>
              </a:r>
              <a:r>
                <a:rPr sz="2600" spc="75" dirty="0">
                  <a:solidFill>
                    <a:srgbClr val="FF0000"/>
                  </a:solidFill>
                  <a:latin typeface="Symbol"/>
                  <a:cs typeface="Symbol"/>
                </a:rPr>
                <a:t></a:t>
              </a:r>
              <a:r>
                <a:rPr sz="2600" i="1" spc="-235" dirty="0">
                  <a:solidFill>
                    <a:srgbClr val="FF0000"/>
                  </a:solidFill>
                  <a:latin typeface="Times New Roman"/>
                  <a:cs typeface="Times New Roman"/>
                </a:rPr>
                <a:t>a</a:t>
              </a:r>
              <a:r>
                <a:rPr sz="2925" baseline="-19943" dirty="0">
                  <a:solidFill>
                    <a:srgbClr val="FF0000"/>
                  </a:solidFill>
                  <a:latin typeface="Times New Roman"/>
                  <a:cs typeface="Times New Roman"/>
                </a:rPr>
                <a:t>1</a:t>
              </a:r>
              <a:r>
                <a:rPr sz="2925" spc="60" baseline="-19943" dirty="0">
                  <a:solidFill>
                    <a:srgbClr val="FF0000"/>
                  </a:solidFill>
                  <a:latin typeface="Times New Roman"/>
                  <a:cs typeface="Times New Roman"/>
                </a:rPr>
                <a:t> </a:t>
              </a:r>
              <a:r>
                <a:rPr sz="2600" dirty="0">
                  <a:solidFill>
                    <a:srgbClr val="FF0000"/>
                  </a:solidFill>
                  <a:latin typeface="Symbol"/>
                  <a:cs typeface="Symbol"/>
                </a:rPr>
                <a:t></a:t>
              </a:r>
              <a:r>
                <a:rPr sz="2600" spc="290" dirty="0">
                  <a:solidFill>
                    <a:srgbClr val="FF0000"/>
                  </a:solidFill>
                  <a:latin typeface="Times New Roman"/>
                  <a:cs typeface="Times New Roman"/>
                </a:rPr>
                <a:t> </a:t>
              </a:r>
              <a:r>
                <a:rPr sz="2600" i="1" spc="80" dirty="0">
                  <a:solidFill>
                    <a:srgbClr val="FF0000"/>
                  </a:solidFill>
                  <a:latin typeface="Times New Roman"/>
                  <a:cs typeface="Times New Roman"/>
                </a:rPr>
                <a:t>f</a:t>
              </a:r>
              <a:r>
                <a:rPr sz="2925" spc="37" baseline="-19943" dirty="0">
                  <a:solidFill>
                    <a:srgbClr val="FF0000"/>
                  </a:solidFill>
                  <a:latin typeface="Times New Roman"/>
                  <a:cs typeface="Times New Roman"/>
                </a:rPr>
                <a:t>0</a:t>
              </a:r>
              <a:r>
                <a:rPr sz="2600" i="1" spc="-355" dirty="0">
                  <a:solidFill>
                    <a:srgbClr val="FF0000"/>
                  </a:solidFill>
                  <a:latin typeface="Times New Roman"/>
                  <a:cs typeface="Times New Roman"/>
                </a:rPr>
                <a:t>b</a:t>
              </a:r>
              <a:r>
                <a:rPr sz="2925" spc="179" baseline="-19943" dirty="0">
                  <a:solidFill>
                    <a:srgbClr val="FF0000"/>
                  </a:solidFill>
                  <a:latin typeface="Times New Roman"/>
                  <a:cs typeface="Times New Roman"/>
                </a:rPr>
                <a:t>1</a:t>
              </a:r>
              <a:r>
                <a:rPr sz="2600" dirty="0">
                  <a:solidFill>
                    <a:srgbClr val="FF0000"/>
                  </a:solidFill>
                  <a:latin typeface="Times New Roman"/>
                  <a:cs typeface="Times New Roman"/>
                </a:rPr>
                <a:t>)</a:t>
              </a:r>
              <a:r>
                <a:rPr sz="2600" spc="-55" dirty="0">
                  <a:solidFill>
                    <a:srgbClr val="FF0000"/>
                  </a:solidFill>
                  <a:latin typeface="Times New Roman"/>
                  <a:cs typeface="Times New Roman"/>
                </a:rPr>
                <a:t> </a:t>
              </a:r>
              <a:r>
                <a:rPr sz="2600" dirty="0">
                  <a:solidFill>
                    <a:srgbClr val="FF0000"/>
                  </a:solidFill>
                  <a:latin typeface="Symbol"/>
                  <a:cs typeface="Symbol"/>
                </a:rPr>
                <a:t></a:t>
              </a:r>
              <a:r>
                <a:rPr sz="2600" spc="-80" dirty="0">
                  <a:solidFill>
                    <a:srgbClr val="FF0000"/>
                  </a:solidFill>
                  <a:latin typeface="Times New Roman"/>
                  <a:cs typeface="Times New Roman"/>
                </a:rPr>
                <a:t> </a:t>
              </a:r>
              <a:r>
                <a:rPr sz="2600" dirty="0">
                  <a:solidFill>
                    <a:srgbClr val="FF0000"/>
                  </a:solidFill>
                  <a:latin typeface="Times New Roman"/>
                  <a:cs typeface="Times New Roman"/>
                </a:rPr>
                <a:t>0</a:t>
              </a:r>
              <a:endParaRPr sz="2600" dirty="0">
                <a:latin typeface="Times New Roman"/>
                <a:cs typeface="Times New Roman"/>
              </a:endParaRPr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27332" y="2194085"/>
            <a:ext cx="1819910" cy="526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292225" algn="l"/>
              </a:tabLst>
            </a:pPr>
            <a:r>
              <a:rPr sz="3200" i="1" spc="-305" dirty="0">
                <a:latin typeface="Times New Roman"/>
                <a:cs typeface="Times New Roman"/>
              </a:rPr>
              <a:t>p</a:t>
            </a:r>
            <a:r>
              <a:rPr sz="3600" spc="-22" baseline="-19675" dirty="0">
                <a:latin typeface="Times New Roman"/>
                <a:cs typeface="Times New Roman"/>
              </a:rPr>
              <a:t>1</a:t>
            </a:r>
            <a:r>
              <a:rPr sz="3600" spc="367" baseline="-1967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Symbol"/>
                <a:cs typeface="Symbol"/>
              </a:rPr>
              <a:t></a:t>
            </a:r>
            <a:r>
              <a:rPr sz="3200" spc="340" dirty="0">
                <a:latin typeface="Times New Roman"/>
                <a:cs typeface="Times New Roman"/>
              </a:rPr>
              <a:t> </a:t>
            </a:r>
            <a:r>
              <a:rPr sz="3200" i="1" spc="-35" dirty="0">
                <a:latin typeface="Times New Roman"/>
                <a:cs typeface="Times New Roman"/>
              </a:rPr>
              <a:t>p</a:t>
            </a:r>
            <a:r>
              <a:rPr sz="3600" spc="-22" baseline="-19675" dirty="0">
                <a:latin typeface="Times New Roman"/>
                <a:cs typeface="Times New Roman"/>
              </a:rPr>
              <a:t>2</a:t>
            </a:r>
            <a:r>
              <a:rPr sz="3600" baseline="-19675" dirty="0">
                <a:latin typeface="Times New Roman"/>
                <a:cs typeface="Times New Roman"/>
              </a:rPr>
              <a:t>	</a:t>
            </a:r>
            <a:r>
              <a:rPr sz="3200" spc="-20" dirty="0">
                <a:latin typeface="Symbol"/>
                <a:cs typeface="Symbol"/>
              </a:rPr>
              <a:t>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0778" y="3118063"/>
            <a:ext cx="5899150" cy="137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325">
              <a:lnSpc>
                <a:spcPct val="100000"/>
              </a:lnSpc>
            </a:pPr>
            <a:r>
              <a:rPr sz="2450" i="1" spc="75" dirty="0">
                <a:latin typeface="Times New Roman"/>
                <a:cs typeface="Times New Roman"/>
              </a:rPr>
              <a:t>D</a:t>
            </a:r>
            <a:r>
              <a:rPr sz="2450" spc="185" dirty="0">
                <a:latin typeface="Times New Roman"/>
                <a:cs typeface="Times New Roman"/>
              </a:rPr>
              <a:t>(</a:t>
            </a:r>
            <a:r>
              <a:rPr sz="2450" i="1" spc="125" dirty="0">
                <a:latin typeface="Times New Roman"/>
                <a:cs typeface="Times New Roman"/>
              </a:rPr>
              <a:t>z</a:t>
            </a:r>
            <a:r>
              <a:rPr sz="2450" spc="5" dirty="0">
                <a:latin typeface="Times New Roman"/>
                <a:cs typeface="Times New Roman"/>
              </a:rPr>
              <a:t>)</a:t>
            </a:r>
            <a:r>
              <a:rPr sz="2450" spc="-40" dirty="0">
                <a:latin typeface="Times New Roman"/>
                <a:cs typeface="Times New Roman"/>
              </a:rPr>
              <a:t> </a:t>
            </a:r>
            <a:r>
              <a:rPr sz="2450" spc="10" dirty="0">
                <a:latin typeface="Symbol"/>
                <a:cs typeface="Symbol"/>
              </a:rPr>
              <a:t></a:t>
            </a:r>
            <a:r>
              <a:rPr sz="2450" spc="-110" dirty="0">
                <a:latin typeface="Times New Roman"/>
                <a:cs typeface="Times New Roman"/>
              </a:rPr>
              <a:t> </a:t>
            </a:r>
            <a:r>
              <a:rPr sz="4875" spc="-412" baseline="-3418" dirty="0">
                <a:latin typeface="Symbol"/>
                <a:cs typeface="Symbol"/>
              </a:rPr>
              <a:t></a:t>
            </a:r>
            <a:r>
              <a:rPr sz="4875" spc="-735" baseline="-3418" dirty="0">
                <a:latin typeface="Times New Roman"/>
                <a:cs typeface="Times New Roman"/>
              </a:rPr>
              <a:t> </a:t>
            </a:r>
            <a:r>
              <a:rPr sz="2450" i="1" spc="5" dirty="0">
                <a:latin typeface="Times New Roman"/>
                <a:cs typeface="Times New Roman"/>
              </a:rPr>
              <a:t>z</a:t>
            </a:r>
            <a:r>
              <a:rPr sz="2450" i="1" spc="-105" dirty="0">
                <a:latin typeface="Times New Roman"/>
                <a:cs typeface="Times New Roman"/>
              </a:rPr>
              <a:t> </a:t>
            </a:r>
            <a:r>
              <a:rPr sz="2450" spc="10" dirty="0">
                <a:latin typeface="Symbol"/>
                <a:cs typeface="Symbol"/>
              </a:rPr>
              <a:t></a:t>
            </a:r>
            <a:r>
              <a:rPr sz="2450" spc="-229" dirty="0">
                <a:latin typeface="Times New Roman"/>
                <a:cs typeface="Times New Roman"/>
              </a:rPr>
              <a:t> </a:t>
            </a:r>
            <a:r>
              <a:rPr sz="2450" spc="135" dirty="0">
                <a:latin typeface="Times New Roman"/>
                <a:cs typeface="Times New Roman"/>
              </a:rPr>
              <a:t>0</a:t>
            </a:r>
            <a:r>
              <a:rPr sz="4875" spc="-67" baseline="-3418" dirty="0">
                <a:latin typeface="Symbol"/>
                <a:cs typeface="Symbol"/>
              </a:rPr>
              <a:t></a:t>
            </a:r>
            <a:r>
              <a:rPr sz="4875" spc="-412" baseline="-3418" dirty="0">
                <a:latin typeface="Symbol"/>
                <a:cs typeface="Symbol"/>
              </a:rPr>
              <a:t></a:t>
            </a:r>
            <a:r>
              <a:rPr sz="4875" spc="-742" baseline="-3418" dirty="0">
                <a:latin typeface="Times New Roman"/>
                <a:cs typeface="Times New Roman"/>
              </a:rPr>
              <a:t> </a:t>
            </a:r>
            <a:r>
              <a:rPr sz="2450" i="1" spc="5" dirty="0">
                <a:latin typeface="Times New Roman"/>
                <a:cs typeface="Times New Roman"/>
              </a:rPr>
              <a:t>z</a:t>
            </a:r>
            <a:r>
              <a:rPr sz="2450" i="1" spc="-105" dirty="0">
                <a:latin typeface="Times New Roman"/>
                <a:cs typeface="Times New Roman"/>
              </a:rPr>
              <a:t> </a:t>
            </a:r>
            <a:r>
              <a:rPr sz="2450" spc="10" dirty="0">
                <a:latin typeface="Symbol"/>
                <a:cs typeface="Symbol"/>
              </a:rPr>
              <a:t></a:t>
            </a:r>
            <a:r>
              <a:rPr sz="2450" spc="-229" dirty="0">
                <a:latin typeface="Times New Roman"/>
                <a:cs typeface="Times New Roman"/>
              </a:rPr>
              <a:t> </a:t>
            </a:r>
            <a:r>
              <a:rPr sz="2450" spc="135" dirty="0">
                <a:latin typeface="Times New Roman"/>
                <a:cs typeface="Times New Roman"/>
              </a:rPr>
              <a:t>0</a:t>
            </a:r>
            <a:r>
              <a:rPr sz="4875" spc="-412" baseline="-3418" dirty="0">
                <a:latin typeface="Symbol"/>
                <a:cs typeface="Symbol"/>
              </a:rPr>
              <a:t></a:t>
            </a:r>
            <a:r>
              <a:rPr sz="4875" spc="-412" baseline="-3418" dirty="0">
                <a:latin typeface="Times New Roman"/>
                <a:cs typeface="Times New Roman"/>
              </a:rPr>
              <a:t> </a:t>
            </a:r>
            <a:r>
              <a:rPr sz="2450" spc="10" dirty="0">
                <a:latin typeface="Symbol"/>
                <a:cs typeface="Symbol"/>
              </a:rPr>
              <a:t></a:t>
            </a:r>
            <a:r>
              <a:rPr sz="2450" spc="85" dirty="0">
                <a:latin typeface="Times New Roman"/>
                <a:cs typeface="Times New Roman"/>
              </a:rPr>
              <a:t> </a:t>
            </a:r>
            <a:r>
              <a:rPr sz="2450" i="1" spc="175" dirty="0">
                <a:latin typeface="Times New Roman"/>
                <a:cs typeface="Times New Roman"/>
              </a:rPr>
              <a:t>z</a:t>
            </a:r>
            <a:r>
              <a:rPr sz="2775" spc="7" baseline="33033" dirty="0">
                <a:latin typeface="Times New Roman"/>
                <a:cs typeface="Times New Roman"/>
              </a:rPr>
              <a:t>2</a:t>
            </a:r>
            <a:r>
              <a:rPr sz="2775" baseline="33033" dirty="0">
                <a:latin typeface="Times New Roman"/>
                <a:cs typeface="Times New Roman"/>
              </a:rPr>
              <a:t> </a:t>
            </a:r>
            <a:r>
              <a:rPr sz="2775" spc="-187" baseline="33033" dirty="0">
                <a:latin typeface="Times New Roman"/>
                <a:cs typeface="Times New Roman"/>
              </a:rPr>
              <a:t> </a:t>
            </a:r>
            <a:r>
              <a:rPr sz="2450" spc="10" dirty="0">
                <a:latin typeface="Symbol"/>
                <a:cs typeface="Symbol"/>
              </a:rPr>
              <a:t></a:t>
            </a:r>
            <a:r>
              <a:rPr sz="2450" spc="-70" dirty="0">
                <a:latin typeface="Times New Roman"/>
                <a:cs typeface="Times New Roman"/>
              </a:rPr>
              <a:t> </a:t>
            </a:r>
            <a:r>
              <a:rPr sz="2450" spc="10" dirty="0">
                <a:latin typeface="Times New Roman"/>
                <a:cs typeface="Times New Roman"/>
              </a:rPr>
              <a:t>0</a:t>
            </a:r>
            <a:endParaRPr sz="24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"/>
              </a:spcBef>
            </a:pPr>
            <a:endParaRPr sz="31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425825" algn="l"/>
                <a:tab pos="3823970" algn="l"/>
              </a:tabLst>
            </a:pPr>
            <a:r>
              <a:rPr sz="2650" spc="-10" dirty="0">
                <a:latin typeface="Times New Roman"/>
                <a:cs typeface="Times New Roman"/>
              </a:rPr>
              <a:t>(</a:t>
            </a:r>
            <a:r>
              <a:rPr sz="2650" spc="-100" dirty="0">
                <a:latin typeface="Times New Roman"/>
                <a:cs typeface="Times New Roman"/>
              </a:rPr>
              <a:t> </a:t>
            </a:r>
            <a:r>
              <a:rPr sz="2650" i="1" spc="70" dirty="0">
                <a:latin typeface="Times New Roman"/>
                <a:cs typeface="Times New Roman"/>
              </a:rPr>
              <a:t>f</a:t>
            </a:r>
            <a:r>
              <a:rPr sz="2925" spc="44" baseline="-19943" dirty="0">
                <a:latin typeface="Times New Roman"/>
                <a:cs typeface="Times New Roman"/>
              </a:rPr>
              <a:t>0</a:t>
            </a:r>
            <a:r>
              <a:rPr sz="2650" i="1" spc="-375" dirty="0">
                <a:latin typeface="Times New Roman"/>
                <a:cs typeface="Times New Roman"/>
              </a:rPr>
              <a:t>b</a:t>
            </a:r>
            <a:r>
              <a:rPr sz="2925" spc="7" baseline="-19943" dirty="0">
                <a:latin typeface="Times New Roman"/>
                <a:cs typeface="Times New Roman"/>
              </a:rPr>
              <a:t>1</a:t>
            </a:r>
            <a:r>
              <a:rPr sz="2925" spc="67" baseline="-19943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175" dirty="0">
                <a:latin typeface="Times New Roman"/>
                <a:cs typeface="Times New Roman"/>
              </a:rPr>
              <a:t> </a:t>
            </a:r>
            <a:r>
              <a:rPr sz="2650" i="1" spc="-250" dirty="0">
                <a:latin typeface="Times New Roman"/>
                <a:cs typeface="Times New Roman"/>
              </a:rPr>
              <a:t>a</a:t>
            </a:r>
            <a:r>
              <a:rPr sz="2925" spc="7" baseline="-19943" dirty="0">
                <a:latin typeface="Times New Roman"/>
                <a:cs typeface="Times New Roman"/>
              </a:rPr>
              <a:t>1</a:t>
            </a:r>
            <a:r>
              <a:rPr sz="2925" spc="67" baseline="-19943" dirty="0">
                <a:latin typeface="Times New Roman"/>
                <a:cs typeface="Times New Roman"/>
              </a:rPr>
              <a:t> </a:t>
            </a:r>
            <a:r>
              <a:rPr sz="2650" spc="145" dirty="0">
                <a:latin typeface="Symbol"/>
                <a:cs typeface="Symbol"/>
              </a:rPr>
              <a:t></a:t>
            </a:r>
            <a:r>
              <a:rPr sz="2650" spc="190" dirty="0">
                <a:latin typeface="Times New Roman"/>
                <a:cs typeface="Times New Roman"/>
              </a:rPr>
              <a:t>1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175" dirty="0">
                <a:latin typeface="Times New Roman"/>
                <a:cs typeface="Times New Roman"/>
              </a:rPr>
              <a:t> </a:t>
            </a:r>
            <a:r>
              <a:rPr sz="2650" i="1" spc="90" dirty="0">
                <a:latin typeface="Times New Roman"/>
                <a:cs typeface="Times New Roman"/>
              </a:rPr>
              <a:t>k</a:t>
            </a:r>
            <a:r>
              <a:rPr sz="2925" i="1" spc="7" baseline="-19943" dirty="0">
                <a:latin typeface="Times New Roman"/>
                <a:cs typeface="Times New Roman"/>
              </a:rPr>
              <a:t>I</a:t>
            </a:r>
            <a:r>
              <a:rPr sz="2925" i="1" spc="-330" baseline="-19943" dirty="0">
                <a:latin typeface="Times New Roman"/>
                <a:cs typeface="Times New Roman"/>
              </a:rPr>
              <a:t> </a:t>
            </a:r>
            <a:r>
              <a:rPr sz="2650" i="1" spc="-375" dirty="0">
                <a:latin typeface="Times New Roman"/>
                <a:cs typeface="Times New Roman"/>
              </a:rPr>
              <a:t>b</a:t>
            </a:r>
            <a:r>
              <a:rPr sz="2925" spc="187" baseline="-19943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60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</a:t>
            </a:r>
            <a:r>
              <a:rPr sz="2650" spc="-90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Times New Roman"/>
                <a:cs typeface="Times New Roman"/>
              </a:rPr>
              <a:t>0</a:t>
            </a:r>
            <a:r>
              <a:rPr sz="2650" dirty="0">
                <a:latin typeface="Times New Roman"/>
                <a:cs typeface="Times New Roman"/>
              </a:rPr>
              <a:t>	</a:t>
            </a:r>
            <a:r>
              <a:rPr sz="2650" spc="-10" dirty="0">
                <a:latin typeface="Times New Roman"/>
                <a:cs typeface="Times New Roman"/>
              </a:rPr>
              <a:t>;</a:t>
            </a:r>
            <a:r>
              <a:rPr sz="2650" dirty="0">
                <a:latin typeface="Times New Roman"/>
                <a:cs typeface="Times New Roman"/>
              </a:rPr>
              <a:t>	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spc="60" dirty="0">
                <a:latin typeface="Symbol"/>
                <a:cs typeface="Symbol"/>
              </a:rPr>
              <a:t></a:t>
            </a:r>
            <a:r>
              <a:rPr sz="2650" i="1" spc="-250" dirty="0">
                <a:latin typeface="Times New Roman"/>
                <a:cs typeface="Times New Roman"/>
              </a:rPr>
              <a:t>a</a:t>
            </a:r>
            <a:r>
              <a:rPr sz="2925" spc="7" baseline="-19943" dirty="0">
                <a:latin typeface="Times New Roman"/>
                <a:cs typeface="Times New Roman"/>
              </a:rPr>
              <a:t>1</a:t>
            </a:r>
            <a:r>
              <a:rPr sz="2925" spc="67" baseline="-19943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280" dirty="0">
                <a:latin typeface="Times New Roman"/>
                <a:cs typeface="Times New Roman"/>
              </a:rPr>
              <a:t> </a:t>
            </a:r>
            <a:r>
              <a:rPr sz="2650" i="1" spc="70" dirty="0">
                <a:latin typeface="Times New Roman"/>
                <a:cs typeface="Times New Roman"/>
              </a:rPr>
              <a:t>f</a:t>
            </a:r>
            <a:r>
              <a:rPr sz="2925" spc="44" baseline="-19943" dirty="0">
                <a:latin typeface="Times New Roman"/>
                <a:cs typeface="Times New Roman"/>
              </a:rPr>
              <a:t>0</a:t>
            </a:r>
            <a:r>
              <a:rPr sz="2650" i="1" spc="-375" dirty="0">
                <a:latin typeface="Times New Roman"/>
                <a:cs typeface="Times New Roman"/>
              </a:rPr>
              <a:t>b</a:t>
            </a:r>
            <a:r>
              <a:rPr sz="2925" spc="187" baseline="-19943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60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</a:t>
            </a:r>
            <a:r>
              <a:rPr sz="2650" spc="-90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Times New Roman"/>
                <a:cs typeface="Times New Roman"/>
              </a:rPr>
              <a:t>0</a:t>
            </a:r>
            <a:endParaRPr sz="2650" dirty="0">
              <a:latin typeface="Times New Roman"/>
              <a:cs typeface="Times New Roman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C7D355E-E9DD-3D5F-A12A-44D9B3111D36}"/>
              </a:ext>
            </a:extLst>
          </p:cNvPr>
          <p:cNvGrpSpPr/>
          <p:nvPr/>
        </p:nvGrpSpPr>
        <p:grpSpPr>
          <a:xfrm>
            <a:off x="963209" y="4631986"/>
            <a:ext cx="3626954" cy="1688331"/>
            <a:chOff x="963209" y="4631986"/>
            <a:chExt cx="3626954" cy="1688331"/>
          </a:xfrm>
        </p:grpSpPr>
        <p:sp>
          <p:nvSpPr>
            <p:cNvPr id="11" name="object 11"/>
            <p:cNvSpPr txBox="1"/>
            <p:nvPr/>
          </p:nvSpPr>
          <p:spPr>
            <a:xfrm>
              <a:off x="963209" y="4631986"/>
              <a:ext cx="1748155" cy="132588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83820" marR="5080" indent="-71755">
                <a:lnSpc>
                  <a:spcPct val="181100"/>
                </a:lnSpc>
                <a:tabLst>
                  <a:tab pos="1450340" algn="l"/>
                </a:tabLst>
              </a:pPr>
              <a:r>
                <a:rPr sz="3000" i="1" spc="95" dirty="0">
                  <a:latin typeface="Times New Roman"/>
                  <a:cs typeface="Times New Roman"/>
                </a:rPr>
                <a:t>f</a:t>
              </a:r>
              <a:r>
                <a:rPr sz="3375" baseline="-19753" dirty="0">
                  <a:latin typeface="Times New Roman"/>
                  <a:cs typeface="Times New Roman"/>
                </a:rPr>
                <a:t>0 </a:t>
              </a:r>
              <a:r>
                <a:rPr sz="3375" spc="-225" baseline="-19753" dirty="0">
                  <a:latin typeface="Times New Roman"/>
                  <a:cs typeface="Times New Roman"/>
                </a:rPr>
                <a:t> </a:t>
              </a:r>
              <a:r>
                <a:rPr sz="3000" dirty="0">
                  <a:latin typeface="Symbol"/>
                  <a:cs typeface="Symbol"/>
                </a:rPr>
                <a:t></a:t>
              </a:r>
              <a:r>
                <a:rPr sz="3000" spc="-50" dirty="0">
                  <a:latin typeface="Times New Roman"/>
                  <a:cs typeface="Times New Roman"/>
                </a:rPr>
                <a:t> </a:t>
              </a:r>
              <a:r>
                <a:rPr sz="3000" dirty="0">
                  <a:latin typeface="Symbol"/>
                  <a:cs typeface="Symbol"/>
                </a:rPr>
                <a:t></a:t>
              </a:r>
              <a:r>
                <a:rPr sz="3000" spc="-335" dirty="0">
                  <a:latin typeface="Times New Roman"/>
                  <a:cs typeface="Times New Roman"/>
                </a:rPr>
                <a:t> </a:t>
              </a:r>
              <a:r>
                <a:rPr sz="3000" i="1" spc="-270" dirty="0">
                  <a:latin typeface="Times New Roman"/>
                  <a:cs typeface="Times New Roman"/>
                </a:rPr>
                <a:t>a</a:t>
              </a:r>
              <a:r>
                <a:rPr sz="3375" baseline="-19753" dirty="0">
                  <a:latin typeface="Times New Roman"/>
                  <a:cs typeface="Times New Roman"/>
                </a:rPr>
                <a:t>1	</a:t>
              </a:r>
              <a:r>
                <a:rPr sz="3000" i="1" spc="-409" dirty="0">
                  <a:latin typeface="Times New Roman"/>
                  <a:cs typeface="Times New Roman"/>
                </a:rPr>
                <a:t>b</a:t>
              </a:r>
              <a:r>
                <a:rPr sz="3375" baseline="-19753" dirty="0">
                  <a:latin typeface="Times New Roman"/>
                  <a:cs typeface="Times New Roman"/>
                </a:rPr>
                <a:t>1 </a:t>
              </a:r>
              <a:r>
                <a:rPr sz="3000" i="1" spc="95" dirty="0">
                  <a:latin typeface="Times New Roman"/>
                  <a:cs typeface="Times New Roman"/>
                </a:rPr>
                <a:t>f</a:t>
              </a:r>
              <a:r>
                <a:rPr sz="3375" baseline="-19753" dirty="0">
                  <a:latin typeface="Times New Roman"/>
                  <a:cs typeface="Times New Roman"/>
                </a:rPr>
                <a:t>0 </a:t>
              </a:r>
              <a:r>
                <a:rPr sz="3375" spc="-225" baseline="-19753" dirty="0">
                  <a:latin typeface="Times New Roman"/>
                  <a:cs typeface="Times New Roman"/>
                </a:rPr>
                <a:t> </a:t>
              </a:r>
              <a:r>
                <a:rPr sz="3000" dirty="0">
                  <a:latin typeface="Symbol"/>
                  <a:cs typeface="Symbol"/>
                </a:rPr>
                <a:t></a:t>
              </a:r>
              <a:r>
                <a:rPr sz="3000" spc="-100" dirty="0">
                  <a:latin typeface="Times New Roman"/>
                  <a:cs typeface="Times New Roman"/>
                </a:rPr>
                <a:t> </a:t>
              </a:r>
              <a:r>
                <a:rPr sz="3000" dirty="0">
                  <a:latin typeface="Times New Roman"/>
                  <a:cs typeface="Times New Roman"/>
                </a:rPr>
                <a:t>0.5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118177D-F4FE-C39C-BCE9-48C2BE89EFFD}"/>
                </a:ext>
              </a:extLst>
            </p:cNvPr>
            <p:cNvGrpSpPr/>
            <p:nvPr/>
          </p:nvGrpSpPr>
          <p:grpSpPr>
            <a:xfrm>
              <a:off x="2249223" y="4959275"/>
              <a:ext cx="2340940" cy="1361042"/>
              <a:chOff x="2249223" y="4959275"/>
              <a:chExt cx="2340940" cy="1361042"/>
            </a:xfrm>
          </p:grpSpPr>
          <p:sp>
            <p:nvSpPr>
              <p:cNvPr id="9" name="object 9"/>
              <p:cNvSpPr/>
              <p:nvPr/>
            </p:nvSpPr>
            <p:spPr>
              <a:xfrm>
                <a:off x="2249223" y="4959275"/>
                <a:ext cx="127635" cy="394970"/>
              </a:xfrm>
              <a:custGeom>
                <a:avLst/>
                <a:gdLst/>
                <a:ahLst/>
                <a:cxnLst/>
                <a:rect l="l" t="t" r="r" b="b"/>
                <a:pathLst>
                  <a:path w="127635" h="394970">
                    <a:moveTo>
                      <a:pt x="127015" y="0"/>
                    </a:moveTo>
                    <a:lnTo>
                      <a:pt x="0" y="394392"/>
                    </a:lnTo>
                  </a:path>
                </a:pathLst>
              </a:custGeom>
              <a:ln w="16003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" name="object 10"/>
              <p:cNvSpPr/>
              <p:nvPr/>
            </p:nvSpPr>
            <p:spPr>
              <a:xfrm>
                <a:off x="4100467" y="5000388"/>
                <a:ext cx="13462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134620" h="419100">
                    <a:moveTo>
                      <a:pt x="134562" y="0"/>
                    </a:moveTo>
                    <a:lnTo>
                      <a:pt x="0" y="418719"/>
                    </a:lnTo>
                  </a:path>
                </a:pathLst>
              </a:custGeom>
              <a:ln w="17079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" name="object 12"/>
              <p:cNvSpPr txBox="1"/>
              <p:nvPr/>
            </p:nvSpPr>
            <p:spPr>
              <a:xfrm>
                <a:off x="2855978" y="4965227"/>
                <a:ext cx="1734185" cy="1355090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337185">
                  <a:lnSpc>
                    <a:spcPct val="100000"/>
                  </a:lnSpc>
                  <a:tabLst>
                    <a:tab pos="808355" algn="l"/>
                  </a:tabLst>
                </a:pPr>
                <a:r>
                  <a:rPr sz="3200" i="1" spc="130" dirty="0">
                    <a:latin typeface="Times New Roman"/>
                    <a:cs typeface="Times New Roman"/>
                  </a:rPr>
                  <a:t>k</a:t>
                </a:r>
                <a:r>
                  <a:rPr sz="3600" i="1" baseline="-19675" dirty="0">
                    <a:latin typeface="Times New Roman"/>
                    <a:cs typeface="Times New Roman"/>
                  </a:rPr>
                  <a:t>I	</a:t>
                </a:r>
                <a:r>
                  <a:rPr sz="3200" dirty="0">
                    <a:latin typeface="Symbol"/>
                    <a:cs typeface="Symbol"/>
                  </a:rPr>
                  <a:t></a:t>
                </a:r>
                <a:r>
                  <a:rPr sz="3200" spc="-405" dirty="0">
                    <a:latin typeface="Times New Roman"/>
                    <a:cs typeface="Times New Roman"/>
                  </a:rPr>
                  <a:t> </a:t>
                </a:r>
                <a:r>
                  <a:rPr sz="3200" dirty="0">
                    <a:latin typeface="Times New Roman"/>
                    <a:cs typeface="Times New Roman"/>
                  </a:rPr>
                  <a:t>1</a:t>
                </a:r>
                <a:r>
                  <a:rPr sz="3200" spc="70" dirty="0">
                    <a:latin typeface="Times New Roman"/>
                    <a:cs typeface="Times New Roman"/>
                  </a:rPr>
                  <a:t> </a:t>
                </a:r>
                <a:r>
                  <a:rPr sz="3200" i="1" spc="-440" dirty="0">
                    <a:latin typeface="Times New Roman"/>
                    <a:cs typeface="Times New Roman"/>
                  </a:rPr>
                  <a:t>b</a:t>
                </a:r>
                <a:r>
                  <a:rPr sz="3600" baseline="-19675" dirty="0">
                    <a:latin typeface="Times New Roman"/>
                    <a:cs typeface="Times New Roman"/>
                  </a:rPr>
                  <a:t>1</a:t>
                </a:r>
              </a:p>
              <a:p>
                <a:pPr marL="12700">
                  <a:lnSpc>
                    <a:spcPct val="100000"/>
                  </a:lnSpc>
                  <a:spcBef>
                    <a:spcPts val="2685"/>
                  </a:spcBef>
                  <a:tabLst>
                    <a:tab pos="483870" algn="l"/>
                  </a:tabLst>
                </a:pPr>
                <a:r>
                  <a:rPr sz="3200" i="1" spc="130" dirty="0">
                    <a:latin typeface="Times New Roman"/>
                    <a:cs typeface="Times New Roman"/>
                  </a:rPr>
                  <a:t>k</a:t>
                </a:r>
                <a:r>
                  <a:rPr sz="3600" i="1" baseline="-19675" dirty="0">
                    <a:latin typeface="Times New Roman"/>
                    <a:cs typeface="Times New Roman"/>
                  </a:rPr>
                  <a:t>I	</a:t>
                </a:r>
                <a:r>
                  <a:rPr sz="3200" dirty="0">
                    <a:latin typeface="Symbol"/>
                    <a:cs typeface="Symbol"/>
                  </a:rPr>
                  <a:t></a:t>
                </a:r>
                <a:r>
                  <a:rPr sz="3200" spc="-100" dirty="0">
                    <a:latin typeface="Times New Roman"/>
                    <a:cs typeface="Times New Roman"/>
                  </a:rPr>
                  <a:t> </a:t>
                </a:r>
                <a:r>
                  <a:rPr sz="3200" dirty="0">
                    <a:latin typeface="Times New Roman"/>
                    <a:cs typeface="Times New Roman"/>
                  </a:rPr>
                  <a:t>0.625</a:t>
                </a:r>
              </a:p>
            </p:txBody>
          </p:sp>
        </p:grpSp>
      </p:grpSp>
      <p:sp>
        <p:nvSpPr>
          <p:cNvPr id="13" name="object 13"/>
          <p:cNvSpPr/>
          <p:nvPr/>
        </p:nvSpPr>
        <p:spPr>
          <a:xfrm>
            <a:off x="6327129" y="4328160"/>
            <a:ext cx="2600955" cy="21970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354701" y="6190289"/>
            <a:ext cx="259079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403F42"/>
                </a:solidFill>
                <a:latin typeface="Calibri"/>
                <a:cs typeface="Calibri"/>
              </a:rPr>
              <a:t>10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4299" rIns="0" bIns="0" rtlCol="0">
            <a:spAutoFit/>
          </a:bodyPr>
          <a:lstStyle/>
          <a:p>
            <a:pPr marL="135255">
              <a:lnSpc>
                <a:spcPct val="100000"/>
              </a:lnSpc>
            </a:pPr>
            <a:r>
              <a:rPr spc="5" dirty="0"/>
              <a:t>D</a:t>
            </a:r>
            <a:r>
              <a:rPr spc="-15" dirty="0"/>
              <a:t>e</a:t>
            </a:r>
            <a:r>
              <a:rPr spc="-30" dirty="0"/>
              <a:t>a</a:t>
            </a:r>
            <a:r>
              <a:rPr spc="-10" dirty="0"/>
              <a:t>db</a:t>
            </a:r>
            <a:r>
              <a:rPr spc="-15" dirty="0"/>
              <a:t>e</a:t>
            </a:r>
            <a:r>
              <a:rPr spc="-70" dirty="0"/>
              <a:t>a</a:t>
            </a:r>
            <a:r>
              <a:rPr spc="-15" dirty="0"/>
              <a:t>t</a:t>
            </a:r>
            <a:r>
              <a:rPr spc="-90" dirty="0">
                <a:latin typeface="Times New Roman"/>
                <a:cs typeface="Times New Roman"/>
              </a:rPr>
              <a:t> </a:t>
            </a:r>
            <a:r>
              <a:rPr dirty="0"/>
              <a:t>Ti</a:t>
            </a:r>
            <a:r>
              <a:rPr spc="-25" dirty="0"/>
              <a:t>me</a:t>
            </a:r>
            <a:r>
              <a:rPr spc="-105" dirty="0">
                <a:latin typeface="Times New Roman"/>
                <a:cs typeface="Times New Roman"/>
              </a:rPr>
              <a:t> </a:t>
            </a:r>
            <a:r>
              <a:rPr spc="-90" dirty="0"/>
              <a:t>R</a:t>
            </a:r>
            <a:r>
              <a:rPr spc="-15" dirty="0"/>
              <a:t>e</a:t>
            </a:r>
            <a:r>
              <a:rPr spc="-25" dirty="0"/>
              <a:t>s</a:t>
            </a:r>
            <a:r>
              <a:rPr spc="-10" dirty="0"/>
              <a:t>p</a:t>
            </a:r>
            <a:r>
              <a:rPr spc="5" dirty="0"/>
              <a:t>o</a:t>
            </a:r>
            <a:r>
              <a:rPr spc="-10" dirty="0"/>
              <a:t>ns</a:t>
            </a:r>
            <a:r>
              <a:rPr spc="-20" dirty="0"/>
              <a:t>e</a:t>
            </a:r>
          </a:p>
        </p:txBody>
      </p:sp>
      <p:sp>
        <p:nvSpPr>
          <p:cNvPr id="5" name="object 5"/>
          <p:cNvSpPr/>
          <p:nvPr/>
        </p:nvSpPr>
        <p:spPr>
          <a:xfrm>
            <a:off x="3390900" y="2501889"/>
            <a:ext cx="0" cy="4157979"/>
          </a:xfrm>
          <a:custGeom>
            <a:avLst/>
            <a:gdLst/>
            <a:ahLst/>
            <a:cxnLst/>
            <a:rect l="l" t="t" r="r" b="b"/>
            <a:pathLst>
              <a:path h="4157979">
                <a:moveTo>
                  <a:pt x="0" y="4157990"/>
                </a:moveTo>
                <a:lnTo>
                  <a:pt x="0" y="0"/>
                </a:lnTo>
                <a:lnTo>
                  <a:pt x="0" y="415799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390900" y="2501908"/>
            <a:ext cx="5544820" cy="4157979"/>
          </a:xfrm>
          <a:custGeom>
            <a:avLst/>
            <a:gdLst/>
            <a:ahLst/>
            <a:cxnLst/>
            <a:rect l="l" t="t" r="r" b="b"/>
            <a:pathLst>
              <a:path w="5544820" h="4157979">
                <a:moveTo>
                  <a:pt x="0" y="4157959"/>
                </a:moveTo>
                <a:lnTo>
                  <a:pt x="5544830" y="4157959"/>
                </a:lnTo>
                <a:lnTo>
                  <a:pt x="5544830" y="0"/>
                </a:lnTo>
                <a:lnTo>
                  <a:pt x="0" y="0"/>
                </a:lnTo>
                <a:lnTo>
                  <a:pt x="0" y="415795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112422" y="2817952"/>
            <a:ext cx="4290060" cy="3368040"/>
          </a:xfrm>
          <a:custGeom>
            <a:avLst/>
            <a:gdLst/>
            <a:ahLst/>
            <a:cxnLst/>
            <a:rect l="l" t="t" r="r" b="b"/>
            <a:pathLst>
              <a:path w="4290059" h="3368040">
                <a:moveTo>
                  <a:pt x="0" y="3367857"/>
                </a:moveTo>
                <a:lnTo>
                  <a:pt x="4289572" y="3367857"/>
                </a:lnTo>
                <a:lnTo>
                  <a:pt x="4289572" y="0"/>
                </a:lnTo>
                <a:lnTo>
                  <a:pt x="0" y="0"/>
                </a:lnTo>
                <a:lnTo>
                  <a:pt x="0" y="336785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112419" y="2817950"/>
            <a:ext cx="4290060" cy="3368040"/>
          </a:xfrm>
          <a:custGeom>
            <a:avLst/>
            <a:gdLst/>
            <a:ahLst/>
            <a:cxnLst/>
            <a:rect l="l" t="t" r="r" b="b"/>
            <a:pathLst>
              <a:path w="4290059" h="3368040">
                <a:moveTo>
                  <a:pt x="0" y="0"/>
                </a:moveTo>
                <a:lnTo>
                  <a:pt x="4289543" y="0"/>
                </a:lnTo>
                <a:lnTo>
                  <a:pt x="4289543" y="3367856"/>
                </a:lnTo>
                <a:lnTo>
                  <a:pt x="0" y="3367856"/>
                </a:lnTo>
                <a:lnTo>
                  <a:pt x="0" y="0"/>
                </a:lnTo>
                <a:close/>
              </a:path>
            </a:pathLst>
          </a:custGeom>
          <a:ln w="987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112419" y="618580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87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112419" y="2817950"/>
            <a:ext cx="4290060" cy="0"/>
          </a:xfrm>
          <a:custGeom>
            <a:avLst/>
            <a:gdLst/>
            <a:ahLst/>
            <a:cxnLst/>
            <a:rect l="l" t="t" r="r" b="b"/>
            <a:pathLst>
              <a:path w="4290059">
                <a:moveTo>
                  <a:pt x="0" y="0"/>
                </a:moveTo>
                <a:lnTo>
                  <a:pt x="4289543" y="0"/>
                </a:lnTo>
              </a:path>
            </a:pathLst>
          </a:custGeom>
          <a:ln w="98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401963" y="281795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8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112419" y="6185807"/>
            <a:ext cx="4290060" cy="0"/>
          </a:xfrm>
          <a:custGeom>
            <a:avLst/>
            <a:gdLst/>
            <a:ahLst/>
            <a:cxnLst/>
            <a:rect l="l" t="t" r="r" b="b"/>
            <a:pathLst>
              <a:path w="4290059">
                <a:moveTo>
                  <a:pt x="0" y="0"/>
                </a:moveTo>
                <a:lnTo>
                  <a:pt x="4289543" y="0"/>
                </a:lnTo>
              </a:path>
            </a:pathLst>
          </a:custGeom>
          <a:ln w="98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401963" y="618580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8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401963" y="2817950"/>
            <a:ext cx="0" cy="3368040"/>
          </a:xfrm>
          <a:custGeom>
            <a:avLst/>
            <a:gdLst/>
            <a:ahLst/>
            <a:cxnLst/>
            <a:rect l="l" t="t" r="r" b="b"/>
            <a:pathLst>
              <a:path h="3368040">
                <a:moveTo>
                  <a:pt x="0" y="3367856"/>
                </a:moveTo>
                <a:lnTo>
                  <a:pt x="0" y="0"/>
                </a:lnTo>
              </a:path>
            </a:pathLst>
          </a:custGeom>
          <a:ln w="9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401963" y="281795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8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112419" y="2817950"/>
            <a:ext cx="0" cy="3368040"/>
          </a:xfrm>
          <a:custGeom>
            <a:avLst/>
            <a:gdLst/>
            <a:ahLst/>
            <a:cxnLst/>
            <a:rect l="l" t="t" r="r" b="b"/>
            <a:pathLst>
              <a:path h="3368040">
                <a:moveTo>
                  <a:pt x="0" y="3367856"/>
                </a:moveTo>
                <a:lnTo>
                  <a:pt x="0" y="0"/>
                </a:lnTo>
              </a:path>
            </a:pathLst>
          </a:custGeom>
          <a:ln w="9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112419" y="281795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8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401963" y="618580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8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112419" y="281795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8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112419" y="613643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8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112419" y="285743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8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4060180" y="6209763"/>
            <a:ext cx="119380" cy="213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Times New Roman"/>
                <a:cs typeface="Times New Roman"/>
              </a:rPr>
              <a:t>0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179858" y="6136432"/>
            <a:ext cx="0" cy="49530"/>
          </a:xfrm>
          <a:custGeom>
            <a:avLst/>
            <a:gdLst/>
            <a:ahLst/>
            <a:cxnLst/>
            <a:rect l="l" t="t" r="r" b="b"/>
            <a:pathLst>
              <a:path h="49529">
                <a:moveTo>
                  <a:pt x="0" y="49374"/>
                </a:moveTo>
                <a:lnTo>
                  <a:pt x="0" y="0"/>
                </a:lnTo>
              </a:path>
            </a:pathLst>
          </a:custGeom>
          <a:ln w="9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179858" y="613643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8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179858" y="2817950"/>
            <a:ext cx="0" cy="40005"/>
          </a:xfrm>
          <a:custGeom>
            <a:avLst/>
            <a:gdLst/>
            <a:ahLst/>
            <a:cxnLst/>
            <a:rect l="l" t="t" r="r" b="b"/>
            <a:pathLst>
              <a:path h="40005">
                <a:moveTo>
                  <a:pt x="0" y="0"/>
                </a:moveTo>
                <a:lnTo>
                  <a:pt x="0" y="39487"/>
                </a:lnTo>
              </a:path>
            </a:pathLst>
          </a:custGeom>
          <a:ln w="9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179858" y="285743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8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5127641" y="6209763"/>
            <a:ext cx="119380" cy="213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Times New Roman"/>
                <a:cs typeface="Times New Roman"/>
              </a:rPr>
              <a:t>5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6257176" y="6136432"/>
            <a:ext cx="0" cy="49530"/>
          </a:xfrm>
          <a:custGeom>
            <a:avLst/>
            <a:gdLst/>
            <a:ahLst/>
            <a:cxnLst/>
            <a:rect l="l" t="t" r="r" b="b"/>
            <a:pathLst>
              <a:path h="49529">
                <a:moveTo>
                  <a:pt x="0" y="49374"/>
                </a:moveTo>
                <a:lnTo>
                  <a:pt x="0" y="0"/>
                </a:lnTo>
              </a:path>
            </a:pathLst>
          </a:custGeom>
          <a:ln w="9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257176" y="613643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8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257176" y="2817950"/>
            <a:ext cx="0" cy="40005"/>
          </a:xfrm>
          <a:custGeom>
            <a:avLst/>
            <a:gdLst/>
            <a:ahLst/>
            <a:cxnLst/>
            <a:rect l="l" t="t" r="r" b="b"/>
            <a:pathLst>
              <a:path h="40005">
                <a:moveTo>
                  <a:pt x="0" y="0"/>
                </a:moveTo>
                <a:lnTo>
                  <a:pt x="0" y="39487"/>
                </a:lnTo>
              </a:path>
            </a:pathLst>
          </a:custGeom>
          <a:ln w="9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257176" y="285743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8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324645" y="6136432"/>
            <a:ext cx="0" cy="49530"/>
          </a:xfrm>
          <a:custGeom>
            <a:avLst/>
            <a:gdLst/>
            <a:ahLst/>
            <a:cxnLst/>
            <a:rect l="l" t="t" r="r" b="b"/>
            <a:pathLst>
              <a:path h="49529">
                <a:moveTo>
                  <a:pt x="0" y="49374"/>
                </a:moveTo>
                <a:lnTo>
                  <a:pt x="0" y="0"/>
                </a:lnTo>
              </a:path>
            </a:pathLst>
          </a:custGeom>
          <a:ln w="9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324645" y="613643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8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324645" y="2817950"/>
            <a:ext cx="0" cy="40005"/>
          </a:xfrm>
          <a:custGeom>
            <a:avLst/>
            <a:gdLst/>
            <a:ahLst/>
            <a:cxnLst/>
            <a:rect l="l" t="t" r="r" b="b"/>
            <a:pathLst>
              <a:path h="40005">
                <a:moveTo>
                  <a:pt x="0" y="0"/>
                </a:moveTo>
                <a:lnTo>
                  <a:pt x="0" y="39487"/>
                </a:lnTo>
              </a:path>
            </a:pathLst>
          </a:custGeom>
          <a:ln w="9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324645" y="285743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8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8401963" y="613643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8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401963" y="285743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8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112419" y="5919142"/>
            <a:ext cx="40005" cy="0"/>
          </a:xfrm>
          <a:custGeom>
            <a:avLst/>
            <a:gdLst/>
            <a:ahLst/>
            <a:cxnLst/>
            <a:rect l="l" t="t" r="r" b="b"/>
            <a:pathLst>
              <a:path w="40004">
                <a:moveTo>
                  <a:pt x="0" y="0"/>
                </a:moveTo>
                <a:lnTo>
                  <a:pt x="39516" y="0"/>
                </a:lnTo>
              </a:path>
            </a:pathLst>
          </a:custGeom>
          <a:ln w="98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151936" y="591914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8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8352536" y="5919142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49426" y="0"/>
                </a:moveTo>
                <a:lnTo>
                  <a:pt x="0" y="0"/>
                </a:lnTo>
              </a:path>
            </a:pathLst>
          </a:custGeom>
          <a:ln w="98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8352536" y="591914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8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4112419" y="5405566"/>
            <a:ext cx="40005" cy="0"/>
          </a:xfrm>
          <a:custGeom>
            <a:avLst/>
            <a:gdLst/>
            <a:ahLst/>
            <a:cxnLst/>
            <a:rect l="l" t="t" r="r" b="b"/>
            <a:pathLst>
              <a:path w="40004">
                <a:moveTo>
                  <a:pt x="0" y="0"/>
                </a:moveTo>
                <a:lnTo>
                  <a:pt x="39516" y="0"/>
                </a:lnTo>
              </a:path>
            </a:pathLst>
          </a:custGeom>
          <a:ln w="98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4151936" y="540556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8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8352536" y="5405566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49426" y="0"/>
                </a:moveTo>
                <a:lnTo>
                  <a:pt x="0" y="0"/>
                </a:lnTo>
              </a:path>
            </a:pathLst>
          </a:custGeom>
          <a:ln w="98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8352536" y="540556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8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4112419" y="4882121"/>
            <a:ext cx="40005" cy="0"/>
          </a:xfrm>
          <a:custGeom>
            <a:avLst/>
            <a:gdLst/>
            <a:ahLst/>
            <a:cxnLst/>
            <a:rect l="l" t="t" r="r" b="b"/>
            <a:pathLst>
              <a:path w="40004">
                <a:moveTo>
                  <a:pt x="0" y="0"/>
                </a:moveTo>
                <a:lnTo>
                  <a:pt x="39516" y="0"/>
                </a:lnTo>
              </a:path>
            </a:pathLst>
          </a:custGeom>
          <a:ln w="98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4151936" y="488212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8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8352536" y="4882121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49426" y="0"/>
                </a:moveTo>
                <a:lnTo>
                  <a:pt x="0" y="0"/>
                </a:lnTo>
              </a:path>
            </a:pathLst>
          </a:custGeom>
          <a:ln w="98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8352536" y="488212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8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4112419" y="4368545"/>
            <a:ext cx="40005" cy="0"/>
          </a:xfrm>
          <a:custGeom>
            <a:avLst/>
            <a:gdLst/>
            <a:ahLst/>
            <a:cxnLst/>
            <a:rect l="l" t="t" r="r" b="b"/>
            <a:pathLst>
              <a:path w="40004">
                <a:moveTo>
                  <a:pt x="0" y="0"/>
                </a:moveTo>
                <a:lnTo>
                  <a:pt x="39516" y="0"/>
                </a:lnTo>
              </a:path>
            </a:pathLst>
          </a:custGeom>
          <a:ln w="98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4151936" y="436854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8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8352536" y="4368545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49426" y="0"/>
                </a:moveTo>
                <a:lnTo>
                  <a:pt x="0" y="0"/>
                </a:lnTo>
              </a:path>
            </a:pathLst>
          </a:custGeom>
          <a:ln w="98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8352536" y="436854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8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4112419" y="3845097"/>
            <a:ext cx="40005" cy="0"/>
          </a:xfrm>
          <a:custGeom>
            <a:avLst/>
            <a:gdLst/>
            <a:ahLst/>
            <a:cxnLst/>
            <a:rect l="l" t="t" r="r" b="b"/>
            <a:pathLst>
              <a:path w="40004">
                <a:moveTo>
                  <a:pt x="0" y="0"/>
                </a:moveTo>
                <a:lnTo>
                  <a:pt x="39516" y="0"/>
                </a:lnTo>
              </a:path>
            </a:pathLst>
          </a:custGeom>
          <a:ln w="98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4151936" y="384509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8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8352536" y="3845097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49426" y="0"/>
                </a:moveTo>
                <a:lnTo>
                  <a:pt x="0" y="0"/>
                </a:lnTo>
              </a:path>
            </a:pathLst>
          </a:custGeom>
          <a:ln w="98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8352536" y="384509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8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4112419" y="3331529"/>
            <a:ext cx="40005" cy="0"/>
          </a:xfrm>
          <a:custGeom>
            <a:avLst/>
            <a:gdLst/>
            <a:ahLst/>
            <a:cxnLst/>
            <a:rect l="l" t="t" r="r" b="b"/>
            <a:pathLst>
              <a:path w="40004">
                <a:moveTo>
                  <a:pt x="0" y="0"/>
                </a:moveTo>
                <a:lnTo>
                  <a:pt x="39516" y="0"/>
                </a:lnTo>
              </a:path>
            </a:pathLst>
          </a:custGeom>
          <a:ln w="98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4151936" y="333152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8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8352536" y="3331529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49426" y="0"/>
                </a:moveTo>
                <a:lnTo>
                  <a:pt x="0" y="0"/>
                </a:lnTo>
              </a:path>
            </a:pathLst>
          </a:custGeom>
          <a:ln w="98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8352536" y="333152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8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8401963" y="281795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8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8401963" y="618580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8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8401963" y="281795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8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4112419" y="281795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8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4112422" y="3331529"/>
            <a:ext cx="4299585" cy="2587625"/>
          </a:xfrm>
          <a:custGeom>
            <a:avLst/>
            <a:gdLst/>
            <a:ahLst/>
            <a:cxnLst/>
            <a:rect l="l" t="t" r="r" b="b"/>
            <a:pathLst>
              <a:path w="4299584" h="2587625">
                <a:moveTo>
                  <a:pt x="2" y="2587612"/>
                </a:moveTo>
                <a:lnTo>
                  <a:pt x="207554" y="2587612"/>
                </a:lnTo>
                <a:lnTo>
                  <a:pt x="424987" y="2587612"/>
                </a:lnTo>
                <a:lnTo>
                  <a:pt x="642420" y="0"/>
                </a:lnTo>
                <a:lnTo>
                  <a:pt x="4289543" y="0"/>
                </a:lnTo>
                <a:lnTo>
                  <a:pt x="4299422" y="0"/>
                </a:lnTo>
              </a:path>
            </a:pathLst>
          </a:custGeom>
          <a:ln w="98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4112422" y="3331529"/>
            <a:ext cx="4299585" cy="2587625"/>
          </a:xfrm>
          <a:custGeom>
            <a:avLst/>
            <a:gdLst/>
            <a:ahLst/>
            <a:cxnLst/>
            <a:rect l="l" t="t" r="r" b="b"/>
            <a:pathLst>
              <a:path w="4299584" h="2587625">
                <a:moveTo>
                  <a:pt x="2" y="2587612"/>
                </a:moveTo>
                <a:lnTo>
                  <a:pt x="207554" y="2587612"/>
                </a:lnTo>
                <a:lnTo>
                  <a:pt x="424987" y="2587612"/>
                </a:lnTo>
                <a:lnTo>
                  <a:pt x="642420" y="2587612"/>
                </a:lnTo>
                <a:lnTo>
                  <a:pt x="850005" y="0"/>
                </a:lnTo>
                <a:lnTo>
                  <a:pt x="4289543" y="0"/>
                </a:lnTo>
                <a:lnTo>
                  <a:pt x="4299422" y="0"/>
                </a:lnTo>
              </a:path>
            </a:pathLst>
          </a:custGeom>
          <a:ln w="197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 txBox="1"/>
          <p:nvPr/>
        </p:nvSpPr>
        <p:spPr>
          <a:xfrm>
            <a:off x="5829393" y="6209763"/>
            <a:ext cx="823594" cy="421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750" algn="ctr">
              <a:lnSpc>
                <a:spcPts val="1685"/>
              </a:lnSpc>
            </a:pPr>
            <a:r>
              <a:rPr sz="1450" spc="-35" dirty="0">
                <a:latin typeface="Times New Roman"/>
                <a:cs typeface="Times New Roman"/>
              </a:rPr>
              <a:t>10</a:t>
            </a:r>
            <a:endParaRPr sz="1450">
              <a:latin typeface="Times New Roman"/>
              <a:cs typeface="Times New Roman"/>
            </a:endParaRPr>
          </a:p>
          <a:p>
            <a:pPr algn="ctr">
              <a:lnSpc>
                <a:spcPts val="1685"/>
              </a:lnSpc>
            </a:pPr>
            <a:r>
              <a:rPr sz="1450" spc="50" dirty="0">
                <a:latin typeface="Times New Roman"/>
                <a:cs typeface="Times New Roman"/>
              </a:rPr>
              <a:t>s</a:t>
            </a:r>
            <a:r>
              <a:rPr sz="1450" spc="-30" dirty="0">
                <a:latin typeface="Times New Roman"/>
                <a:cs typeface="Times New Roman"/>
              </a:rPr>
              <a:t>a</a:t>
            </a:r>
            <a:r>
              <a:rPr sz="1450" spc="-55" dirty="0">
                <a:latin typeface="Times New Roman"/>
                <a:cs typeface="Times New Roman"/>
              </a:rPr>
              <a:t>m</a:t>
            </a:r>
            <a:r>
              <a:rPr sz="1450" spc="40" dirty="0">
                <a:latin typeface="Times New Roman"/>
                <a:cs typeface="Times New Roman"/>
              </a:rPr>
              <a:t>p</a:t>
            </a:r>
            <a:r>
              <a:rPr sz="1450" spc="-100" dirty="0">
                <a:latin typeface="Times New Roman"/>
                <a:cs typeface="Times New Roman"/>
              </a:rPr>
              <a:t>l</a:t>
            </a:r>
            <a:r>
              <a:rPr sz="1450" spc="5" dirty="0">
                <a:latin typeface="Times New Roman"/>
                <a:cs typeface="Times New Roman"/>
              </a:rPr>
              <a:t>e</a:t>
            </a:r>
            <a:r>
              <a:rPr sz="1450" spc="-10" dirty="0">
                <a:latin typeface="Times New Roman"/>
                <a:cs typeface="Times New Roman"/>
              </a:rPr>
              <a:t> </a:t>
            </a:r>
            <a:r>
              <a:rPr sz="1450" spc="-35" dirty="0">
                <a:latin typeface="Times New Roman"/>
                <a:cs typeface="Times New Roman"/>
              </a:rPr>
              <a:t>n</a:t>
            </a:r>
            <a:r>
              <a:rPr sz="1450" spc="40" dirty="0">
                <a:latin typeface="Times New Roman"/>
                <a:cs typeface="Times New Roman"/>
              </a:rPr>
              <a:t>o</a:t>
            </a:r>
            <a:r>
              <a:rPr sz="1450" dirty="0">
                <a:latin typeface="Times New Roman"/>
                <a:cs typeface="Times New Roman"/>
              </a:rPr>
              <a:t>.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7223004" y="6209763"/>
            <a:ext cx="203835" cy="213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-35" dirty="0">
                <a:latin typeface="Times New Roman"/>
                <a:cs typeface="Times New Roman"/>
              </a:rPr>
              <a:t>15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8300345" y="6209763"/>
            <a:ext cx="203835" cy="213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-35" dirty="0">
                <a:latin typeface="Times New Roman"/>
                <a:cs typeface="Times New Roman"/>
              </a:rPr>
              <a:t>20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3971229" y="5814701"/>
            <a:ext cx="119380" cy="213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Times New Roman"/>
                <a:cs typeface="Times New Roman"/>
              </a:rPr>
              <a:t>0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3832850" y="5301122"/>
            <a:ext cx="257810" cy="213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-35" dirty="0">
                <a:latin typeface="Times New Roman"/>
                <a:cs typeface="Times New Roman"/>
              </a:rPr>
              <a:t>0</a:t>
            </a:r>
            <a:r>
              <a:rPr sz="1450" spc="15" dirty="0">
                <a:latin typeface="Times New Roman"/>
                <a:cs typeface="Times New Roman"/>
              </a:rPr>
              <a:t>.</a:t>
            </a:r>
            <a:r>
              <a:rPr sz="1450" spc="5" dirty="0">
                <a:latin typeface="Times New Roman"/>
                <a:cs typeface="Times New Roman"/>
              </a:rPr>
              <a:t>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3832850" y="4777678"/>
            <a:ext cx="257810" cy="213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-35" dirty="0">
                <a:latin typeface="Times New Roman"/>
                <a:cs typeface="Times New Roman"/>
              </a:rPr>
              <a:t>0</a:t>
            </a:r>
            <a:r>
              <a:rPr sz="1450" spc="15" dirty="0">
                <a:latin typeface="Times New Roman"/>
                <a:cs typeface="Times New Roman"/>
              </a:rPr>
              <a:t>.</a:t>
            </a:r>
            <a:r>
              <a:rPr sz="1450" spc="5" dirty="0">
                <a:latin typeface="Times New Roman"/>
                <a:cs typeface="Times New Roman"/>
              </a:rPr>
              <a:t>4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3832850" y="4264102"/>
            <a:ext cx="257810" cy="213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-35" dirty="0">
                <a:latin typeface="Times New Roman"/>
                <a:cs typeface="Times New Roman"/>
              </a:rPr>
              <a:t>0</a:t>
            </a:r>
            <a:r>
              <a:rPr sz="1450" spc="15" dirty="0">
                <a:latin typeface="Times New Roman"/>
                <a:cs typeface="Times New Roman"/>
              </a:rPr>
              <a:t>.</a:t>
            </a:r>
            <a:r>
              <a:rPr sz="1450" spc="5" dirty="0">
                <a:latin typeface="Times New Roman"/>
                <a:cs typeface="Times New Roman"/>
              </a:rPr>
              <a:t>6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3832850" y="3740659"/>
            <a:ext cx="257810" cy="213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-35" dirty="0">
                <a:latin typeface="Times New Roman"/>
                <a:cs typeface="Times New Roman"/>
              </a:rPr>
              <a:t>0</a:t>
            </a:r>
            <a:r>
              <a:rPr sz="1450" spc="15" dirty="0">
                <a:latin typeface="Times New Roman"/>
                <a:cs typeface="Times New Roman"/>
              </a:rPr>
              <a:t>.</a:t>
            </a:r>
            <a:r>
              <a:rPr sz="1450" spc="5" dirty="0">
                <a:latin typeface="Times New Roman"/>
                <a:cs typeface="Times New Roman"/>
              </a:rPr>
              <a:t>8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4112422" y="4299405"/>
            <a:ext cx="4299585" cy="1619885"/>
          </a:xfrm>
          <a:custGeom>
            <a:avLst/>
            <a:gdLst/>
            <a:ahLst/>
            <a:cxnLst/>
            <a:rect l="l" t="t" r="r" b="b"/>
            <a:pathLst>
              <a:path w="4299584" h="1619885">
                <a:moveTo>
                  <a:pt x="2" y="1619736"/>
                </a:moveTo>
                <a:lnTo>
                  <a:pt x="207554" y="1619736"/>
                </a:lnTo>
                <a:lnTo>
                  <a:pt x="424987" y="1619736"/>
                </a:lnTo>
                <a:lnTo>
                  <a:pt x="642420" y="0"/>
                </a:lnTo>
                <a:lnTo>
                  <a:pt x="850005" y="1293816"/>
                </a:lnTo>
                <a:lnTo>
                  <a:pt x="1067438" y="1293816"/>
                </a:lnTo>
                <a:lnTo>
                  <a:pt x="1284871" y="1293816"/>
                </a:lnTo>
                <a:lnTo>
                  <a:pt x="4289543" y="1293816"/>
                </a:lnTo>
                <a:lnTo>
                  <a:pt x="4299422" y="1293816"/>
                </a:lnTo>
              </a:path>
            </a:pathLst>
          </a:custGeom>
          <a:ln w="19754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 txBox="1"/>
          <p:nvPr/>
        </p:nvSpPr>
        <p:spPr>
          <a:xfrm>
            <a:off x="3971229" y="3049306"/>
            <a:ext cx="1315720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5945">
              <a:lnSpc>
                <a:spcPts val="1570"/>
              </a:lnSpc>
            </a:pPr>
            <a:r>
              <a:rPr sz="1450" spc="45" dirty="0">
                <a:latin typeface="Times New Roman"/>
                <a:cs typeface="Times New Roman"/>
              </a:rPr>
              <a:t>c</a:t>
            </a:r>
            <a:r>
              <a:rPr sz="1450" spc="40" dirty="0">
                <a:latin typeface="Times New Roman"/>
                <a:cs typeface="Times New Roman"/>
              </a:rPr>
              <a:t>o</a:t>
            </a:r>
            <a:r>
              <a:rPr sz="1450" spc="-55" dirty="0">
                <a:latin typeface="Times New Roman"/>
                <a:cs typeface="Times New Roman"/>
              </a:rPr>
              <a:t>mm</a:t>
            </a:r>
            <a:r>
              <a:rPr sz="1450" spc="-30" dirty="0">
                <a:latin typeface="Times New Roman"/>
                <a:cs typeface="Times New Roman"/>
              </a:rPr>
              <a:t>a</a:t>
            </a:r>
            <a:r>
              <a:rPr sz="1450" spc="-35" dirty="0">
                <a:latin typeface="Times New Roman"/>
                <a:cs typeface="Times New Roman"/>
              </a:rPr>
              <a:t>n</a:t>
            </a:r>
            <a:r>
              <a:rPr sz="1450" spc="5" dirty="0">
                <a:latin typeface="Times New Roman"/>
                <a:cs typeface="Times New Roman"/>
              </a:rPr>
              <a:t>d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ts val="1570"/>
              </a:lnSpc>
            </a:pPr>
            <a:r>
              <a:rPr sz="1450" spc="5" dirty="0">
                <a:latin typeface="Times New Roman"/>
                <a:cs typeface="Times New Roman"/>
              </a:rPr>
              <a:t>1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4959626" y="3730772"/>
            <a:ext cx="497840" cy="213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40" dirty="0">
                <a:latin typeface="Times New Roman"/>
                <a:cs typeface="Times New Roman"/>
              </a:rPr>
              <a:t>o</a:t>
            </a:r>
            <a:r>
              <a:rPr sz="1450" spc="-35" dirty="0">
                <a:latin typeface="Times New Roman"/>
                <a:cs typeface="Times New Roman"/>
              </a:rPr>
              <a:t>u</a:t>
            </a:r>
            <a:r>
              <a:rPr sz="1450" spc="-25" dirty="0">
                <a:latin typeface="Times New Roman"/>
                <a:cs typeface="Times New Roman"/>
              </a:rPr>
              <a:t>t</a:t>
            </a:r>
            <a:r>
              <a:rPr sz="1450" spc="40" dirty="0">
                <a:latin typeface="Times New Roman"/>
                <a:cs typeface="Times New Roman"/>
              </a:rPr>
              <a:t>p</a:t>
            </a:r>
            <a:r>
              <a:rPr sz="1450" spc="-35" dirty="0">
                <a:latin typeface="Times New Roman"/>
                <a:cs typeface="Times New Roman"/>
              </a:rPr>
              <a:t>ut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5394548" y="5310996"/>
            <a:ext cx="962660" cy="213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45" dirty="0">
                <a:latin typeface="Times New Roman"/>
                <a:cs typeface="Times New Roman"/>
              </a:rPr>
              <a:t>c</a:t>
            </a:r>
            <a:r>
              <a:rPr sz="1450" spc="40" dirty="0">
                <a:latin typeface="Times New Roman"/>
                <a:cs typeface="Times New Roman"/>
              </a:rPr>
              <a:t>o</a:t>
            </a:r>
            <a:r>
              <a:rPr sz="1450" spc="-35" dirty="0">
                <a:latin typeface="Times New Roman"/>
                <a:cs typeface="Times New Roman"/>
              </a:rPr>
              <a:t>n</a:t>
            </a:r>
            <a:r>
              <a:rPr sz="1450" spc="-25" dirty="0">
                <a:latin typeface="Times New Roman"/>
                <a:cs typeface="Times New Roman"/>
              </a:rPr>
              <a:t>t</a:t>
            </a:r>
            <a:r>
              <a:rPr sz="1450" spc="-30" dirty="0">
                <a:latin typeface="Times New Roman"/>
                <a:cs typeface="Times New Roman"/>
              </a:rPr>
              <a:t>r</a:t>
            </a:r>
            <a:r>
              <a:rPr sz="1450" spc="40" dirty="0">
                <a:latin typeface="Times New Roman"/>
                <a:cs typeface="Times New Roman"/>
              </a:rPr>
              <a:t>o</a:t>
            </a:r>
            <a:r>
              <a:rPr sz="1450" dirty="0">
                <a:latin typeface="Times New Roman"/>
                <a:cs typeface="Times New Roman"/>
              </a:rPr>
              <a:t>l</a:t>
            </a:r>
            <a:r>
              <a:rPr sz="1450" spc="-75" dirty="0">
                <a:latin typeface="Times New Roman"/>
                <a:cs typeface="Times New Roman"/>
              </a:rPr>
              <a:t> </a:t>
            </a:r>
            <a:r>
              <a:rPr sz="1450" spc="-100" dirty="0">
                <a:latin typeface="Times New Roman"/>
                <a:cs typeface="Times New Roman"/>
              </a:rPr>
              <a:t>i</a:t>
            </a:r>
            <a:r>
              <a:rPr sz="1450" spc="-35" dirty="0">
                <a:latin typeface="Times New Roman"/>
                <a:cs typeface="Times New Roman"/>
              </a:rPr>
              <a:t>n</a:t>
            </a:r>
            <a:r>
              <a:rPr sz="1450" spc="40" dirty="0">
                <a:latin typeface="Times New Roman"/>
                <a:cs typeface="Times New Roman"/>
              </a:rPr>
              <a:t>p</a:t>
            </a:r>
            <a:r>
              <a:rPr sz="1450" spc="-35" dirty="0">
                <a:latin typeface="Times New Roman"/>
                <a:cs typeface="Times New Roman"/>
              </a:rPr>
              <a:t>ut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762219" y="3807584"/>
            <a:ext cx="2479675" cy="11480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600" spc="-20" dirty="0">
                <a:latin typeface="Calibri"/>
                <a:cs typeface="Calibri"/>
              </a:rPr>
              <a:t>W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a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he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d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10" dirty="0">
                <a:latin typeface="Calibri"/>
                <a:cs typeface="Calibri"/>
              </a:rPr>
              <a:t>ad</a:t>
            </a:r>
            <a:r>
              <a:rPr sz="2600" spc="-40" dirty="0">
                <a:latin typeface="Calibri"/>
                <a:cs typeface="Calibri"/>
              </a:rPr>
              <a:t>v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a</a:t>
            </a:r>
            <a:r>
              <a:rPr sz="2600" spc="-40" dirty="0">
                <a:latin typeface="Calibri"/>
                <a:cs typeface="Calibri"/>
              </a:rPr>
              <a:t>g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f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d</a:t>
            </a:r>
            <a:r>
              <a:rPr sz="2600" spc="-10" dirty="0">
                <a:latin typeface="Calibri"/>
                <a:cs typeface="Calibri"/>
              </a:rPr>
              <a:t>eadb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l?</a:t>
            </a:r>
          </a:p>
        </p:txBody>
      </p:sp>
      <p:sp>
        <p:nvSpPr>
          <p:cNvPr id="81" name="object 81"/>
          <p:cNvSpPr/>
          <p:nvPr/>
        </p:nvSpPr>
        <p:spPr>
          <a:xfrm>
            <a:off x="1554124" y="2392669"/>
            <a:ext cx="819150" cy="0"/>
          </a:xfrm>
          <a:custGeom>
            <a:avLst/>
            <a:gdLst/>
            <a:ahLst/>
            <a:cxnLst/>
            <a:rect l="l" t="t" r="r" b="b"/>
            <a:pathLst>
              <a:path w="819150">
                <a:moveTo>
                  <a:pt x="0" y="0"/>
                </a:moveTo>
                <a:lnTo>
                  <a:pt x="818888" y="0"/>
                </a:lnTo>
              </a:path>
            </a:pathLst>
          </a:custGeom>
          <a:ln w="13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 txBox="1"/>
          <p:nvPr/>
        </p:nvSpPr>
        <p:spPr>
          <a:xfrm>
            <a:off x="2217472" y="2136716"/>
            <a:ext cx="3244850" cy="534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775" spc="-15" baseline="-33033" dirty="0">
                <a:latin typeface="Times New Roman"/>
                <a:cs typeface="Times New Roman"/>
              </a:rPr>
              <a:t>1</a:t>
            </a:r>
            <a:r>
              <a:rPr sz="2775" spc="127" baseline="-33033" dirty="0">
                <a:latin typeface="Times New Roman"/>
                <a:cs typeface="Times New Roman"/>
              </a:rPr>
              <a:t> </a:t>
            </a:r>
            <a:r>
              <a:rPr sz="4950" spc="-450" baseline="-2525" dirty="0">
                <a:latin typeface="Symbol"/>
                <a:cs typeface="Symbol"/>
              </a:rPr>
              <a:t></a:t>
            </a:r>
            <a:r>
              <a:rPr sz="4950" spc="-600" baseline="-2525" dirty="0">
                <a:latin typeface="Times New Roman"/>
                <a:cs typeface="Times New Roman"/>
              </a:rPr>
              <a:t> </a:t>
            </a:r>
            <a:r>
              <a:rPr sz="2450" i="1" spc="10" dirty="0">
                <a:latin typeface="Times New Roman"/>
                <a:cs typeface="Times New Roman"/>
              </a:rPr>
              <a:t>y</a:t>
            </a:r>
            <a:r>
              <a:rPr sz="2775" i="1" spc="-15" baseline="-19519" dirty="0">
                <a:latin typeface="Times New Roman"/>
                <a:cs typeface="Times New Roman"/>
              </a:rPr>
              <a:t>d</a:t>
            </a:r>
            <a:r>
              <a:rPr sz="2775" i="1" spc="-7" baseline="-19519" dirty="0">
                <a:latin typeface="Times New Roman"/>
                <a:cs typeface="Times New Roman"/>
              </a:rPr>
              <a:t> </a:t>
            </a:r>
            <a:r>
              <a:rPr sz="2450" spc="60" dirty="0">
                <a:latin typeface="Times New Roman"/>
                <a:cs typeface="Times New Roman"/>
              </a:rPr>
              <a:t>(</a:t>
            </a:r>
            <a:r>
              <a:rPr sz="2450" i="1" dirty="0">
                <a:latin typeface="Times New Roman"/>
                <a:cs typeface="Times New Roman"/>
              </a:rPr>
              <a:t>k</a:t>
            </a:r>
            <a:r>
              <a:rPr sz="2450" i="1" spc="-400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)</a:t>
            </a:r>
            <a:r>
              <a:rPr sz="2450" spc="-210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Symbol"/>
                <a:cs typeface="Symbol"/>
              </a:rPr>
              <a:t></a:t>
            </a:r>
            <a:r>
              <a:rPr sz="2450" spc="35" dirty="0">
                <a:latin typeface="Times New Roman"/>
                <a:cs typeface="Times New Roman"/>
              </a:rPr>
              <a:t> </a:t>
            </a:r>
            <a:r>
              <a:rPr sz="2450" i="1" spc="100" dirty="0">
                <a:latin typeface="Times New Roman"/>
                <a:cs typeface="Times New Roman"/>
              </a:rPr>
              <a:t>y</a:t>
            </a:r>
            <a:r>
              <a:rPr sz="2450" spc="60" dirty="0">
                <a:latin typeface="Times New Roman"/>
                <a:cs typeface="Times New Roman"/>
              </a:rPr>
              <a:t>(</a:t>
            </a:r>
            <a:r>
              <a:rPr sz="2450" i="1" dirty="0">
                <a:latin typeface="Times New Roman"/>
                <a:cs typeface="Times New Roman"/>
              </a:rPr>
              <a:t>k</a:t>
            </a:r>
            <a:r>
              <a:rPr sz="2450" i="1" spc="-400" dirty="0">
                <a:latin typeface="Times New Roman"/>
                <a:cs typeface="Times New Roman"/>
              </a:rPr>
              <a:t> </a:t>
            </a:r>
            <a:r>
              <a:rPr sz="2450" spc="150" dirty="0">
                <a:latin typeface="Times New Roman"/>
                <a:cs typeface="Times New Roman"/>
              </a:rPr>
              <a:t>)</a:t>
            </a:r>
            <a:r>
              <a:rPr sz="4950" spc="-450" baseline="-2525" dirty="0">
                <a:latin typeface="Symbol"/>
                <a:cs typeface="Symbol"/>
              </a:rPr>
              <a:t></a:t>
            </a:r>
            <a:r>
              <a:rPr sz="4950" spc="-675" baseline="-2525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Symbol"/>
                <a:cs typeface="Symbol"/>
              </a:rPr>
              <a:t></a:t>
            </a:r>
            <a:r>
              <a:rPr sz="2450" spc="-235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0.5</a:t>
            </a:r>
            <a:r>
              <a:rPr sz="2450" spc="-385" dirty="0">
                <a:latin typeface="Times New Roman"/>
                <a:cs typeface="Times New Roman"/>
              </a:rPr>
              <a:t> </a:t>
            </a:r>
            <a:r>
              <a:rPr sz="2450" i="1" spc="100" dirty="0">
                <a:latin typeface="Times New Roman"/>
                <a:cs typeface="Times New Roman"/>
              </a:rPr>
              <a:t>y</a:t>
            </a:r>
            <a:r>
              <a:rPr sz="2450" spc="60" dirty="0">
                <a:latin typeface="Times New Roman"/>
                <a:cs typeface="Times New Roman"/>
              </a:rPr>
              <a:t>(</a:t>
            </a:r>
            <a:r>
              <a:rPr sz="2450" i="1" dirty="0">
                <a:latin typeface="Times New Roman"/>
                <a:cs typeface="Times New Roman"/>
              </a:rPr>
              <a:t>k</a:t>
            </a:r>
            <a:r>
              <a:rPr sz="2450" i="1" spc="-400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)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1604735" y="2007527"/>
            <a:ext cx="727075" cy="339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dirty="0">
                <a:latin typeface="Times New Roman"/>
                <a:cs typeface="Times New Roman"/>
              </a:rPr>
              <a:t>0.625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669790" y="2200614"/>
            <a:ext cx="819785" cy="344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i="1" spc="114" dirty="0">
                <a:latin typeface="Times New Roman"/>
                <a:cs typeface="Times New Roman"/>
              </a:rPr>
              <a:t>u</a:t>
            </a:r>
            <a:r>
              <a:rPr sz="2450" spc="60" dirty="0">
                <a:latin typeface="Times New Roman"/>
                <a:cs typeface="Times New Roman"/>
              </a:rPr>
              <a:t>(</a:t>
            </a:r>
            <a:r>
              <a:rPr sz="2450" i="1" dirty="0">
                <a:latin typeface="Times New Roman"/>
                <a:cs typeface="Times New Roman"/>
              </a:rPr>
              <a:t>k</a:t>
            </a:r>
            <a:r>
              <a:rPr sz="2450" i="1" spc="-400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)</a:t>
            </a:r>
            <a:r>
              <a:rPr sz="2450" spc="-55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Symbol"/>
                <a:cs typeface="Symbol"/>
              </a:rPr>
              <a:t></a:t>
            </a:r>
            <a:endParaRPr sz="2450">
              <a:latin typeface="Symbol"/>
              <a:cs typeface="Symbol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1528381" y="2405881"/>
            <a:ext cx="715645" cy="421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spc="190" dirty="0">
                <a:latin typeface="Times New Roman"/>
                <a:cs typeface="Times New Roman"/>
              </a:rPr>
              <a:t>1</a:t>
            </a:r>
            <a:r>
              <a:rPr sz="2450" dirty="0">
                <a:latin typeface="Symbol"/>
                <a:cs typeface="Symbol"/>
              </a:rPr>
              <a:t></a:t>
            </a:r>
            <a:r>
              <a:rPr sz="2450" spc="-80" dirty="0">
                <a:latin typeface="Times New Roman"/>
                <a:cs typeface="Times New Roman"/>
              </a:rPr>
              <a:t> </a:t>
            </a:r>
            <a:r>
              <a:rPr sz="2450" i="1" spc="165" dirty="0">
                <a:latin typeface="Times New Roman"/>
                <a:cs typeface="Times New Roman"/>
              </a:rPr>
              <a:t>z</a:t>
            </a:r>
            <a:r>
              <a:rPr sz="2775" spc="-22" baseline="33033" dirty="0">
                <a:latin typeface="Symbol"/>
                <a:cs typeface="Symbol"/>
              </a:rPr>
              <a:t></a:t>
            </a:r>
            <a:endParaRPr sz="2775" baseline="33033">
              <a:latin typeface="Symbol"/>
              <a:cs typeface="Symbo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0042" rIns="0" bIns="0" rtlCol="0">
            <a:spAutoFit/>
          </a:bodyPr>
          <a:lstStyle/>
          <a:p>
            <a:pPr marL="58419">
              <a:lnSpc>
                <a:spcPct val="100000"/>
              </a:lnSpc>
            </a:pPr>
            <a:r>
              <a:rPr spc="-5" dirty="0"/>
              <a:t>E</a:t>
            </a:r>
            <a:r>
              <a:rPr spc="-55" dirty="0"/>
              <a:t>x</a:t>
            </a:r>
            <a:r>
              <a:rPr spc="-10" dirty="0"/>
              <a:t>a</a:t>
            </a:r>
            <a:r>
              <a:rPr spc="-30" dirty="0"/>
              <a:t>m</a:t>
            </a:r>
            <a:r>
              <a:rPr spc="-10" dirty="0"/>
              <a:t>p</a:t>
            </a:r>
            <a:r>
              <a:rPr spc="-5" dirty="0"/>
              <a:t>l</a:t>
            </a:r>
            <a:r>
              <a:rPr spc="-20" dirty="0"/>
              <a:t>e</a:t>
            </a:r>
            <a:r>
              <a:rPr spc="-105" dirty="0">
                <a:latin typeface="Times New Roman"/>
                <a:cs typeface="Times New Roman"/>
              </a:rPr>
              <a:t> </a:t>
            </a:r>
            <a:r>
              <a:rPr spc="-20" dirty="0"/>
              <a:t>2</a:t>
            </a:r>
            <a:r>
              <a:rPr spc="-80" dirty="0">
                <a:latin typeface="Times New Roman"/>
                <a:cs typeface="Times New Roman"/>
              </a:rPr>
              <a:t> </a:t>
            </a:r>
            <a:r>
              <a:rPr dirty="0"/>
              <a:t>–</a:t>
            </a:r>
            <a:r>
              <a:rPr spc="-105" dirty="0">
                <a:latin typeface="Times New Roman"/>
                <a:cs typeface="Times New Roman"/>
              </a:rPr>
              <a:t> </a:t>
            </a:r>
            <a:r>
              <a:rPr spc="5" dirty="0"/>
              <a:t>Co</a:t>
            </a:r>
            <a:r>
              <a:rPr dirty="0"/>
              <a:t>m</a:t>
            </a:r>
            <a:r>
              <a:rPr spc="-10" dirty="0"/>
              <a:t>p</a:t>
            </a:r>
            <a:r>
              <a:rPr dirty="0"/>
              <a:t>l</a:t>
            </a:r>
            <a:r>
              <a:rPr spc="-75" dirty="0"/>
              <a:t>e</a:t>
            </a:r>
            <a:r>
              <a:rPr dirty="0"/>
              <a:t>x</a:t>
            </a:r>
            <a:r>
              <a:rPr spc="-105" dirty="0">
                <a:latin typeface="Times New Roman"/>
                <a:cs typeface="Times New Roman"/>
              </a:rPr>
              <a:t> </a:t>
            </a:r>
            <a:r>
              <a:rPr spc="-80" dirty="0"/>
              <a:t>P</a:t>
            </a:r>
            <a:r>
              <a:rPr spc="5" dirty="0"/>
              <a:t>o</a:t>
            </a:r>
            <a:r>
              <a:rPr spc="-5" dirty="0"/>
              <a:t>l</a:t>
            </a:r>
            <a:r>
              <a:rPr spc="-15" dirty="0"/>
              <a:t>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381098" y="1935442"/>
            <a:ext cx="150495" cy="274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28293" y="2012146"/>
            <a:ext cx="5735955" cy="433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77190" algn="l"/>
              </a:tabLst>
            </a:pPr>
            <a:r>
              <a:rPr sz="2600" i="1" spc="10" dirty="0">
                <a:solidFill>
                  <a:srgbClr val="FF0000"/>
                </a:solidFill>
                <a:latin typeface="Times New Roman"/>
                <a:cs typeface="Times New Roman"/>
              </a:rPr>
              <a:t>z	</a:t>
            </a:r>
            <a:r>
              <a:rPr sz="2600" spc="10" dirty="0">
                <a:solidFill>
                  <a:srgbClr val="FF0000"/>
                </a:solidFill>
                <a:latin typeface="Symbol"/>
                <a:cs typeface="Symbol"/>
              </a:rPr>
              <a:t></a:t>
            </a:r>
            <a:r>
              <a:rPr sz="2600" spc="-20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600" spc="-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i="1" spc="80" dirty="0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r>
              <a:rPr sz="2925" spc="37" baseline="-19943" dirty="0">
                <a:solidFill>
                  <a:srgbClr val="FF0000"/>
                </a:solidFill>
                <a:latin typeface="Times New Roman"/>
                <a:cs typeface="Times New Roman"/>
              </a:rPr>
              <a:t>0</a:t>
            </a:r>
            <a:r>
              <a:rPr sz="2600" i="1" spc="-360" dirty="0">
                <a:solidFill>
                  <a:srgbClr val="FF0000"/>
                </a:solidFill>
                <a:latin typeface="Times New Roman"/>
                <a:cs typeface="Times New Roman"/>
              </a:rPr>
              <a:t>b</a:t>
            </a:r>
            <a:r>
              <a:rPr sz="2925" baseline="-19943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r>
              <a:rPr sz="2925" spc="67" baseline="-19943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Symbol"/>
                <a:cs typeface="Symbol"/>
              </a:rPr>
              <a:t></a:t>
            </a:r>
            <a:r>
              <a:rPr sz="2600" spc="-1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i="1" spc="-235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925" baseline="-19943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r>
              <a:rPr sz="2925" spc="67" baseline="-19943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155" dirty="0">
                <a:solidFill>
                  <a:srgbClr val="FF0000"/>
                </a:solidFill>
                <a:latin typeface="Symbol"/>
                <a:cs typeface="Symbol"/>
              </a:rPr>
              <a:t></a:t>
            </a:r>
            <a:r>
              <a:rPr sz="2600" spc="200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r>
              <a:rPr sz="2600" dirty="0">
                <a:solidFill>
                  <a:srgbClr val="FF0000"/>
                </a:solidFill>
                <a:latin typeface="Symbol"/>
                <a:cs typeface="Symbol"/>
              </a:rPr>
              <a:t></a:t>
            </a:r>
            <a:r>
              <a:rPr sz="2600" spc="-1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i="1" spc="105" dirty="0">
                <a:solidFill>
                  <a:srgbClr val="FF0000"/>
                </a:solidFill>
                <a:latin typeface="Times New Roman"/>
                <a:cs typeface="Times New Roman"/>
              </a:rPr>
              <a:t>k</a:t>
            </a:r>
            <a:r>
              <a:rPr sz="2925" i="1" baseline="-19943" dirty="0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sz="2925" i="1" spc="-337" baseline="-19943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i="1" spc="-360" dirty="0">
                <a:solidFill>
                  <a:srgbClr val="FF0000"/>
                </a:solidFill>
                <a:latin typeface="Times New Roman"/>
                <a:cs typeface="Times New Roman"/>
              </a:rPr>
              <a:t>b</a:t>
            </a:r>
            <a:r>
              <a:rPr sz="2925" spc="179" baseline="-19943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r>
              <a:rPr sz="2600" spc="190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sz="2600" i="1" spc="10" dirty="0">
                <a:solidFill>
                  <a:srgbClr val="FF0000"/>
                </a:solidFill>
                <a:latin typeface="Times New Roman"/>
                <a:cs typeface="Times New Roman"/>
              </a:rPr>
              <a:t>z</a:t>
            </a:r>
            <a:r>
              <a:rPr sz="2600" i="1" spc="-11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Symbol"/>
                <a:cs typeface="Symbol"/>
              </a:rPr>
              <a:t></a:t>
            </a:r>
            <a:r>
              <a:rPr sz="2600" spc="-20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6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600" spc="75" dirty="0">
                <a:solidFill>
                  <a:srgbClr val="FF0000"/>
                </a:solidFill>
                <a:latin typeface="Symbol"/>
                <a:cs typeface="Symbol"/>
              </a:rPr>
              <a:t></a:t>
            </a:r>
            <a:r>
              <a:rPr sz="2600" i="1" spc="-235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925" baseline="-19943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r>
              <a:rPr sz="2925" spc="60" baseline="-19943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Symbol"/>
                <a:cs typeface="Symbol"/>
              </a:rPr>
              <a:t></a:t>
            </a:r>
            <a:r>
              <a:rPr sz="2600" spc="2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i="1" spc="80" dirty="0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r>
              <a:rPr sz="2925" spc="37" baseline="-19943" dirty="0">
                <a:solidFill>
                  <a:srgbClr val="FF0000"/>
                </a:solidFill>
                <a:latin typeface="Times New Roman"/>
                <a:cs typeface="Times New Roman"/>
              </a:rPr>
              <a:t>0</a:t>
            </a:r>
            <a:r>
              <a:rPr sz="2600" i="1" spc="-355" dirty="0">
                <a:solidFill>
                  <a:srgbClr val="FF0000"/>
                </a:solidFill>
                <a:latin typeface="Times New Roman"/>
                <a:cs typeface="Times New Roman"/>
              </a:rPr>
              <a:t>b</a:t>
            </a:r>
            <a:r>
              <a:rPr sz="2925" spc="179" baseline="-19943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sz="26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Symbol"/>
                <a:cs typeface="Symbol"/>
              </a:rPr>
              <a:t></a:t>
            </a:r>
            <a:r>
              <a:rPr sz="2600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0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3154" y="2335260"/>
            <a:ext cx="7549515" cy="2176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z="2950" i="1" spc="-254" dirty="0">
                <a:latin typeface="Times New Roman"/>
                <a:cs typeface="Times New Roman"/>
              </a:rPr>
              <a:t>p</a:t>
            </a:r>
            <a:r>
              <a:rPr sz="3300" spc="-209" baseline="-18939" dirty="0">
                <a:latin typeface="Times New Roman"/>
                <a:cs typeface="Times New Roman"/>
              </a:rPr>
              <a:t>1</a:t>
            </a:r>
            <a:r>
              <a:rPr sz="3300" spc="75" baseline="-18939" dirty="0">
                <a:latin typeface="Times New Roman"/>
                <a:cs typeface="Times New Roman"/>
              </a:rPr>
              <a:t>,</a:t>
            </a:r>
            <a:r>
              <a:rPr sz="3300" spc="15" baseline="-18939" dirty="0">
                <a:latin typeface="Times New Roman"/>
                <a:cs typeface="Times New Roman"/>
              </a:rPr>
              <a:t>2</a:t>
            </a:r>
            <a:r>
              <a:rPr sz="3300" baseline="-18939" dirty="0">
                <a:latin typeface="Times New Roman"/>
                <a:cs typeface="Times New Roman"/>
              </a:rPr>
              <a:t> </a:t>
            </a:r>
            <a:r>
              <a:rPr sz="3300" spc="-209" baseline="-18939" dirty="0">
                <a:latin typeface="Times New Roman"/>
                <a:cs typeface="Times New Roman"/>
              </a:rPr>
              <a:t> </a:t>
            </a:r>
            <a:r>
              <a:rPr sz="2950" spc="15" dirty="0">
                <a:latin typeface="Symbol"/>
                <a:cs typeface="Symbol"/>
              </a:rPr>
              <a:t></a:t>
            </a:r>
            <a:r>
              <a:rPr sz="2950" spc="-95" dirty="0">
                <a:latin typeface="Times New Roman"/>
                <a:cs typeface="Times New Roman"/>
              </a:rPr>
              <a:t> </a:t>
            </a:r>
            <a:r>
              <a:rPr sz="2950" spc="10" dirty="0">
                <a:latin typeface="Times New Roman"/>
                <a:cs typeface="Times New Roman"/>
              </a:rPr>
              <a:t>0.6</a:t>
            </a:r>
            <a:r>
              <a:rPr sz="2950" spc="-275" dirty="0">
                <a:latin typeface="Times New Roman"/>
                <a:cs typeface="Times New Roman"/>
              </a:rPr>
              <a:t> </a:t>
            </a:r>
            <a:r>
              <a:rPr sz="2950" spc="15" dirty="0">
                <a:latin typeface="Symbol"/>
                <a:cs typeface="Symbol"/>
              </a:rPr>
              <a:t></a:t>
            </a:r>
            <a:r>
              <a:rPr sz="2950" spc="-229" dirty="0">
                <a:latin typeface="Times New Roman"/>
                <a:cs typeface="Times New Roman"/>
              </a:rPr>
              <a:t> </a:t>
            </a:r>
            <a:r>
              <a:rPr sz="2950" spc="10" dirty="0">
                <a:latin typeface="Times New Roman"/>
                <a:cs typeface="Times New Roman"/>
              </a:rPr>
              <a:t>0.3</a:t>
            </a:r>
            <a:r>
              <a:rPr sz="2950" spc="-229" dirty="0">
                <a:latin typeface="Times New Roman"/>
                <a:cs typeface="Times New Roman"/>
              </a:rPr>
              <a:t> </a:t>
            </a:r>
            <a:r>
              <a:rPr sz="2950" i="1" dirty="0">
                <a:latin typeface="Times New Roman"/>
                <a:cs typeface="Times New Roman"/>
              </a:rPr>
              <a:t>j</a:t>
            </a:r>
            <a:endParaRPr sz="2950" dirty="0">
              <a:latin typeface="Times New Roman"/>
              <a:cs typeface="Times New Roman"/>
            </a:endParaRPr>
          </a:p>
          <a:p>
            <a:pPr marL="27305">
              <a:lnSpc>
                <a:spcPct val="100000"/>
              </a:lnSpc>
              <a:spcBef>
                <a:spcPts val="2955"/>
              </a:spcBef>
            </a:pPr>
            <a:r>
              <a:rPr sz="2450" i="1" spc="100" dirty="0">
                <a:latin typeface="Times New Roman"/>
                <a:cs typeface="Times New Roman"/>
              </a:rPr>
              <a:t>D</a:t>
            </a:r>
            <a:r>
              <a:rPr sz="2450" spc="195" dirty="0">
                <a:latin typeface="Times New Roman"/>
                <a:cs typeface="Times New Roman"/>
              </a:rPr>
              <a:t>(</a:t>
            </a:r>
            <a:r>
              <a:rPr sz="2450" i="1" spc="130" dirty="0">
                <a:latin typeface="Times New Roman"/>
                <a:cs typeface="Times New Roman"/>
              </a:rPr>
              <a:t>z</a:t>
            </a:r>
            <a:r>
              <a:rPr sz="2450" spc="15" dirty="0">
                <a:latin typeface="Times New Roman"/>
                <a:cs typeface="Times New Roman"/>
              </a:rPr>
              <a:t>)</a:t>
            </a:r>
            <a:r>
              <a:rPr sz="2450" spc="-40" dirty="0">
                <a:latin typeface="Times New Roman"/>
                <a:cs typeface="Times New Roman"/>
              </a:rPr>
              <a:t> </a:t>
            </a:r>
            <a:r>
              <a:rPr sz="2450" spc="25" dirty="0">
                <a:latin typeface="Symbol"/>
                <a:cs typeface="Symbol"/>
              </a:rPr>
              <a:t></a:t>
            </a:r>
            <a:r>
              <a:rPr sz="2450" spc="-110" dirty="0">
                <a:latin typeface="Times New Roman"/>
                <a:cs typeface="Times New Roman"/>
              </a:rPr>
              <a:t> </a:t>
            </a:r>
            <a:r>
              <a:rPr sz="4875" spc="-390" baseline="-3418" dirty="0">
                <a:latin typeface="Symbol"/>
                <a:cs typeface="Symbol"/>
              </a:rPr>
              <a:t></a:t>
            </a:r>
            <a:r>
              <a:rPr sz="4875" spc="-735" baseline="-3418" dirty="0">
                <a:latin typeface="Times New Roman"/>
                <a:cs typeface="Times New Roman"/>
              </a:rPr>
              <a:t> </a:t>
            </a:r>
            <a:r>
              <a:rPr sz="2450" i="1" spc="15" dirty="0">
                <a:latin typeface="Times New Roman"/>
                <a:cs typeface="Times New Roman"/>
              </a:rPr>
              <a:t>z</a:t>
            </a:r>
            <a:r>
              <a:rPr sz="2450" i="1" spc="-105" dirty="0">
                <a:latin typeface="Times New Roman"/>
                <a:cs typeface="Times New Roman"/>
              </a:rPr>
              <a:t> </a:t>
            </a:r>
            <a:r>
              <a:rPr sz="2450" spc="25" dirty="0">
                <a:latin typeface="Symbol"/>
                <a:cs typeface="Symbol"/>
              </a:rPr>
              <a:t></a:t>
            </a:r>
            <a:r>
              <a:rPr sz="2450" spc="-225" dirty="0">
                <a:latin typeface="Times New Roman"/>
                <a:cs typeface="Times New Roman"/>
              </a:rPr>
              <a:t> </a:t>
            </a:r>
            <a:r>
              <a:rPr sz="2450" spc="20" dirty="0">
                <a:latin typeface="Times New Roman"/>
                <a:cs typeface="Times New Roman"/>
              </a:rPr>
              <a:t>0.6</a:t>
            </a:r>
            <a:r>
              <a:rPr sz="2450" spc="-225" dirty="0">
                <a:latin typeface="Times New Roman"/>
                <a:cs typeface="Times New Roman"/>
              </a:rPr>
              <a:t> </a:t>
            </a:r>
            <a:r>
              <a:rPr sz="2450" spc="25" dirty="0">
                <a:latin typeface="Symbol"/>
                <a:cs typeface="Symbol"/>
              </a:rPr>
              <a:t></a:t>
            </a:r>
            <a:r>
              <a:rPr sz="2450" spc="-185" dirty="0">
                <a:latin typeface="Times New Roman"/>
                <a:cs typeface="Times New Roman"/>
              </a:rPr>
              <a:t> </a:t>
            </a:r>
            <a:r>
              <a:rPr sz="2450" spc="20" dirty="0">
                <a:latin typeface="Times New Roman"/>
                <a:cs typeface="Times New Roman"/>
              </a:rPr>
              <a:t>0.3</a:t>
            </a:r>
            <a:r>
              <a:rPr sz="2450" spc="-185" dirty="0">
                <a:latin typeface="Times New Roman"/>
                <a:cs typeface="Times New Roman"/>
              </a:rPr>
              <a:t> </a:t>
            </a:r>
            <a:r>
              <a:rPr sz="2450" i="1" spc="10" dirty="0">
                <a:latin typeface="Times New Roman"/>
                <a:cs typeface="Times New Roman"/>
              </a:rPr>
              <a:t>j</a:t>
            </a:r>
            <a:r>
              <a:rPr sz="2450" i="1" spc="-360" dirty="0">
                <a:latin typeface="Times New Roman"/>
                <a:cs typeface="Times New Roman"/>
              </a:rPr>
              <a:t> </a:t>
            </a:r>
            <a:r>
              <a:rPr sz="4875" spc="-44" baseline="-3418" dirty="0">
                <a:latin typeface="Symbol"/>
                <a:cs typeface="Symbol"/>
              </a:rPr>
              <a:t></a:t>
            </a:r>
            <a:r>
              <a:rPr sz="4875" spc="-390" baseline="-3418" dirty="0">
                <a:latin typeface="Symbol"/>
                <a:cs typeface="Symbol"/>
              </a:rPr>
              <a:t></a:t>
            </a:r>
            <a:r>
              <a:rPr sz="4875" spc="-735" baseline="-3418" dirty="0">
                <a:latin typeface="Times New Roman"/>
                <a:cs typeface="Times New Roman"/>
              </a:rPr>
              <a:t> </a:t>
            </a:r>
            <a:r>
              <a:rPr sz="2450" i="1" spc="15" dirty="0">
                <a:latin typeface="Times New Roman"/>
                <a:cs typeface="Times New Roman"/>
              </a:rPr>
              <a:t>z</a:t>
            </a:r>
            <a:r>
              <a:rPr sz="2450" i="1" spc="-105" dirty="0">
                <a:latin typeface="Times New Roman"/>
                <a:cs typeface="Times New Roman"/>
              </a:rPr>
              <a:t> </a:t>
            </a:r>
            <a:r>
              <a:rPr sz="2450" spc="25" dirty="0">
                <a:latin typeface="Symbol"/>
                <a:cs typeface="Symbol"/>
              </a:rPr>
              <a:t></a:t>
            </a:r>
            <a:r>
              <a:rPr sz="2450" spc="-225" dirty="0">
                <a:latin typeface="Times New Roman"/>
                <a:cs typeface="Times New Roman"/>
              </a:rPr>
              <a:t> </a:t>
            </a:r>
            <a:r>
              <a:rPr sz="2450" spc="20" dirty="0">
                <a:latin typeface="Times New Roman"/>
                <a:cs typeface="Times New Roman"/>
              </a:rPr>
              <a:t>0.6</a:t>
            </a:r>
            <a:r>
              <a:rPr sz="2450" spc="-225" dirty="0">
                <a:latin typeface="Times New Roman"/>
                <a:cs typeface="Times New Roman"/>
              </a:rPr>
              <a:t> </a:t>
            </a:r>
            <a:r>
              <a:rPr sz="2450" spc="25" dirty="0">
                <a:latin typeface="Symbol"/>
                <a:cs typeface="Symbol"/>
              </a:rPr>
              <a:t></a:t>
            </a:r>
            <a:r>
              <a:rPr sz="2450" spc="-225" dirty="0">
                <a:latin typeface="Times New Roman"/>
                <a:cs typeface="Times New Roman"/>
              </a:rPr>
              <a:t> </a:t>
            </a:r>
            <a:r>
              <a:rPr sz="2450" spc="20" dirty="0">
                <a:latin typeface="Times New Roman"/>
                <a:cs typeface="Times New Roman"/>
              </a:rPr>
              <a:t>0.3</a:t>
            </a:r>
            <a:r>
              <a:rPr sz="2450" spc="-185" dirty="0">
                <a:latin typeface="Times New Roman"/>
                <a:cs typeface="Times New Roman"/>
              </a:rPr>
              <a:t> </a:t>
            </a:r>
            <a:r>
              <a:rPr sz="2450" i="1" spc="10" dirty="0">
                <a:latin typeface="Times New Roman"/>
                <a:cs typeface="Times New Roman"/>
              </a:rPr>
              <a:t>j</a:t>
            </a:r>
            <a:r>
              <a:rPr sz="2450" i="1" spc="-360" dirty="0">
                <a:latin typeface="Times New Roman"/>
                <a:cs typeface="Times New Roman"/>
              </a:rPr>
              <a:t> </a:t>
            </a:r>
            <a:r>
              <a:rPr sz="4875" spc="-390" baseline="-3418" dirty="0">
                <a:latin typeface="Symbol"/>
                <a:cs typeface="Symbol"/>
              </a:rPr>
              <a:t></a:t>
            </a:r>
            <a:r>
              <a:rPr sz="4875" spc="-405" baseline="-3418" dirty="0">
                <a:latin typeface="Times New Roman"/>
                <a:cs typeface="Times New Roman"/>
              </a:rPr>
              <a:t> </a:t>
            </a:r>
            <a:r>
              <a:rPr sz="2450" spc="25" dirty="0">
                <a:latin typeface="Symbol"/>
                <a:cs typeface="Symbol"/>
              </a:rPr>
              <a:t></a:t>
            </a:r>
            <a:r>
              <a:rPr sz="2450" spc="85" dirty="0">
                <a:latin typeface="Times New Roman"/>
                <a:cs typeface="Times New Roman"/>
              </a:rPr>
              <a:t> </a:t>
            </a:r>
            <a:r>
              <a:rPr sz="2450" i="1" spc="180" dirty="0">
                <a:latin typeface="Times New Roman"/>
                <a:cs typeface="Times New Roman"/>
              </a:rPr>
              <a:t>z</a:t>
            </a:r>
            <a:r>
              <a:rPr sz="2775" spc="7" baseline="33033" dirty="0">
                <a:latin typeface="Times New Roman"/>
                <a:cs typeface="Times New Roman"/>
              </a:rPr>
              <a:t>2</a:t>
            </a:r>
            <a:r>
              <a:rPr sz="2775" spc="277" baseline="33033" dirty="0">
                <a:latin typeface="Times New Roman"/>
                <a:cs typeface="Times New Roman"/>
              </a:rPr>
              <a:t> </a:t>
            </a:r>
            <a:r>
              <a:rPr sz="2450" spc="180" dirty="0">
                <a:latin typeface="Symbol"/>
                <a:cs typeface="Symbol"/>
              </a:rPr>
              <a:t></a:t>
            </a:r>
            <a:r>
              <a:rPr sz="2450" spc="15" dirty="0">
                <a:latin typeface="Times New Roman"/>
                <a:cs typeface="Times New Roman"/>
              </a:rPr>
              <a:t>1.</a:t>
            </a:r>
            <a:r>
              <a:rPr sz="2450" spc="175" dirty="0">
                <a:latin typeface="Times New Roman"/>
                <a:cs typeface="Times New Roman"/>
              </a:rPr>
              <a:t>2</a:t>
            </a:r>
            <a:r>
              <a:rPr sz="2450" i="1" spc="15" dirty="0">
                <a:latin typeface="Times New Roman"/>
                <a:cs typeface="Times New Roman"/>
              </a:rPr>
              <a:t>z</a:t>
            </a:r>
            <a:r>
              <a:rPr sz="2450" i="1" spc="-105" dirty="0">
                <a:latin typeface="Times New Roman"/>
                <a:cs typeface="Times New Roman"/>
              </a:rPr>
              <a:t> </a:t>
            </a:r>
            <a:r>
              <a:rPr sz="2450" spc="25" dirty="0">
                <a:latin typeface="Symbol"/>
                <a:cs typeface="Symbol"/>
              </a:rPr>
              <a:t></a:t>
            </a:r>
            <a:r>
              <a:rPr sz="2450" spc="-185" dirty="0">
                <a:latin typeface="Times New Roman"/>
                <a:cs typeface="Times New Roman"/>
              </a:rPr>
              <a:t> </a:t>
            </a:r>
            <a:r>
              <a:rPr sz="2450" spc="20" dirty="0">
                <a:latin typeface="Times New Roman"/>
                <a:cs typeface="Times New Roman"/>
              </a:rPr>
              <a:t>0.45</a:t>
            </a:r>
            <a:r>
              <a:rPr sz="2450" spc="-110" dirty="0">
                <a:latin typeface="Times New Roman"/>
                <a:cs typeface="Times New Roman"/>
              </a:rPr>
              <a:t> </a:t>
            </a:r>
            <a:r>
              <a:rPr sz="2450" spc="25" dirty="0">
                <a:latin typeface="Symbol"/>
                <a:cs typeface="Symbol"/>
              </a:rPr>
              <a:t></a:t>
            </a:r>
            <a:r>
              <a:rPr sz="2450" spc="-65" dirty="0">
                <a:latin typeface="Times New Roman"/>
                <a:cs typeface="Times New Roman"/>
              </a:rPr>
              <a:t> </a:t>
            </a:r>
            <a:r>
              <a:rPr sz="2450" spc="20" dirty="0">
                <a:latin typeface="Times New Roman"/>
                <a:cs typeface="Times New Roman"/>
              </a:rPr>
              <a:t>0</a:t>
            </a:r>
            <a:endParaRPr sz="24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4"/>
              </a:spcBef>
            </a:pPr>
            <a:endParaRPr sz="30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653154" algn="l"/>
                <a:tab pos="4029710" algn="l"/>
              </a:tabLst>
            </a:pPr>
            <a:r>
              <a:rPr sz="2500" spc="-10" dirty="0">
                <a:latin typeface="Times New Roman"/>
                <a:cs typeface="Times New Roman"/>
              </a:rPr>
              <a:t>(</a:t>
            </a:r>
            <a:r>
              <a:rPr sz="2500" spc="-95" dirty="0">
                <a:latin typeface="Times New Roman"/>
                <a:cs typeface="Times New Roman"/>
              </a:rPr>
              <a:t> </a:t>
            </a:r>
            <a:r>
              <a:rPr sz="2500" i="1" spc="70" dirty="0">
                <a:latin typeface="Times New Roman"/>
                <a:cs typeface="Times New Roman"/>
              </a:rPr>
              <a:t>f</a:t>
            </a:r>
            <a:r>
              <a:rPr sz="2775" spc="44" baseline="-19519" dirty="0">
                <a:latin typeface="Times New Roman"/>
                <a:cs typeface="Times New Roman"/>
              </a:rPr>
              <a:t>0</a:t>
            </a:r>
            <a:r>
              <a:rPr sz="2500" i="1" spc="-355" dirty="0">
                <a:latin typeface="Times New Roman"/>
                <a:cs typeface="Times New Roman"/>
              </a:rPr>
              <a:t>b</a:t>
            </a:r>
            <a:r>
              <a:rPr sz="2775" spc="7" baseline="-19519" dirty="0">
                <a:latin typeface="Times New Roman"/>
                <a:cs typeface="Times New Roman"/>
              </a:rPr>
              <a:t>1</a:t>
            </a:r>
            <a:r>
              <a:rPr sz="2775" spc="60" baseline="-19519" dirty="0">
                <a:latin typeface="Times New Roman"/>
                <a:cs typeface="Times New Roman"/>
              </a:rPr>
              <a:t> </a:t>
            </a:r>
            <a:r>
              <a:rPr sz="2500" spc="-15" dirty="0">
                <a:latin typeface="Symbol"/>
                <a:cs typeface="Symbol"/>
              </a:rPr>
              <a:t></a:t>
            </a:r>
            <a:r>
              <a:rPr sz="2500" spc="-165" dirty="0">
                <a:latin typeface="Times New Roman"/>
                <a:cs typeface="Times New Roman"/>
              </a:rPr>
              <a:t> </a:t>
            </a:r>
            <a:r>
              <a:rPr sz="2500" i="1" spc="-240" dirty="0">
                <a:latin typeface="Times New Roman"/>
                <a:cs typeface="Times New Roman"/>
              </a:rPr>
              <a:t>a</a:t>
            </a:r>
            <a:r>
              <a:rPr sz="2775" spc="7" baseline="-19519" dirty="0">
                <a:latin typeface="Times New Roman"/>
                <a:cs typeface="Times New Roman"/>
              </a:rPr>
              <a:t>1</a:t>
            </a:r>
            <a:r>
              <a:rPr sz="2775" spc="60" baseline="-19519" dirty="0">
                <a:latin typeface="Times New Roman"/>
                <a:cs typeface="Times New Roman"/>
              </a:rPr>
              <a:t> </a:t>
            </a:r>
            <a:r>
              <a:rPr sz="2500" spc="135" dirty="0">
                <a:latin typeface="Symbol"/>
                <a:cs typeface="Symbol"/>
              </a:rPr>
              <a:t></a:t>
            </a:r>
            <a:r>
              <a:rPr sz="2500" spc="175" dirty="0">
                <a:latin typeface="Times New Roman"/>
                <a:cs typeface="Times New Roman"/>
              </a:rPr>
              <a:t>1</a:t>
            </a:r>
            <a:r>
              <a:rPr sz="2500" spc="-15" dirty="0">
                <a:latin typeface="Symbol"/>
                <a:cs typeface="Symbol"/>
              </a:rPr>
              <a:t></a:t>
            </a:r>
            <a:r>
              <a:rPr sz="2500" spc="-165" dirty="0">
                <a:latin typeface="Times New Roman"/>
                <a:cs typeface="Times New Roman"/>
              </a:rPr>
              <a:t> </a:t>
            </a:r>
            <a:r>
              <a:rPr sz="2500" i="1" spc="85" dirty="0">
                <a:latin typeface="Times New Roman"/>
                <a:cs typeface="Times New Roman"/>
              </a:rPr>
              <a:t>k</a:t>
            </a:r>
            <a:r>
              <a:rPr sz="2775" i="1" spc="7" baseline="-19519" dirty="0">
                <a:latin typeface="Times New Roman"/>
                <a:cs typeface="Times New Roman"/>
              </a:rPr>
              <a:t>I</a:t>
            </a:r>
            <a:r>
              <a:rPr sz="2775" i="1" spc="-315" baseline="-19519" dirty="0">
                <a:latin typeface="Times New Roman"/>
                <a:cs typeface="Times New Roman"/>
              </a:rPr>
              <a:t> </a:t>
            </a:r>
            <a:r>
              <a:rPr sz="2500" i="1" spc="-355" dirty="0">
                <a:latin typeface="Times New Roman"/>
                <a:cs typeface="Times New Roman"/>
              </a:rPr>
              <a:t>b</a:t>
            </a:r>
            <a:r>
              <a:rPr sz="2775" spc="179" baseline="-19519" dirty="0">
                <a:latin typeface="Times New Roman"/>
                <a:cs typeface="Times New Roman"/>
              </a:rPr>
              <a:t>1</a:t>
            </a:r>
            <a:r>
              <a:rPr sz="2500" spc="-10" dirty="0">
                <a:latin typeface="Times New Roman"/>
                <a:cs typeface="Times New Roman"/>
              </a:rPr>
              <a:t>)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spc="-15" dirty="0">
                <a:latin typeface="Symbol"/>
                <a:cs typeface="Symbol"/>
              </a:rPr>
              <a:t>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Symbol"/>
                <a:cs typeface="Symbol"/>
              </a:rPr>
              <a:t></a:t>
            </a:r>
            <a:r>
              <a:rPr sz="2500" spc="-15" dirty="0">
                <a:latin typeface="Times New Roman"/>
                <a:cs typeface="Times New Roman"/>
              </a:rPr>
              <a:t>1.2</a:t>
            </a:r>
            <a:r>
              <a:rPr sz="2500" dirty="0">
                <a:latin typeface="Times New Roman"/>
                <a:cs typeface="Times New Roman"/>
              </a:rPr>
              <a:t>	</a:t>
            </a:r>
            <a:r>
              <a:rPr sz="2500" spc="-10" dirty="0">
                <a:latin typeface="Times New Roman"/>
                <a:cs typeface="Times New Roman"/>
              </a:rPr>
              <a:t>;</a:t>
            </a:r>
            <a:r>
              <a:rPr sz="2500" dirty="0">
                <a:latin typeface="Times New Roman"/>
                <a:cs typeface="Times New Roman"/>
              </a:rPr>
              <a:t>	</a:t>
            </a:r>
            <a:r>
              <a:rPr sz="2500" spc="50" dirty="0">
                <a:latin typeface="Times New Roman"/>
                <a:cs typeface="Times New Roman"/>
              </a:rPr>
              <a:t>(</a:t>
            </a:r>
            <a:r>
              <a:rPr sz="2500" spc="60" dirty="0">
                <a:latin typeface="Symbol"/>
                <a:cs typeface="Symbol"/>
              </a:rPr>
              <a:t></a:t>
            </a:r>
            <a:r>
              <a:rPr sz="2500" i="1" spc="-240" dirty="0">
                <a:latin typeface="Times New Roman"/>
                <a:cs typeface="Times New Roman"/>
              </a:rPr>
              <a:t>a</a:t>
            </a:r>
            <a:r>
              <a:rPr sz="2775" spc="7" baseline="-19519" dirty="0">
                <a:latin typeface="Times New Roman"/>
                <a:cs typeface="Times New Roman"/>
              </a:rPr>
              <a:t>1</a:t>
            </a:r>
            <a:r>
              <a:rPr sz="2775" spc="60" baseline="-19519" dirty="0">
                <a:latin typeface="Times New Roman"/>
                <a:cs typeface="Times New Roman"/>
              </a:rPr>
              <a:t> </a:t>
            </a:r>
            <a:r>
              <a:rPr sz="2500" spc="-15" dirty="0">
                <a:latin typeface="Symbol"/>
                <a:cs typeface="Symbol"/>
              </a:rPr>
              <a:t></a:t>
            </a:r>
            <a:r>
              <a:rPr sz="2500" spc="270" dirty="0">
                <a:latin typeface="Times New Roman"/>
                <a:cs typeface="Times New Roman"/>
              </a:rPr>
              <a:t> </a:t>
            </a:r>
            <a:r>
              <a:rPr sz="2500" i="1" spc="65" dirty="0">
                <a:latin typeface="Times New Roman"/>
                <a:cs typeface="Times New Roman"/>
              </a:rPr>
              <a:t>f</a:t>
            </a:r>
            <a:r>
              <a:rPr sz="2775" spc="44" baseline="-19519" dirty="0">
                <a:latin typeface="Times New Roman"/>
                <a:cs typeface="Times New Roman"/>
              </a:rPr>
              <a:t>0</a:t>
            </a:r>
            <a:r>
              <a:rPr sz="2500" i="1" spc="-355" dirty="0">
                <a:latin typeface="Times New Roman"/>
                <a:cs typeface="Times New Roman"/>
              </a:rPr>
              <a:t>b</a:t>
            </a:r>
            <a:r>
              <a:rPr sz="2775" spc="179" baseline="-19519" dirty="0">
                <a:latin typeface="Times New Roman"/>
                <a:cs typeface="Times New Roman"/>
              </a:rPr>
              <a:t>1</a:t>
            </a:r>
            <a:r>
              <a:rPr sz="2500" spc="-10" dirty="0">
                <a:latin typeface="Times New Roman"/>
                <a:cs typeface="Times New Roman"/>
              </a:rPr>
              <a:t>)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spc="-15" dirty="0">
                <a:latin typeface="Symbol"/>
                <a:cs typeface="Symbol"/>
              </a:rPr>
              <a:t></a:t>
            </a:r>
            <a:r>
              <a:rPr sz="2500" spc="-85" dirty="0">
                <a:latin typeface="Times New Roman"/>
                <a:cs typeface="Times New Roman"/>
              </a:rPr>
              <a:t> </a:t>
            </a:r>
            <a:r>
              <a:rPr sz="2500" spc="-15" dirty="0">
                <a:latin typeface="Times New Roman"/>
                <a:cs typeface="Times New Roman"/>
              </a:rPr>
              <a:t>0.45</a:t>
            </a:r>
            <a:endParaRPr sz="25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2300" y="5024290"/>
            <a:ext cx="3994150" cy="481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245995" algn="l"/>
                <a:tab pos="2672715" algn="l"/>
              </a:tabLst>
            </a:pPr>
            <a:r>
              <a:rPr sz="2850" i="1" spc="90" dirty="0">
                <a:latin typeface="Times New Roman"/>
                <a:cs typeface="Times New Roman"/>
              </a:rPr>
              <a:t>f</a:t>
            </a:r>
            <a:r>
              <a:rPr sz="3225" baseline="-19379" dirty="0">
                <a:latin typeface="Times New Roman"/>
                <a:cs typeface="Times New Roman"/>
              </a:rPr>
              <a:t>0 </a:t>
            </a:r>
            <a:r>
              <a:rPr sz="3225" spc="-217" baseline="-19379" dirty="0">
                <a:latin typeface="Times New Roman"/>
                <a:cs typeface="Times New Roman"/>
              </a:rPr>
              <a:t> </a:t>
            </a:r>
            <a:r>
              <a:rPr sz="2850" spc="15" dirty="0">
                <a:latin typeface="Symbol"/>
                <a:cs typeface="Symbol"/>
              </a:rPr>
              <a:t></a:t>
            </a:r>
            <a:r>
              <a:rPr sz="2850" spc="-90" dirty="0">
                <a:latin typeface="Times New Roman"/>
                <a:cs typeface="Times New Roman"/>
              </a:rPr>
              <a:t> </a:t>
            </a:r>
            <a:r>
              <a:rPr sz="2850" spc="10" dirty="0">
                <a:latin typeface="Times New Roman"/>
                <a:cs typeface="Times New Roman"/>
              </a:rPr>
              <a:t>0.2188</a:t>
            </a:r>
            <a:r>
              <a:rPr sz="2850" dirty="0">
                <a:latin typeface="Times New Roman"/>
                <a:cs typeface="Times New Roman"/>
              </a:rPr>
              <a:t>	</a:t>
            </a:r>
            <a:r>
              <a:rPr sz="2900" i="1" spc="114" dirty="0">
                <a:latin typeface="Times New Roman"/>
                <a:cs typeface="Times New Roman"/>
              </a:rPr>
              <a:t>k</a:t>
            </a:r>
            <a:r>
              <a:rPr sz="3225" i="1" spc="15" baseline="-18087" dirty="0">
                <a:latin typeface="Times New Roman"/>
                <a:cs typeface="Times New Roman"/>
              </a:rPr>
              <a:t>I</a:t>
            </a:r>
            <a:r>
              <a:rPr sz="3225" i="1" baseline="-18087" dirty="0">
                <a:latin typeface="Times New Roman"/>
                <a:cs typeface="Times New Roman"/>
              </a:rPr>
              <a:t>	</a:t>
            </a:r>
            <a:r>
              <a:rPr sz="2900" dirty="0">
                <a:latin typeface="Symbol"/>
                <a:cs typeface="Symbol"/>
              </a:rPr>
              <a:t></a:t>
            </a:r>
            <a:r>
              <a:rPr sz="2900" spc="-9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0.1563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327129" y="4328160"/>
            <a:ext cx="2600955" cy="21970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354701" y="6190289"/>
            <a:ext cx="259079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403F42"/>
                </a:solidFill>
                <a:latin typeface="Calibri"/>
                <a:cs typeface="Calibri"/>
              </a:rPr>
              <a:t>12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4299" rIns="0" bIns="0" rtlCol="0">
            <a:spAutoFit/>
          </a:bodyPr>
          <a:lstStyle/>
          <a:p>
            <a:pPr marL="19685">
              <a:lnSpc>
                <a:spcPct val="100000"/>
              </a:lnSpc>
            </a:pPr>
            <a:r>
              <a:rPr spc="5" dirty="0"/>
              <a:t>Co</a:t>
            </a:r>
            <a:r>
              <a:rPr dirty="0"/>
              <a:t>m</a:t>
            </a:r>
            <a:r>
              <a:rPr spc="-10" dirty="0"/>
              <a:t>p</a:t>
            </a:r>
            <a:r>
              <a:rPr dirty="0"/>
              <a:t>l</a:t>
            </a:r>
            <a:r>
              <a:rPr spc="-75" dirty="0"/>
              <a:t>e</a:t>
            </a:r>
            <a:r>
              <a:rPr dirty="0"/>
              <a:t>x</a:t>
            </a:r>
            <a:r>
              <a:rPr spc="-125" dirty="0">
                <a:latin typeface="Times New Roman"/>
                <a:cs typeface="Times New Roman"/>
              </a:rPr>
              <a:t> </a:t>
            </a:r>
            <a:r>
              <a:rPr spc="-80" dirty="0"/>
              <a:t>P</a:t>
            </a:r>
            <a:r>
              <a:rPr spc="5" dirty="0"/>
              <a:t>o</a:t>
            </a:r>
            <a:r>
              <a:rPr spc="-5" dirty="0"/>
              <a:t>l</a:t>
            </a:r>
            <a:r>
              <a:rPr spc="-15" dirty="0"/>
              <a:t>es</a:t>
            </a:r>
            <a:r>
              <a:rPr spc="-120" dirty="0">
                <a:latin typeface="Times New Roman"/>
                <a:cs typeface="Times New Roman"/>
              </a:rPr>
              <a:t> </a:t>
            </a:r>
            <a:r>
              <a:rPr dirty="0"/>
              <a:t>T</a:t>
            </a:r>
            <a:r>
              <a:rPr spc="-5" dirty="0"/>
              <a:t>i</a:t>
            </a:r>
            <a:r>
              <a:rPr spc="-25" dirty="0"/>
              <a:t>me</a:t>
            </a:r>
            <a:r>
              <a:rPr spc="-105" dirty="0">
                <a:latin typeface="Times New Roman"/>
                <a:cs typeface="Times New Roman"/>
              </a:rPr>
              <a:t> </a:t>
            </a:r>
            <a:r>
              <a:rPr spc="-90" dirty="0"/>
              <a:t>R</a:t>
            </a:r>
            <a:r>
              <a:rPr spc="-15" dirty="0"/>
              <a:t>e</a:t>
            </a:r>
            <a:r>
              <a:rPr spc="-25" dirty="0"/>
              <a:t>s</a:t>
            </a:r>
            <a:r>
              <a:rPr spc="-10" dirty="0"/>
              <a:t>p</a:t>
            </a:r>
            <a:r>
              <a:rPr spc="5" dirty="0"/>
              <a:t>o</a:t>
            </a:r>
            <a:r>
              <a:rPr spc="-10" dirty="0"/>
              <a:t>ns</a:t>
            </a:r>
            <a:r>
              <a:rPr spc="-20" dirty="0"/>
              <a:t>e</a:t>
            </a:r>
          </a:p>
        </p:txBody>
      </p:sp>
      <p:sp>
        <p:nvSpPr>
          <p:cNvPr id="5" name="object 5"/>
          <p:cNvSpPr/>
          <p:nvPr/>
        </p:nvSpPr>
        <p:spPr>
          <a:xfrm>
            <a:off x="1363848" y="2471403"/>
            <a:ext cx="875665" cy="0"/>
          </a:xfrm>
          <a:custGeom>
            <a:avLst/>
            <a:gdLst/>
            <a:ahLst/>
            <a:cxnLst/>
            <a:rect l="l" t="t" r="r" b="b"/>
            <a:pathLst>
              <a:path w="875664">
                <a:moveTo>
                  <a:pt x="0" y="0"/>
                </a:moveTo>
                <a:lnTo>
                  <a:pt x="875085" y="0"/>
                </a:lnTo>
              </a:path>
            </a:pathLst>
          </a:custGeom>
          <a:ln w="13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055763" y="2215456"/>
            <a:ext cx="3740150" cy="534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775" spc="-15" baseline="-33033" dirty="0">
                <a:latin typeface="Times New Roman"/>
                <a:cs typeface="Times New Roman"/>
              </a:rPr>
              <a:t>1 </a:t>
            </a:r>
            <a:r>
              <a:rPr sz="2775" spc="-240" baseline="-33033" dirty="0">
                <a:latin typeface="Times New Roman"/>
                <a:cs typeface="Times New Roman"/>
              </a:rPr>
              <a:t> </a:t>
            </a:r>
            <a:r>
              <a:rPr sz="4950" spc="-450" baseline="-2525" dirty="0">
                <a:latin typeface="Symbol"/>
                <a:cs typeface="Symbol"/>
              </a:rPr>
              <a:t></a:t>
            </a:r>
            <a:r>
              <a:rPr sz="4950" spc="-600" baseline="-2525" dirty="0">
                <a:latin typeface="Times New Roman"/>
                <a:cs typeface="Times New Roman"/>
              </a:rPr>
              <a:t> </a:t>
            </a:r>
            <a:r>
              <a:rPr sz="2450" i="1" spc="10" dirty="0">
                <a:latin typeface="Times New Roman"/>
                <a:cs typeface="Times New Roman"/>
              </a:rPr>
              <a:t>y</a:t>
            </a:r>
            <a:r>
              <a:rPr sz="2775" i="1" spc="-15" baseline="-19519" dirty="0">
                <a:latin typeface="Times New Roman"/>
                <a:cs typeface="Times New Roman"/>
              </a:rPr>
              <a:t>d</a:t>
            </a:r>
            <a:r>
              <a:rPr sz="2775" i="1" spc="-7" baseline="-19519" dirty="0">
                <a:latin typeface="Times New Roman"/>
                <a:cs typeface="Times New Roman"/>
              </a:rPr>
              <a:t> </a:t>
            </a:r>
            <a:r>
              <a:rPr sz="2450" spc="60" dirty="0">
                <a:latin typeface="Times New Roman"/>
                <a:cs typeface="Times New Roman"/>
              </a:rPr>
              <a:t>(</a:t>
            </a:r>
            <a:r>
              <a:rPr sz="2450" i="1" dirty="0">
                <a:latin typeface="Times New Roman"/>
                <a:cs typeface="Times New Roman"/>
              </a:rPr>
              <a:t>k</a:t>
            </a:r>
            <a:r>
              <a:rPr sz="2450" i="1" spc="-400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)</a:t>
            </a:r>
            <a:r>
              <a:rPr sz="2450" spc="-204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Symbol"/>
                <a:cs typeface="Symbol"/>
              </a:rPr>
              <a:t></a:t>
            </a:r>
            <a:r>
              <a:rPr sz="2450" spc="35" dirty="0">
                <a:latin typeface="Times New Roman"/>
                <a:cs typeface="Times New Roman"/>
              </a:rPr>
              <a:t> </a:t>
            </a:r>
            <a:r>
              <a:rPr sz="2450" i="1" spc="100" dirty="0">
                <a:latin typeface="Times New Roman"/>
                <a:cs typeface="Times New Roman"/>
              </a:rPr>
              <a:t>y</a:t>
            </a:r>
            <a:r>
              <a:rPr sz="2450" spc="60" dirty="0">
                <a:latin typeface="Times New Roman"/>
                <a:cs typeface="Times New Roman"/>
              </a:rPr>
              <a:t>(</a:t>
            </a:r>
            <a:r>
              <a:rPr sz="2450" i="1" dirty="0">
                <a:latin typeface="Times New Roman"/>
                <a:cs typeface="Times New Roman"/>
              </a:rPr>
              <a:t>k</a:t>
            </a:r>
            <a:r>
              <a:rPr sz="2450" i="1" spc="-400" dirty="0">
                <a:latin typeface="Times New Roman"/>
                <a:cs typeface="Times New Roman"/>
              </a:rPr>
              <a:t> </a:t>
            </a:r>
            <a:r>
              <a:rPr sz="2450" spc="150" dirty="0">
                <a:latin typeface="Times New Roman"/>
                <a:cs typeface="Times New Roman"/>
              </a:rPr>
              <a:t>)</a:t>
            </a:r>
            <a:r>
              <a:rPr sz="4950" spc="-450" baseline="-2525" dirty="0">
                <a:latin typeface="Symbol"/>
                <a:cs typeface="Symbol"/>
              </a:rPr>
              <a:t></a:t>
            </a:r>
            <a:r>
              <a:rPr sz="4950" spc="-675" baseline="-2525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Symbol"/>
                <a:cs typeface="Symbol"/>
              </a:rPr>
              <a:t></a:t>
            </a:r>
            <a:r>
              <a:rPr sz="2450" spc="-235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0.2188</a:t>
            </a:r>
            <a:r>
              <a:rPr sz="2450" spc="-385" dirty="0">
                <a:latin typeface="Times New Roman"/>
                <a:cs typeface="Times New Roman"/>
              </a:rPr>
              <a:t> </a:t>
            </a:r>
            <a:r>
              <a:rPr sz="2450" i="1" spc="95" dirty="0">
                <a:latin typeface="Times New Roman"/>
                <a:cs typeface="Times New Roman"/>
              </a:rPr>
              <a:t>y</a:t>
            </a:r>
            <a:r>
              <a:rPr sz="2450" spc="65" dirty="0">
                <a:latin typeface="Times New Roman"/>
                <a:cs typeface="Times New Roman"/>
              </a:rPr>
              <a:t>(</a:t>
            </a:r>
            <a:r>
              <a:rPr sz="2450" i="1" dirty="0">
                <a:latin typeface="Times New Roman"/>
                <a:cs typeface="Times New Roman"/>
              </a:rPr>
              <a:t>k</a:t>
            </a:r>
            <a:r>
              <a:rPr sz="2450" i="1" spc="-400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)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67371" y="2086280"/>
            <a:ext cx="882650" cy="339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dirty="0">
                <a:latin typeface="Times New Roman"/>
                <a:cs typeface="Times New Roman"/>
              </a:rPr>
              <a:t>0.1563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9302" y="2279341"/>
            <a:ext cx="820419" cy="344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i="1" spc="114" dirty="0">
                <a:latin typeface="Times New Roman"/>
                <a:cs typeface="Times New Roman"/>
              </a:rPr>
              <a:t>u</a:t>
            </a:r>
            <a:r>
              <a:rPr sz="2450" spc="60" dirty="0">
                <a:latin typeface="Times New Roman"/>
                <a:cs typeface="Times New Roman"/>
              </a:rPr>
              <a:t>(</a:t>
            </a:r>
            <a:r>
              <a:rPr sz="2450" i="1" dirty="0">
                <a:latin typeface="Times New Roman"/>
                <a:cs typeface="Times New Roman"/>
              </a:rPr>
              <a:t>k</a:t>
            </a:r>
            <a:r>
              <a:rPr sz="2450" i="1" spc="-400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)</a:t>
            </a:r>
            <a:r>
              <a:rPr sz="2450" spc="-50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Symbol"/>
                <a:cs typeface="Symbol"/>
              </a:rPr>
              <a:t></a:t>
            </a:r>
            <a:endParaRPr sz="2450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66562" y="2484621"/>
            <a:ext cx="715645" cy="421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spc="190" dirty="0">
                <a:latin typeface="Times New Roman"/>
                <a:cs typeface="Times New Roman"/>
              </a:rPr>
              <a:t>1</a:t>
            </a:r>
            <a:r>
              <a:rPr sz="2450" dirty="0">
                <a:latin typeface="Symbol"/>
                <a:cs typeface="Symbol"/>
              </a:rPr>
              <a:t></a:t>
            </a:r>
            <a:r>
              <a:rPr sz="2450" spc="-80" dirty="0">
                <a:latin typeface="Times New Roman"/>
                <a:cs typeface="Times New Roman"/>
              </a:rPr>
              <a:t> </a:t>
            </a:r>
            <a:r>
              <a:rPr sz="2450" i="1" spc="170" dirty="0">
                <a:latin typeface="Times New Roman"/>
                <a:cs typeface="Times New Roman"/>
              </a:rPr>
              <a:t>z</a:t>
            </a:r>
            <a:r>
              <a:rPr sz="2775" spc="-22" baseline="33033" dirty="0">
                <a:latin typeface="Symbol"/>
                <a:cs typeface="Symbol"/>
              </a:rPr>
              <a:t></a:t>
            </a:r>
            <a:endParaRPr sz="2775" baseline="33033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52062" y="3932133"/>
            <a:ext cx="3010535" cy="11480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</a:pPr>
            <a:r>
              <a:rPr sz="2600" spc="-10" dirty="0">
                <a:latin typeface="Calibri"/>
                <a:cs typeface="Calibri"/>
              </a:rPr>
              <a:t>Th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de</a:t>
            </a:r>
            <a:r>
              <a:rPr sz="2600" dirty="0">
                <a:latin typeface="Calibri"/>
                <a:cs typeface="Calibri"/>
              </a:rPr>
              <a:t>si</a:t>
            </a:r>
            <a:r>
              <a:rPr sz="2600" spc="-20" dirty="0">
                <a:latin typeface="Calibri"/>
                <a:cs typeface="Calibri"/>
              </a:rPr>
              <a:t>g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ll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pol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pl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ce</a:t>
            </a:r>
            <a:r>
              <a:rPr sz="2600" b="1" spc="5" dirty="0">
                <a:solidFill>
                  <a:srgbClr val="C00000"/>
                </a:solidFill>
                <a:latin typeface="Calibri"/>
                <a:cs typeface="Calibri"/>
              </a:rPr>
              <a:t>m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6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pol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ssi</a:t>
            </a:r>
            <a:r>
              <a:rPr sz="2600" b="1" spc="5" dirty="0">
                <a:solidFill>
                  <a:srgbClr val="C00000"/>
                </a:solidFill>
                <a:latin typeface="Calibri"/>
                <a:cs typeface="Calibri"/>
              </a:rPr>
              <a:t>g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2600" b="1" spc="5" dirty="0">
                <a:solidFill>
                  <a:srgbClr val="C00000"/>
                </a:solidFill>
                <a:latin typeface="Calibri"/>
                <a:cs typeface="Calibri"/>
              </a:rPr>
              <a:t>m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spc="-35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779520" y="2639055"/>
            <a:ext cx="0" cy="4023360"/>
          </a:xfrm>
          <a:custGeom>
            <a:avLst/>
            <a:gdLst/>
            <a:ahLst/>
            <a:cxnLst/>
            <a:rect l="l" t="t" r="r" b="b"/>
            <a:pathLst>
              <a:path h="4023359">
                <a:moveTo>
                  <a:pt x="0" y="4023359"/>
                </a:moveTo>
                <a:lnTo>
                  <a:pt x="0" y="0"/>
                </a:lnTo>
                <a:lnTo>
                  <a:pt x="0" y="402335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779520" y="2639081"/>
            <a:ext cx="5364480" cy="4023360"/>
          </a:xfrm>
          <a:custGeom>
            <a:avLst/>
            <a:gdLst/>
            <a:ahLst/>
            <a:cxnLst/>
            <a:rect l="l" t="t" r="r" b="b"/>
            <a:pathLst>
              <a:path w="5364480" h="4023359">
                <a:moveTo>
                  <a:pt x="0" y="4023298"/>
                </a:moveTo>
                <a:lnTo>
                  <a:pt x="5364479" y="4023298"/>
                </a:lnTo>
                <a:lnTo>
                  <a:pt x="5364479" y="0"/>
                </a:lnTo>
                <a:lnTo>
                  <a:pt x="0" y="0"/>
                </a:lnTo>
                <a:lnTo>
                  <a:pt x="0" y="402329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477572" y="2944892"/>
            <a:ext cx="4150360" cy="3258820"/>
          </a:xfrm>
          <a:custGeom>
            <a:avLst/>
            <a:gdLst/>
            <a:ahLst/>
            <a:cxnLst/>
            <a:rect l="l" t="t" r="r" b="b"/>
            <a:pathLst>
              <a:path w="4150359" h="3258820">
                <a:moveTo>
                  <a:pt x="0" y="3258799"/>
                </a:moveTo>
                <a:lnTo>
                  <a:pt x="4150065" y="3258799"/>
                </a:lnTo>
                <a:lnTo>
                  <a:pt x="4150065" y="0"/>
                </a:lnTo>
                <a:lnTo>
                  <a:pt x="0" y="0"/>
                </a:lnTo>
                <a:lnTo>
                  <a:pt x="0" y="32587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477574" y="2944890"/>
            <a:ext cx="4150360" cy="3258820"/>
          </a:xfrm>
          <a:custGeom>
            <a:avLst/>
            <a:gdLst/>
            <a:ahLst/>
            <a:cxnLst/>
            <a:rect l="l" t="t" r="r" b="b"/>
            <a:pathLst>
              <a:path w="4150359" h="3258820">
                <a:moveTo>
                  <a:pt x="0" y="0"/>
                </a:moveTo>
                <a:lnTo>
                  <a:pt x="4150090" y="0"/>
                </a:lnTo>
                <a:lnTo>
                  <a:pt x="4150090" y="3258813"/>
                </a:lnTo>
                <a:lnTo>
                  <a:pt x="0" y="3258813"/>
                </a:lnTo>
                <a:lnTo>
                  <a:pt x="0" y="0"/>
                </a:lnTo>
                <a:close/>
              </a:path>
            </a:pathLst>
          </a:custGeom>
          <a:ln w="955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477574" y="620370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5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477574" y="2944859"/>
            <a:ext cx="4150360" cy="0"/>
          </a:xfrm>
          <a:custGeom>
            <a:avLst/>
            <a:gdLst/>
            <a:ahLst/>
            <a:cxnLst/>
            <a:rect l="l" t="t" r="r" b="b"/>
            <a:pathLst>
              <a:path w="4150359">
                <a:moveTo>
                  <a:pt x="0" y="0"/>
                </a:moveTo>
                <a:lnTo>
                  <a:pt x="4150090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627665" y="294485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477544" y="6203703"/>
            <a:ext cx="4150360" cy="0"/>
          </a:xfrm>
          <a:custGeom>
            <a:avLst/>
            <a:gdLst/>
            <a:ahLst/>
            <a:cxnLst/>
            <a:rect l="l" t="t" r="r" b="b"/>
            <a:pathLst>
              <a:path w="4150359">
                <a:moveTo>
                  <a:pt x="0" y="0"/>
                </a:moveTo>
                <a:lnTo>
                  <a:pt x="4150121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627665" y="620370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627650" y="2944859"/>
            <a:ext cx="0" cy="3259454"/>
          </a:xfrm>
          <a:custGeom>
            <a:avLst/>
            <a:gdLst/>
            <a:ahLst/>
            <a:cxnLst/>
            <a:rect l="l" t="t" r="r" b="b"/>
            <a:pathLst>
              <a:path h="3259454">
                <a:moveTo>
                  <a:pt x="0" y="3258843"/>
                </a:moveTo>
                <a:lnTo>
                  <a:pt x="0" y="0"/>
                </a:lnTo>
              </a:path>
            </a:pathLst>
          </a:custGeom>
          <a:ln w="95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627665" y="294485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477559" y="2944859"/>
            <a:ext cx="0" cy="3259454"/>
          </a:xfrm>
          <a:custGeom>
            <a:avLst/>
            <a:gdLst/>
            <a:ahLst/>
            <a:cxnLst/>
            <a:rect l="l" t="t" r="r" b="b"/>
            <a:pathLst>
              <a:path h="3259454">
                <a:moveTo>
                  <a:pt x="0" y="3258843"/>
                </a:moveTo>
                <a:lnTo>
                  <a:pt x="0" y="0"/>
                </a:lnTo>
              </a:path>
            </a:pathLst>
          </a:custGeom>
          <a:ln w="95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477574" y="294485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627665" y="620370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477574" y="294485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477574" y="615591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477574" y="298310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4426626" y="6226463"/>
            <a:ext cx="116839" cy="207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10" dirty="0">
                <a:latin typeface="Times New Roman"/>
                <a:cs typeface="Times New Roman"/>
              </a:rPr>
              <a:t>0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510302" y="6155912"/>
            <a:ext cx="0" cy="48260"/>
          </a:xfrm>
          <a:custGeom>
            <a:avLst/>
            <a:gdLst/>
            <a:ahLst/>
            <a:cxnLst/>
            <a:rect l="l" t="t" r="r" b="b"/>
            <a:pathLst>
              <a:path h="48260">
                <a:moveTo>
                  <a:pt x="0" y="47790"/>
                </a:moveTo>
                <a:lnTo>
                  <a:pt x="0" y="0"/>
                </a:lnTo>
              </a:path>
            </a:pathLst>
          </a:custGeom>
          <a:ln w="95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510302" y="615591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510302" y="2944859"/>
            <a:ext cx="0" cy="38735"/>
          </a:xfrm>
          <a:custGeom>
            <a:avLst/>
            <a:gdLst/>
            <a:ahLst/>
            <a:cxnLst/>
            <a:rect l="l" t="t" r="r" b="b"/>
            <a:pathLst>
              <a:path h="38735">
                <a:moveTo>
                  <a:pt x="0" y="0"/>
                </a:moveTo>
                <a:lnTo>
                  <a:pt x="0" y="38241"/>
                </a:lnTo>
              </a:path>
            </a:pathLst>
          </a:custGeom>
          <a:ln w="95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510302" y="298310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5459340" y="6226463"/>
            <a:ext cx="116839" cy="207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10" dirty="0">
                <a:latin typeface="Times New Roman"/>
                <a:cs typeface="Times New Roman"/>
              </a:rPr>
              <a:t>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6552604" y="6155912"/>
            <a:ext cx="0" cy="48260"/>
          </a:xfrm>
          <a:custGeom>
            <a:avLst/>
            <a:gdLst/>
            <a:ahLst/>
            <a:cxnLst/>
            <a:rect l="l" t="t" r="r" b="b"/>
            <a:pathLst>
              <a:path h="48260">
                <a:moveTo>
                  <a:pt x="0" y="47790"/>
                </a:moveTo>
                <a:lnTo>
                  <a:pt x="0" y="0"/>
                </a:lnTo>
              </a:path>
            </a:pathLst>
          </a:custGeom>
          <a:ln w="95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552604" y="615591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552604" y="2944859"/>
            <a:ext cx="0" cy="38735"/>
          </a:xfrm>
          <a:custGeom>
            <a:avLst/>
            <a:gdLst/>
            <a:ahLst/>
            <a:cxnLst/>
            <a:rect l="l" t="t" r="r" b="b"/>
            <a:pathLst>
              <a:path h="38735">
                <a:moveTo>
                  <a:pt x="0" y="0"/>
                </a:moveTo>
                <a:lnTo>
                  <a:pt x="0" y="38241"/>
                </a:lnTo>
              </a:path>
            </a:pathLst>
          </a:custGeom>
          <a:ln w="95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552604" y="298310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585363" y="6155912"/>
            <a:ext cx="0" cy="48260"/>
          </a:xfrm>
          <a:custGeom>
            <a:avLst/>
            <a:gdLst/>
            <a:ahLst/>
            <a:cxnLst/>
            <a:rect l="l" t="t" r="r" b="b"/>
            <a:pathLst>
              <a:path h="48260">
                <a:moveTo>
                  <a:pt x="0" y="47790"/>
                </a:moveTo>
                <a:lnTo>
                  <a:pt x="0" y="0"/>
                </a:lnTo>
              </a:path>
            </a:pathLst>
          </a:custGeom>
          <a:ln w="95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7585363" y="615591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7585363" y="2944859"/>
            <a:ext cx="0" cy="38735"/>
          </a:xfrm>
          <a:custGeom>
            <a:avLst/>
            <a:gdLst/>
            <a:ahLst/>
            <a:cxnLst/>
            <a:rect l="l" t="t" r="r" b="b"/>
            <a:pathLst>
              <a:path h="38735">
                <a:moveTo>
                  <a:pt x="0" y="0"/>
                </a:moveTo>
                <a:lnTo>
                  <a:pt x="0" y="38241"/>
                </a:lnTo>
              </a:path>
            </a:pathLst>
          </a:custGeom>
          <a:ln w="95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7585333" y="298310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8627634" y="615591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8627634" y="298310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4477574" y="5945672"/>
            <a:ext cx="38735" cy="0"/>
          </a:xfrm>
          <a:custGeom>
            <a:avLst/>
            <a:gdLst/>
            <a:ahLst/>
            <a:cxnLst/>
            <a:rect l="l" t="t" r="r" b="b"/>
            <a:pathLst>
              <a:path w="38735">
                <a:moveTo>
                  <a:pt x="0" y="0"/>
                </a:moveTo>
                <a:lnTo>
                  <a:pt x="38233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4515808" y="594567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8579828" y="5945672"/>
            <a:ext cx="48260" cy="0"/>
          </a:xfrm>
          <a:custGeom>
            <a:avLst/>
            <a:gdLst/>
            <a:ahLst/>
            <a:cxnLst/>
            <a:rect l="l" t="t" r="r" b="b"/>
            <a:pathLst>
              <a:path w="48259">
                <a:moveTo>
                  <a:pt x="47806" y="0"/>
                </a:moveTo>
                <a:lnTo>
                  <a:pt x="0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8579828" y="594567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4477574" y="5448715"/>
            <a:ext cx="38735" cy="0"/>
          </a:xfrm>
          <a:custGeom>
            <a:avLst/>
            <a:gdLst/>
            <a:ahLst/>
            <a:cxnLst/>
            <a:rect l="l" t="t" r="r" b="b"/>
            <a:pathLst>
              <a:path w="38735">
                <a:moveTo>
                  <a:pt x="0" y="0"/>
                </a:moveTo>
                <a:lnTo>
                  <a:pt x="38233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515808" y="544871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8579828" y="5448715"/>
            <a:ext cx="48260" cy="0"/>
          </a:xfrm>
          <a:custGeom>
            <a:avLst/>
            <a:gdLst/>
            <a:ahLst/>
            <a:cxnLst/>
            <a:rect l="l" t="t" r="r" b="b"/>
            <a:pathLst>
              <a:path w="48259">
                <a:moveTo>
                  <a:pt x="47806" y="0"/>
                </a:moveTo>
                <a:lnTo>
                  <a:pt x="0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8579828" y="544871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4477574" y="4942212"/>
            <a:ext cx="38735" cy="0"/>
          </a:xfrm>
          <a:custGeom>
            <a:avLst/>
            <a:gdLst/>
            <a:ahLst/>
            <a:cxnLst/>
            <a:rect l="l" t="t" r="r" b="b"/>
            <a:pathLst>
              <a:path w="38735">
                <a:moveTo>
                  <a:pt x="0" y="0"/>
                </a:moveTo>
                <a:lnTo>
                  <a:pt x="38233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4515808" y="494221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8579828" y="4942212"/>
            <a:ext cx="48260" cy="0"/>
          </a:xfrm>
          <a:custGeom>
            <a:avLst/>
            <a:gdLst/>
            <a:ahLst/>
            <a:cxnLst/>
            <a:rect l="l" t="t" r="r" b="b"/>
            <a:pathLst>
              <a:path w="48259">
                <a:moveTo>
                  <a:pt x="47806" y="0"/>
                </a:moveTo>
                <a:lnTo>
                  <a:pt x="0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8579828" y="494221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4477574" y="4445270"/>
            <a:ext cx="38735" cy="0"/>
          </a:xfrm>
          <a:custGeom>
            <a:avLst/>
            <a:gdLst/>
            <a:ahLst/>
            <a:cxnLst/>
            <a:rect l="l" t="t" r="r" b="b"/>
            <a:pathLst>
              <a:path w="38735">
                <a:moveTo>
                  <a:pt x="0" y="0"/>
                </a:moveTo>
                <a:lnTo>
                  <a:pt x="38233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4515808" y="444527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8579828" y="4445270"/>
            <a:ext cx="48260" cy="0"/>
          </a:xfrm>
          <a:custGeom>
            <a:avLst/>
            <a:gdLst/>
            <a:ahLst/>
            <a:cxnLst/>
            <a:rect l="l" t="t" r="r" b="b"/>
            <a:pathLst>
              <a:path w="48259">
                <a:moveTo>
                  <a:pt x="47806" y="0"/>
                </a:moveTo>
                <a:lnTo>
                  <a:pt x="0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8579828" y="444527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4477574" y="3938764"/>
            <a:ext cx="38735" cy="0"/>
          </a:xfrm>
          <a:custGeom>
            <a:avLst/>
            <a:gdLst/>
            <a:ahLst/>
            <a:cxnLst/>
            <a:rect l="l" t="t" r="r" b="b"/>
            <a:pathLst>
              <a:path w="38735">
                <a:moveTo>
                  <a:pt x="0" y="0"/>
                </a:moveTo>
                <a:lnTo>
                  <a:pt x="38233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4515808" y="393876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8579828" y="3938764"/>
            <a:ext cx="48260" cy="0"/>
          </a:xfrm>
          <a:custGeom>
            <a:avLst/>
            <a:gdLst/>
            <a:ahLst/>
            <a:cxnLst/>
            <a:rect l="l" t="t" r="r" b="b"/>
            <a:pathLst>
              <a:path w="48259">
                <a:moveTo>
                  <a:pt x="47806" y="0"/>
                </a:moveTo>
                <a:lnTo>
                  <a:pt x="0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8579828" y="393876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4477574" y="3441810"/>
            <a:ext cx="38735" cy="0"/>
          </a:xfrm>
          <a:custGeom>
            <a:avLst/>
            <a:gdLst/>
            <a:ahLst/>
            <a:cxnLst/>
            <a:rect l="l" t="t" r="r" b="b"/>
            <a:pathLst>
              <a:path w="38735">
                <a:moveTo>
                  <a:pt x="0" y="0"/>
                </a:moveTo>
                <a:lnTo>
                  <a:pt x="38233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4515808" y="344181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8579828" y="3441810"/>
            <a:ext cx="48260" cy="0"/>
          </a:xfrm>
          <a:custGeom>
            <a:avLst/>
            <a:gdLst/>
            <a:ahLst/>
            <a:cxnLst/>
            <a:rect l="l" t="t" r="r" b="b"/>
            <a:pathLst>
              <a:path w="48259">
                <a:moveTo>
                  <a:pt x="47806" y="0"/>
                </a:moveTo>
                <a:lnTo>
                  <a:pt x="0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8579828" y="344181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8627634" y="294485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8627634" y="620370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8627634" y="294485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4477544" y="294485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4477574" y="3441810"/>
            <a:ext cx="4159885" cy="2504440"/>
          </a:xfrm>
          <a:custGeom>
            <a:avLst/>
            <a:gdLst/>
            <a:ahLst/>
            <a:cxnLst/>
            <a:rect l="l" t="t" r="r" b="b"/>
            <a:pathLst>
              <a:path w="4159884" h="2504440">
                <a:moveTo>
                  <a:pt x="0" y="2503861"/>
                </a:moveTo>
                <a:lnTo>
                  <a:pt x="200831" y="2503861"/>
                </a:lnTo>
                <a:lnTo>
                  <a:pt x="411207" y="2503861"/>
                </a:lnTo>
                <a:lnTo>
                  <a:pt x="621551" y="0"/>
                </a:lnTo>
                <a:lnTo>
                  <a:pt x="4150090" y="0"/>
                </a:lnTo>
                <a:lnTo>
                  <a:pt x="4159633" y="0"/>
                </a:lnTo>
              </a:path>
            </a:pathLst>
          </a:custGeom>
          <a:ln w="95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 txBox="1"/>
          <p:nvPr/>
        </p:nvSpPr>
        <p:spPr>
          <a:xfrm>
            <a:off x="6138329" y="6226463"/>
            <a:ext cx="797560" cy="407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115" algn="ctr">
              <a:lnSpc>
                <a:spcPts val="1630"/>
              </a:lnSpc>
            </a:pPr>
            <a:r>
              <a:rPr sz="1400" spc="-30" dirty="0">
                <a:latin typeface="Times New Roman"/>
                <a:cs typeface="Times New Roman"/>
              </a:rPr>
              <a:t>10</a:t>
            </a: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ts val="1630"/>
              </a:lnSpc>
            </a:pPr>
            <a:r>
              <a:rPr sz="1400" spc="50" dirty="0">
                <a:latin typeface="Times New Roman"/>
                <a:cs typeface="Times New Roman"/>
              </a:rPr>
              <a:t>s</a:t>
            </a:r>
            <a:r>
              <a:rPr sz="1400" spc="-25" dirty="0">
                <a:latin typeface="Times New Roman"/>
                <a:cs typeface="Times New Roman"/>
              </a:rPr>
              <a:t>a</a:t>
            </a:r>
            <a:r>
              <a:rPr sz="1400" spc="-40" dirty="0">
                <a:latin typeface="Times New Roman"/>
                <a:cs typeface="Times New Roman"/>
              </a:rPr>
              <a:t>m</a:t>
            </a:r>
            <a:r>
              <a:rPr sz="1400" spc="45" dirty="0">
                <a:latin typeface="Times New Roman"/>
                <a:cs typeface="Times New Roman"/>
              </a:rPr>
              <a:t>p</a:t>
            </a:r>
            <a:r>
              <a:rPr sz="1400" spc="-95" dirty="0">
                <a:latin typeface="Times New Roman"/>
                <a:cs typeface="Times New Roman"/>
              </a:rPr>
              <a:t>l</a:t>
            </a:r>
            <a:r>
              <a:rPr sz="1400" spc="10" dirty="0">
                <a:latin typeface="Times New Roman"/>
                <a:cs typeface="Times New Roman"/>
              </a:rPr>
              <a:t>e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-30" dirty="0">
                <a:latin typeface="Times New Roman"/>
                <a:cs typeface="Times New Roman"/>
              </a:rPr>
              <a:t>n</a:t>
            </a:r>
            <a:r>
              <a:rPr sz="1400" spc="45" dirty="0">
                <a:latin typeface="Times New Roman"/>
                <a:cs typeface="Times New Roman"/>
              </a:rPr>
              <a:t>o</a:t>
            </a:r>
            <a:r>
              <a:rPr sz="1400" spc="5" dirty="0">
                <a:latin typeface="Times New Roman"/>
                <a:cs typeface="Times New Roman"/>
              </a:rPr>
              <a:t>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7486567" y="6226463"/>
            <a:ext cx="198120" cy="207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30" dirty="0">
                <a:latin typeface="Times New Roman"/>
                <a:cs typeface="Times New Roman"/>
              </a:rPr>
              <a:t>15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8528856" y="6226463"/>
            <a:ext cx="198120" cy="207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30" dirty="0">
                <a:latin typeface="Times New Roman"/>
                <a:cs typeface="Times New Roman"/>
              </a:rPr>
              <a:t>20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4340545" y="5844201"/>
            <a:ext cx="116839" cy="207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10" dirty="0">
                <a:latin typeface="Times New Roman"/>
                <a:cs typeface="Times New Roman"/>
              </a:rPr>
              <a:t>0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4206675" y="5347248"/>
            <a:ext cx="250190" cy="207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30" dirty="0">
                <a:latin typeface="Times New Roman"/>
                <a:cs typeface="Times New Roman"/>
              </a:rPr>
              <a:t>0</a:t>
            </a:r>
            <a:r>
              <a:rPr sz="1400" spc="20" dirty="0">
                <a:latin typeface="Times New Roman"/>
                <a:cs typeface="Times New Roman"/>
              </a:rPr>
              <a:t>.</a:t>
            </a:r>
            <a:r>
              <a:rPr sz="1400" spc="10" dirty="0">
                <a:latin typeface="Times New Roman"/>
                <a:cs typeface="Times New Roman"/>
              </a:rPr>
              <a:t>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4206662" y="4840746"/>
            <a:ext cx="250190" cy="207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30" dirty="0">
                <a:latin typeface="Times New Roman"/>
                <a:cs typeface="Times New Roman"/>
              </a:rPr>
              <a:t>0</a:t>
            </a:r>
            <a:r>
              <a:rPr sz="1400" spc="20" dirty="0">
                <a:latin typeface="Times New Roman"/>
                <a:cs typeface="Times New Roman"/>
              </a:rPr>
              <a:t>.</a:t>
            </a:r>
            <a:r>
              <a:rPr sz="1400" spc="10" dirty="0">
                <a:latin typeface="Times New Roman"/>
                <a:cs typeface="Times New Roman"/>
              </a:rPr>
              <a:t>4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4206662" y="4343794"/>
            <a:ext cx="250190" cy="207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30" dirty="0">
                <a:latin typeface="Times New Roman"/>
                <a:cs typeface="Times New Roman"/>
              </a:rPr>
              <a:t>0</a:t>
            </a:r>
            <a:r>
              <a:rPr sz="1400" spc="20" dirty="0">
                <a:latin typeface="Times New Roman"/>
                <a:cs typeface="Times New Roman"/>
              </a:rPr>
              <a:t>.</a:t>
            </a:r>
            <a:r>
              <a:rPr sz="1400" spc="10" dirty="0">
                <a:latin typeface="Times New Roman"/>
                <a:cs typeface="Times New Roman"/>
              </a:rPr>
              <a:t>6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4206662" y="3837293"/>
            <a:ext cx="250190" cy="207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30" dirty="0">
                <a:latin typeface="Times New Roman"/>
                <a:cs typeface="Times New Roman"/>
              </a:rPr>
              <a:t>0</a:t>
            </a:r>
            <a:r>
              <a:rPr sz="1400" spc="20" dirty="0">
                <a:latin typeface="Times New Roman"/>
                <a:cs typeface="Times New Roman"/>
              </a:rPr>
              <a:t>.</a:t>
            </a:r>
            <a:r>
              <a:rPr sz="1400" spc="10" dirty="0">
                <a:latin typeface="Times New Roman"/>
                <a:cs typeface="Times New Roman"/>
              </a:rPr>
              <a:t>8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4477574" y="3269801"/>
            <a:ext cx="4159885" cy="2675890"/>
          </a:xfrm>
          <a:custGeom>
            <a:avLst/>
            <a:gdLst/>
            <a:ahLst/>
            <a:cxnLst/>
            <a:rect l="l" t="t" r="r" b="b"/>
            <a:pathLst>
              <a:path w="4159884" h="2675890">
                <a:moveTo>
                  <a:pt x="0" y="2675870"/>
                </a:moveTo>
                <a:lnTo>
                  <a:pt x="200831" y="2675870"/>
                </a:lnTo>
                <a:lnTo>
                  <a:pt x="411207" y="2675870"/>
                </a:lnTo>
                <a:lnTo>
                  <a:pt x="621551" y="2675870"/>
                </a:lnTo>
                <a:lnTo>
                  <a:pt x="822383" y="2054683"/>
                </a:lnTo>
                <a:lnTo>
                  <a:pt x="1032758" y="1299707"/>
                </a:lnTo>
                <a:lnTo>
                  <a:pt x="1243133" y="678524"/>
                </a:lnTo>
                <a:lnTo>
                  <a:pt x="1443935" y="277133"/>
                </a:lnTo>
                <a:lnTo>
                  <a:pt x="1654310" y="66914"/>
                </a:lnTo>
                <a:lnTo>
                  <a:pt x="1864685" y="0"/>
                </a:lnTo>
                <a:lnTo>
                  <a:pt x="2075060" y="9567"/>
                </a:lnTo>
                <a:lnTo>
                  <a:pt x="2275862" y="57346"/>
                </a:lnTo>
                <a:lnTo>
                  <a:pt x="2486237" y="105124"/>
                </a:lnTo>
                <a:lnTo>
                  <a:pt x="2696612" y="143335"/>
                </a:lnTo>
                <a:lnTo>
                  <a:pt x="2897413" y="172008"/>
                </a:lnTo>
                <a:lnTo>
                  <a:pt x="3107788" y="181576"/>
                </a:lnTo>
                <a:lnTo>
                  <a:pt x="3318163" y="181576"/>
                </a:lnTo>
                <a:lnTo>
                  <a:pt x="3518965" y="181576"/>
                </a:lnTo>
                <a:lnTo>
                  <a:pt x="3729340" y="181576"/>
                </a:lnTo>
                <a:lnTo>
                  <a:pt x="3939715" y="172008"/>
                </a:lnTo>
                <a:lnTo>
                  <a:pt x="4150090" y="172008"/>
                </a:lnTo>
                <a:lnTo>
                  <a:pt x="4159633" y="172008"/>
                </a:lnTo>
              </a:path>
            </a:pathLst>
          </a:custGeom>
          <a:ln w="1911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4477574" y="5391375"/>
            <a:ext cx="4159885" cy="554355"/>
          </a:xfrm>
          <a:custGeom>
            <a:avLst/>
            <a:gdLst/>
            <a:ahLst/>
            <a:cxnLst/>
            <a:rect l="l" t="t" r="r" b="b"/>
            <a:pathLst>
              <a:path w="4159884" h="554354">
                <a:moveTo>
                  <a:pt x="0" y="554297"/>
                </a:moveTo>
                <a:lnTo>
                  <a:pt x="200831" y="554297"/>
                </a:lnTo>
                <a:lnTo>
                  <a:pt x="411207" y="554297"/>
                </a:lnTo>
                <a:lnTo>
                  <a:pt x="621551" y="162474"/>
                </a:lnTo>
                <a:lnTo>
                  <a:pt x="822383" y="9561"/>
                </a:lnTo>
                <a:lnTo>
                  <a:pt x="1032758" y="0"/>
                </a:lnTo>
                <a:lnTo>
                  <a:pt x="1243133" y="57340"/>
                </a:lnTo>
                <a:lnTo>
                  <a:pt x="1443935" y="124242"/>
                </a:lnTo>
                <a:lnTo>
                  <a:pt x="1654310" y="191144"/>
                </a:lnTo>
                <a:lnTo>
                  <a:pt x="1864685" y="229363"/>
                </a:lnTo>
                <a:lnTo>
                  <a:pt x="2075060" y="248484"/>
                </a:lnTo>
                <a:lnTo>
                  <a:pt x="2275862" y="258034"/>
                </a:lnTo>
                <a:lnTo>
                  <a:pt x="2486237" y="258034"/>
                </a:lnTo>
                <a:lnTo>
                  <a:pt x="2696612" y="258034"/>
                </a:lnTo>
                <a:lnTo>
                  <a:pt x="2897413" y="248484"/>
                </a:lnTo>
                <a:lnTo>
                  <a:pt x="3107788" y="248484"/>
                </a:lnTo>
                <a:lnTo>
                  <a:pt x="3318163" y="248484"/>
                </a:lnTo>
                <a:lnTo>
                  <a:pt x="3518965" y="238922"/>
                </a:lnTo>
                <a:lnTo>
                  <a:pt x="3729340" y="238922"/>
                </a:lnTo>
                <a:lnTo>
                  <a:pt x="3939715" y="238922"/>
                </a:lnTo>
                <a:lnTo>
                  <a:pt x="4150090" y="238922"/>
                </a:lnTo>
                <a:lnTo>
                  <a:pt x="4159633" y="238922"/>
                </a:lnTo>
              </a:path>
            </a:pathLst>
          </a:custGeom>
          <a:ln w="19113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 txBox="1"/>
          <p:nvPr/>
        </p:nvSpPr>
        <p:spPr>
          <a:xfrm>
            <a:off x="4340533" y="3168332"/>
            <a:ext cx="1273810" cy="379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7530">
              <a:lnSpc>
                <a:spcPts val="1515"/>
              </a:lnSpc>
            </a:pPr>
            <a:r>
              <a:rPr sz="1400" spc="50" dirty="0">
                <a:latin typeface="Times New Roman"/>
                <a:cs typeface="Times New Roman"/>
              </a:rPr>
              <a:t>c</a:t>
            </a:r>
            <a:r>
              <a:rPr sz="1400" spc="45" dirty="0">
                <a:latin typeface="Times New Roman"/>
                <a:cs typeface="Times New Roman"/>
              </a:rPr>
              <a:t>o</a:t>
            </a:r>
            <a:r>
              <a:rPr sz="1400" spc="-40" dirty="0">
                <a:latin typeface="Times New Roman"/>
                <a:cs typeface="Times New Roman"/>
              </a:rPr>
              <a:t>mm</a:t>
            </a:r>
            <a:r>
              <a:rPr sz="1400" spc="-25" dirty="0">
                <a:latin typeface="Times New Roman"/>
                <a:cs typeface="Times New Roman"/>
              </a:rPr>
              <a:t>a</a:t>
            </a:r>
            <a:r>
              <a:rPr sz="1400" spc="-30" dirty="0">
                <a:latin typeface="Times New Roman"/>
                <a:cs typeface="Times New Roman"/>
              </a:rPr>
              <a:t>n</a:t>
            </a:r>
            <a:r>
              <a:rPr sz="1400" spc="10" dirty="0">
                <a:latin typeface="Times New Roman"/>
                <a:cs typeface="Times New Roman"/>
              </a:rPr>
              <a:t>d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ts val="1515"/>
              </a:lnSpc>
            </a:pPr>
            <a:r>
              <a:rPr sz="1400" spc="10" dirty="0">
                <a:latin typeface="Times New Roman"/>
                <a:cs typeface="Times New Roman"/>
              </a:rPr>
              <a:t>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5717552" y="3990150"/>
            <a:ext cx="482600" cy="207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45" dirty="0">
                <a:latin typeface="Times New Roman"/>
                <a:cs typeface="Times New Roman"/>
              </a:rPr>
              <a:t>o</a:t>
            </a:r>
            <a:r>
              <a:rPr sz="1400" spc="-30" dirty="0">
                <a:latin typeface="Times New Roman"/>
                <a:cs typeface="Times New Roman"/>
              </a:rPr>
              <a:t>u</a:t>
            </a:r>
            <a:r>
              <a:rPr sz="1400" spc="-20" dirty="0">
                <a:latin typeface="Times New Roman"/>
                <a:cs typeface="Times New Roman"/>
              </a:rPr>
              <a:t>t</a:t>
            </a:r>
            <a:r>
              <a:rPr sz="1400" spc="45" dirty="0">
                <a:latin typeface="Times New Roman"/>
                <a:cs typeface="Times New Roman"/>
              </a:rPr>
              <a:t>p</a:t>
            </a:r>
            <a:r>
              <a:rPr sz="1400" spc="-30" dirty="0">
                <a:latin typeface="Times New Roman"/>
                <a:cs typeface="Times New Roman"/>
              </a:rPr>
              <a:t>ut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6549487" y="5395012"/>
            <a:ext cx="932180" cy="207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50" dirty="0">
                <a:latin typeface="Times New Roman"/>
                <a:cs typeface="Times New Roman"/>
              </a:rPr>
              <a:t>c</a:t>
            </a:r>
            <a:r>
              <a:rPr sz="1400" spc="45" dirty="0">
                <a:latin typeface="Times New Roman"/>
                <a:cs typeface="Times New Roman"/>
              </a:rPr>
              <a:t>o</a:t>
            </a:r>
            <a:r>
              <a:rPr sz="1400" spc="-30" dirty="0">
                <a:latin typeface="Times New Roman"/>
                <a:cs typeface="Times New Roman"/>
              </a:rPr>
              <a:t>n</a:t>
            </a:r>
            <a:r>
              <a:rPr sz="1400" spc="-20" dirty="0">
                <a:latin typeface="Times New Roman"/>
                <a:cs typeface="Times New Roman"/>
              </a:rPr>
              <a:t>tr</a:t>
            </a:r>
            <a:r>
              <a:rPr sz="1400" spc="45" dirty="0">
                <a:latin typeface="Times New Roman"/>
                <a:cs typeface="Times New Roman"/>
              </a:rPr>
              <a:t>o</a:t>
            </a:r>
            <a:r>
              <a:rPr sz="1400" spc="5" dirty="0">
                <a:latin typeface="Times New Roman"/>
                <a:cs typeface="Times New Roman"/>
              </a:rPr>
              <a:t>l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spc="-95" dirty="0">
                <a:latin typeface="Times New Roman"/>
                <a:cs typeface="Times New Roman"/>
              </a:rPr>
              <a:t>i</a:t>
            </a:r>
            <a:r>
              <a:rPr sz="1400" spc="-30" dirty="0">
                <a:latin typeface="Times New Roman"/>
                <a:cs typeface="Times New Roman"/>
              </a:rPr>
              <a:t>n</a:t>
            </a:r>
            <a:r>
              <a:rPr sz="1400" spc="45" dirty="0">
                <a:latin typeface="Times New Roman"/>
                <a:cs typeface="Times New Roman"/>
              </a:rPr>
              <a:t>p</a:t>
            </a:r>
            <a:r>
              <a:rPr sz="1400" spc="-30" dirty="0">
                <a:latin typeface="Times New Roman"/>
                <a:cs typeface="Times New Roman"/>
              </a:rPr>
              <a:t>ut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4299" rIns="0" bIns="0" rtlCol="0">
            <a:spAutoFit/>
          </a:bodyPr>
          <a:lstStyle/>
          <a:p>
            <a:pPr marL="135255">
              <a:lnSpc>
                <a:spcPct val="100000"/>
              </a:lnSpc>
            </a:pPr>
            <a:r>
              <a:rPr spc="-10" dirty="0"/>
              <a:t>Lab</a:t>
            </a:r>
            <a:r>
              <a:rPr spc="5" dirty="0"/>
              <a:t>o</a:t>
            </a:r>
            <a:r>
              <a:rPr spc="-85" dirty="0"/>
              <a:t>r</a:t>
            </a:r>
            <a:r>
              <a:rPr spc="-50" dirty="0"/>
              <a:t>a</a:t>
            </a:r>
            <a:r>
              <a:rPr spc="-55" dirty="0"/>
              <a:t>t</a:t>
            </a:r>
            <a:r>
              <a:rPr spc="5" dirty="0"/>
              <a:t>o</a:t>
            </a:r>
            <a:r>
              <a:rPr spc="-5" dirty="0"/>
              <a:t>r</a:t>
            </a:r>
            <a:r>
              <a:rPr spc="-20" dirty="0"/>
              <a:t>y</a:t>
            </a:r>
            <a:r>
              <a:rPr spc="-75" dirty="0">
                <a:latin typeface="Times New Roman"/>
                <a:cs typeface="Times New Roman"/>
              </a:rPr>
              <a:t> </a:t>
            </a:r>
            <a:r>
              <a:rPr spc="-90" dirty="0"/>
              <a:t>R</a:t>
            </a:r>
            <a:r>
              <a:rPr spc="-15" dirty="0"/>
              <a:t>e</a:t>
            </a:r>
            <a:r>
              <a:rPr spc="-10" dirty="0"/>
              <a:t>su</a:t>
            </a:r>
            <a:r>
              <a:rPr spc="-5" dirty="0"/>
              <a:t>l</a:t>
            </a:r>
            <a:r>
              <a:rPr spc="-15" dirty="0"/>
              <a:t>t</a:t>
            </a:r>
            <a:r>
              <a:rPr dirty="0"/>
              <a:t>s</a:t>
            </a:r>
          </a:p>
        </p:txBody>
      </p:sp>
      <p:sp>
        <p:nvSpPr>
          <p:cNvPr id="5" name="object 5"/>
          <p:cNvSpPr/>
          <p:nvPr/>
        </p:nvSpPr>
        <p:spPr>
          <a:xfrm>
            <a:off x="1691639" y="2133593"/>
            <a:ext cx="5544829" cy="416560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spc="-10" dirty="0"/>
              <a:t>14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4299" rIns="0" bIns="0" rtlCol="0">
            <a:spAutoFit/>
          </a:bodyPr>
          <a:lstStyle/>
          <a:p>
            <a:pPr marL="135255">
              <a:lnSpc>
                <a:spcPct val="100000"/>
              </a:lnSpc>
            </a:pPr>
            <a:r>
              <a:rPr spc="-90" dirty="0"/>
              <a:t>R</a:t>
            </a:r>
            <a:r>
              <a:rPr spc="-15" dirty="0"/>
              <a:t>e</a:t>
            </a:r>
            <a:r>
              <a:rPr spc="-35" dirty="0"/>
              <a:t>c</a:t>
            </a:r>
            <a:r>
              <a:rPr spc="-10" dirty="0"/>
              <a:t>a</a:t>
            </a:r>
            <a:r>
              <a:rPr dirty="0"/>
              <a:t>p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spc="-10" dirty="0"/>
              <a:t>15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35940" y="2078183"/>
            <a:ext cx="8060055" cy="39674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755650" indent="-228600">
              <a:lnSpc>
                <a:spcPts val="2820"/>
              </a:lnSpc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35" dirty="0">
                <a:latin typeface="Calibri"/>
                <a:cs typeface="Calibri"/>
              </a:rPr>
              <a:t>F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f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25" dirty="0">
                <a:latin typeface="Calibri"/>
                <a:cs typeface="Calibri"/>
              </a:rPr>
              <a:t>d</a:t>
            </a:r>
            <a:r>
              <a:rPr sz="2600" spc="-10" dirty="0">
                <a:latin typeface="Calibri"/>
                <a:cs typeface="Calibri"/>
              </a:rPr>
              <a:t>er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p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2600" b="1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loop</a:t>
            </a:r>
            <a:r>
              <a:rPr sz="2600" b="1" spc="-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s</a:t>
            </a:r>
            <a:r>
              <a:rPr sz="2600" spc="-35" dirty="0">
                <a:latin typeface="Calibri"/>
                <a:cs typeface="Calibri"/>
              </a:rPr>
              <a:t>y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m,</a:t>
            </a:r>
            <a:r>
              <a:rPr sz="2600" spc="-12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w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h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1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nu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pa</a:t>
            </a:r>
            <a:r>
              <a:rPr sz="2600" spc="-70" dirty="0">
                <a:latin typeface="Calibri"/>
                <a:cs typeface="Calibri"/>
              </a:rPr>
              <a:t>r</a:t>
            </a:r>
            <a:r>
              <a:rPr sz="2600" spc="-25" dirty="0">
                <a:latin typeface="Calibri"/>
                <a:cs typeface="Calibri"/>
              </a:rPr>
              <a:t>am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an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1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me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d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5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…</a:t>
            </a:r>
          </a:p>
          <a:p>
            <a:pPr marL="241300" marR="633730" indent="-228600">
              <a:lnSpc>
                <a:spcPct val="90100"/>
              </a:lnSpc>
              <a:spcBef>
                <a:spcPts val="94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120" dirty="0">
                <a:latin typeface="Calibri"/>
                <a:cs typeface="Calibri"/>
              </a:rPr>
              <a:t>W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b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5" dirty="0">
                <a:latin typeface="Calibri"/>
                <a:cs typeface="Calibri"/>
              </a:rPr>
              <a:t>n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2nd</a:t>
            </a:r>
            <a:r>
              <a:rPr sz="2600" b="1" spc="-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600" b="1" spc="-4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d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600" b="1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lo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d</a:t>
            </a:r>
            <a:r>
              <a:rPr sz="26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loop</a:t>
            </a:r>
            <a:r>
              <a:rPr sz="2600" b="1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ha</a:t>
            </a:r>
            <a:r>
              <a:rPr sz="2600" spc="-70" dirty="0">
                <a:latin typeface="Calibri"/>
                <a:cs typeface="Calibri"/>
              </a:rPr>
              <a:t>r</a:t>
            </a:r>
            <a:r>
              <a:rPr sz="2600" spc="-25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equ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an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pa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w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h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2nd</a:t>
            </a:r>
            <a:r>
              <a:rPr sz="2600" b="1" spc="-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600" b="1" spc="-4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d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6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d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esi</a:t>
            </a:r>
            <a:r>
              <a:rPr sz="2600" b="1" spc="-2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d</a:t>
            </a:r>
            <a:r>
              <a:rPr sz="26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ha</a:t>
            </a:r>
            <a:r>
              <a:rPr sz="2600" spc="-70" dirty="0">
                <a:latin typeface="Calibri"/>
                <a:cs typeface="Calibri"/>
              </a:rPr>
              <a:t>r</a:t>
            </a:r>
            <a:r>
              <a:rPr sz="2600" spc="-25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equ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</a:p>
          <a:p>
            <a:pPr marL="241300" indent="-228600">
              <a:lnSpc>
                <a:spcPts val="2970"/>
              </a:lnSpc>
              <a:spcBef>
                <a:spcPts val="675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110" dirty="0">
                <a:latin typeface="Calibri"/>
                <a:cs typeface="Calibri"/>
              </a:rPr>
              <a:t>T</a:t>
            </a:r>
            <a:r>
              <a:rPr sz="2600" spc="-40" dirty="0">
                <a:latin typeface="Calibri"/>
                <a:cs typeface="Calibri"/>
              </a:rPr>
              <a:t>w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equ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2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un</a:t>
            </a:r>
            <a:r>
              <a:rPr sz="2600" spc="-5" dirty="0">
                <a:latin typeface="Calibri"/>
                <a:cs typeface="Calibri"/>
              </a:rPr>
              <a:t>k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spc="-15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w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Calibri"/>
                <a:cs typeface="Calibri"/>
              </a:rPr>
              <a:t>g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(n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i="1" spc="-15" dirty="0">
                <a:latin typeface="Calibri"/>
                <a:cs typeface="Calibri"/>
              </a:rPr>
              <a:t>a1</a:t>
            </a:r>
            <a:r>
              <a:rPr sz="2600" i="1" spc="-9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and</a:t>
            </a:r>
            <a:endParaRPr sz="2600" dirty="0">
              <a:latin typeface="Calibri"/>
              <a:cs typeface="Calibri"/>
            </a:endParaRPr>
          </a:p>
          <a:p>
            <a:pPr marL="241300">
              <a:lnSpc>
                <a:spcPts val="2970"/>
              </a:lnSpc>
            </a:pPr>
            <a:r>
              <a:rPr sz="2600" i="1" spc="-15" dirty="0">
                <a:latin typeface="Calibri"/>
                <a:cs typeface="Calibri"/>
              </a:rPr>
              <a:t>b1</a:t>
            </a:r>
            <a:r>
              <a:rPr sz="2600" i="1" spc="-7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spc="-50" dirty="0">
                <a:latin typeface="Calibri"/>
                <a:cs typeface="Calibri"/>
              </a:rPr>
              <a:t>a</a:t>
            </a:r>
            <a:r>
              <a:rPr sz="2600" spc="-30" dirty="0">
                <a:latin typeface="Calibri"/>
                <a:cs typeface="Calibri"/>
              </a:rPr>
              <a:t>v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ead</a:t>
            </a:r>
            <a:r>
              <a:rPr sz="2600" dirty="0">
                <a:latin typeface="Calibri"/>
                <a:cs typeface="Calibri"/>
              </a:rPr>
              <a:t>y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b</a:t>
            </a:r>
            <a:r>
              <a:rPr sz="2600" spc="-10" dirty="0">
                <a:latin typeface="Calibri"/>
                <a:cs typeface="Calibri"/>
              </a:rPr>
              <a:t>ee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ed)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ts val="2960"/>
              </a:lnSpc>
              <a:spcBef>
                <a:spcPts val="68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Th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5" dirty="0">
                <a:latin typeface="Calibri"/>
                <a:cs typeface="Calibri"/>
              </a:rPr>
              <a:t>oo</a:t>
            </a:r>
            <a:r>
              <a:rPr sz="2600" dirty="0">
                <a:latin typeface="Calibri"/>
                <a:cs typeface="Calibri"/>
              </a:rPr>
              <a:t>p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s</a:t>
            </a:r>
            <a:r>
              <a:rPr sz="2600" spc="-35" dirty="0">
                <a:latin typeface="Calibri"/>
                <a:cs typeface="Calibri"/>
              </a:rPr>
              <a:t>y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id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b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b="1" spc="-30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600" b="1" spc="-35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600" b="1" spc="-4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oll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bl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endParaRPr sz="2600" dirty="0">
              <a:latin typeface="Calibri"/>
              <a:cs typeface="Calibri"/>
            </a:endParaRPr>
          </a:p>
          <a:p>
            <a:pPr marL="241300" marR="466090">
              <a:lnSpc>
                <a:spcPts val="2820"/>
              </a:lnSpc>
              <a:spcBef>
                <a:spcPts val="185"/>
              </a:spcBef>
            </a:pPr>
            <a:r>
              <a:rPr sz="2600" dirty="0">
                <a:latin typeface="Calibri"/>
                <a:cs typeface="Calibri"/>
              </a:rPr>
              <a:t>i.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.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w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25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ce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ar</a:t>
            </a:r>
            <a:r>
              <a:rPr sz="2600" spc="-10" dirty="0">
                <a:latin typeface="Calibri"/>
                <a:cs typeface="Calibri"/>
              </a:rPr>
              <a:t>b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25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si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he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5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x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z</a:t>
            </a:r>
            <a:r>
              <a:rPr sz="2600" dirty="0">
                <a:latin typeface="Calibri"/>
                <a:cs typeface="Calibri"/>
              </a:rPr>
              <a:t>-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25" dirty="0">
                <a:latin typeface="Calibri"/>
                <a:cs typeface="Calibri"/>
              </a:rPr>
              <a:t>ane</a:t>
            </a:r>
            <a:endParaRPr sz="26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4299" rIns="0" bIns="0" rtlCol="0">
            <a:spAutoFit/>
          </a:bodyPr>
          <a:lstStyle/>
          <a:p>
            <a:pPr marL="135255">
              <a:lnSpc>
                <a:spcPct val="100000"/>
              </a:lnSpc>
            </a:pPr>
            <a:r>
              <a:rPr dirty="0"/>
              <a:t>Ti</a:t>
            </a:r>
            <a:r>
              <a:rPr spc="-25" dirty="0"/>
              <a:t>me</a:t>
            </a:r>
            <a:r>
              <a:rPr spc="-105" dirty="0">
                <a:latin typeface="Times New Roman"/>
                <a:cs typeface="Times New Roman"/>
              </a:rPr>
              <a:t> </a:t>
            </a:r>
            <a:r>
              <a:rPr spc="5" dirty="0"/>
              <a:t>De</a:t>
            </a:r>
            <a:r>
              <a:rPr dirty="0"/>
              <a:t>l</a:t>
            </a:r>
            <a:r>
              <a:rPr spc="-70" dirty="0"/>
              <a:t>a</a:t>
            </a:r>
            <a:r>
              <a:rPr spc="-60" dirty="0"/>
              <a:t>y</a:t>
            </a:r>
            <a:r>
              <a:rPr dirty="0"/>
              <a:t>s</a:t>
            </a:r>
          </a:p>
        </p:txBody>
      </p:sp>
      <p:sp>
        <p:nvSpPr>
          <p:cNvPr id="5" name="object 5"/>
          <p:cNvSpPr/>
          <p:nvPr/>
        </p:nvSpPr>
        <p:spPr>
          <a:xfrm>
            <a:off x="695955" y="2981949"/>
            <a:ext cx="1617980" cy="1905"/>
          </a:xfrm>
          <a:custGeom>
            <a:avLst/>
            <a:gdLst/>
            <a:ahLst/>
            <a:cxnLst/>
            <a:rect l="l" t="t" r="r" b="b"/>
            <a:pathLst>
              <a:path w="1617980" h="1905">
                <a:moveTo>
                  <a:pt x="1617939" y="1584"/>
                </a:moveTo>
                <a:lnTo>
                  <a:pt x="0" y="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237661" y="2939003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5" h="88900">
                <a:moveTo>
                  <a:pt x="82" y="0"/>
                </a:moveTo>
                <a:lnTo>
                  <a:pt x="76233" y="44531"/>
                </a:lnTo>
                <a:lnTo>
                  <a:pt x="0" y="8891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391649" y="3004810"/>
            <a:ext cx="1617980" cy="1905"/>
          </a:xfrm>
          <a:custGeom>
            <a:avLst/>
            <a:gdLst/>
            <a:ahLst/>
            <a:cxnLst/>
            <a:rect l="l" t="t" r="r" b="b"/>
            <a:pathLst>
              <a:path w="1617979" h="1905">
                <a:moveTo>
                  <a:pt x="1617939" y="1584"/>
                </a:moveTo>
                <a:lnTo>
                  <a:pt x="0" y="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933358" y="2961863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5" h="88900">
                <a:moveTo>
                  <a:pt x="91" y="0"/>
                </a:moveTo>
                <a:lnTo>
                  <a:pt x="76230" y="44531"/>
                </a:lnTo>
                <a:lnTo>
                  <a:pt x="0" y="8891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897917" y="2349165"/>
            <a:ext cx="598805" cy="362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04242" y="2313592"/>
            <a:ext cx="617220" cy="362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100" dirty="0">
                <a:latin typeface="Times New Roman"/>
                <a:cs typeface="Times New Roman"/>
              </a:rPr>
              <a:t>u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89115" y="3162525"/>
            <a:ext cx="1231265" cy="431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-25" dirty="0">
                <a:solidFill>
                  <a:srgbClr val="4471C4"/>
                </a:solidFill>
                <a:latin typeface="Calibri"/>
                <a:cs typeface="Calibri"/>
              </a:rPr>
              <a:t>v</a:t>
            </a:r>
            <a:r>
              <a:rPr sz="3200" spc="-10" dirty="0">
                <a:solidFill>
                  <a:srgbClr val="4471C4"/>
                </a:solidFill>
                <a:latin typeface="Calibri"/>
                <a:cs typeface="Calibri"/>
              </a:rPr>
              <a:t>o</a:t>
            </a:r>
            <a:r>
              <a:rPr sz="3200" spc="5" dirty="0">
                <a:solidFill>
                  <a:srgbClr val="4471C4"/>
                </a:solidFill>
                <a:latin typeface="Calibri"/>
                <a:cs typeface="Calibri"/>
              </a:rPr>
              <a:t>l</a:t>
            </a:r>
            <a:r>
              <a:rPr sz="3200" spc="-50" dirty="0">
                <a:solidFill>
                  <a:srgbClr val="4471C4"/>
                </a:solidFill>
                <a:latin typeface="Calibri"/>
                <a:cs typeface="Calibri"/>
              </a:rPr>
              <a:t>t</a:t>
            </a:r>
            <a:r>
              <a:rPr sz="3200" spc="5" dirty="0">
                <a:solidFill>
                  <a:srgbClr val="4471C4"/>
                </a:solidFill>
                <a:latin typeface="Calibri"/>
                <a:cs typeface="Calibri"/>
              </a:rPr>
              <a:t>a</a:t>
            </a:r>
            <a:r>
              <a:rPr sz="3200" spc="-45" dirty="0">
                <a:solidFill>
                  <a:srgbClr val="4471C4"/>
                </a:solidFill>
                <a:latin typeface="Calibri"/>
                <a:cs typeface="Calibri"/>
              </a:rPr>
              <a:t>g</a:t>
            </a:r>
            <a:r>
              <a:rPr sz="3200" spc="-20" dirty="0">
                <a:solidFill>
                  <a:srgbClr val="4471C4"/>
                </a:solidFill>
                <a:latin typeface="Calibri"/>
                <a:cs typeface="Calibri"/>
              </a:rPr>
              <a:t>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77147" y="3119865"/>
            <a:ext cx="1177290" cy="431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5" dirty="0">
                <a:solidFill>
                  <a:srgbClr val="4471C4"/>
                </a:solidFill>
                <a:latin typeface="Calibri"/>
                <a:cs typeface="Calibri"/>
              </a:rPr>
              <a:t>ai</a:t>
            </a:r>
            <a:r>
              <a:rPr sz="3200" dirty="0">
                <a:solidFill>
                  <a:srgbClr val="4471C4"/>
                </a:solidFill>
                <a:latin typeface="Calibri"/>
                <a:cs typeface="Calibri"/>
              </a:rPr>
              <a:t>rfl</a:t>
            </a:r>
            <a:r>
              <a:rPr sz="3200" spc="-30" dirty="0">
                <a:solidFill>
                  <a:srgbClr val="4471C4"/>
                </a:solidFill>
                <a:latin typeface="Calibri"/>
                <a:cs typeface="Calibri"/>
              </a:rPr>
              <a:t>o</a:t>
            </a:r>
            <a:r>
              <a:rPr sz="3200" spc="-25" dirty="0">
                <a:solidFill>
                  <a:srgbClr val="4471C4"/>
                </a:solidFill>
                <a:latin typeface="Calibri"/>
                <a:cs typeface="Calibri"/>
              </a:rPr>
              <a:t>w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325373" y="2277099"/>
            <a:ext cx="2080260" cy="1460500"/>
          </a:xfrm>
          <a:custGeom>
            <a:avLst/>
            <a:gdLst/>
            <a:ahLst/>
            <a:cxnLst/>
            <a:rect l="l" t="t" r="r" b="b"/>
            <a:pathLst>
              <a:path w="2080260" h="1460500">
                <a:moveTo>
                  <a:pt x="0" y="243443"/>
                </a:moveTo>
                <a:lnTo>
                  <a:pt x="3185" y="203956"/>
                </a:lnTo>
                <a:lnTo>
                  <a:pt x="12409" y="166497"/>
                </a:lnTo>
                <a:lnTo>
                  <a:pt x="36468" y="115209"/>
                </a:lnTo>
                <a:lnTo>
                  <a:pt x="71293" y="71304"/>
                </a:lnTo>
                <a:lnTo>
                  <a:pt x="115191" y="36474"/>
                </a:lnTo>
                <a:lnTo>
                  <a:pt x="166473" y="12411"/>
                </a:lnTo>
                <a:lnTo>
                  <a:pt x="203927" y="3186"/>
                </a:lnTo>
                <a:lnTo>
                  <a:pt x="243410" y="0"/>
                </a:lnTo>
                <a:lnTo>
                  <a:pt x="1836822" y="0"/>
                </a:lnTo>
                <a:lnTo>
                  <a:pt x="1876309" y="3186"/>
                </a:lnTo>
                <a:lnTo>
                  <a:pt x="1913768" y="12411"/>
                </a:lnTo>
                <a:lnTo>
                  <a:pt x="1965056" y="36474"/>
                </a:lnTo>
                <a:lnTo>
                  <a:pt x="2008961" y="71304"/>
                </a:lnTo>
                <a:lnTo>
                  <a:pt x="2043791" y="115209"/>
                </a:lnTo>
                <a:lnTo>
                  <a:pt x="2067854" y="166497"/>
                </a:lnTo>
                <a:lnTo>
                  <a:pt x="2077079" y="203956"/>
                </a:lnTo>
                <a:lnTo>
                  <a:pt x="2080266" y="243443"/>
                </a:lnTo>
                <a:lnTo>
                  <a:pt x="2080266" y="1217096"/>
                </a:lnTo>
                <a:lnTo>
                  <a:pt x="2077079" y="1256583"/>
                </a:lnTo>
                <a:lnTo>
                  <a:pt x="2067854" y="1294039"/>
                </a:lnTo>
                <a:lnTo>
                  <a:pt x="2043791" y="1345322"/>
                </a:lnTo>
                <a:lnTo>
                  <a:pt x="2008961" y="1389221"/>
                </a:lnTo>
                <a:lnTo>
                  <a:pt x="1965056" y="1424044"/>
                </a:lnTo>
                <a:lnTo>
                  <a:pt x="1913768" y="1448102"/>
                </a:lnTo>
                <a:lnTo>
                  <a:pt x="1876309" y="1457324"/>
                </a:lnTo>
                <a:lnTo>
                  <a:pt x="1836822" y="1460510"/>
                </a:lnTo>
                <a:lnTo>
                  <a:pt x="243410" y="1460510"/>
                </a:lnTo>
                <a:lnTo>
                  <a:pt x="203927" y="1457324"/>
                </a:lnTo>
                <a:lnTo>
                  <a:pt x="166473" y="1448102"/>
                </a:lnTo>
                <a:lnTo>
                  <a:pt x="115191" y="1424044"/>
                </a:lnTo>
                <a:lnTo>
                  <a:pt x="71293" y="1389221"/>
                </a:lnTo>
                <a:lnTo>
                  <a:pt x="36468" y="1345322"/>
                </a:lnTo>
                <a:lnTo>
                  <a:pt x="12409" y="1294039"/>
                </a:lnTo>
                <a:lnTo>
                  <a:pt x="3185" y="1256583"/>
                </a:lnTo>
                <a:lnTo>
                  <a:pt x="0" y="1217096"/>
                </a:lnTo>
                <a:lnTo>
                  <a:pt x="0" y="243443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650069" y="3046896"/>
            <a:ext cx="1576070" cy="0"/>
          </a:xfrm>
          <a:custGeom>
            <a:avLst/>
            <a:gdLst/>
            <a:ahLst/>
            <a:cxnLst/>
            <a:rect l="l" t="t" r="r" b="b"/>
            <a:pathLst>
              <a:path w="1576070">
                <a:moveTo>
                  <a:pt x="0" y="0"/>
                </a:moveTo>
                <a:lnTo>
                  <a:pt x="1575664" y="0"/>
                </a:lnTo>
              </a:path>
            </a:pathLst>
          </a:custGeom>
          <a:ln w="136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830413" y="2562758"/>
            <a:ext cx="1186180" cy="436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50" dirty="0">
                <a:latin typeface="Times New Roman"/>
                <a:cs typeface="Times New Roman"/>
              </a:rPr>
              <a:t>0.02</a:t>
            </a:r>
            <a:r>
              <a:rPr sz="2550" spc="200" dirty="0">
                <a:latin typeface="Times New Roman"/>
                <a:cs typeface="Times New Roman"/>
              </a:rPr>
              <a:t>7</a:t>
            </a:r>
            <a:r>
              <a:rPr sz="2550" i="1" spc="170" dirty="0">
                <a:latin typeface="Times New Roman"/>
                <a:cs typeface="Times New Roman"/>
              </a:rPr>
              <a:t>z</a:t>
            </a:r>
            <a:r>
              <a:rPr sz="2850" baseline="33625" dirty="0">
                <a:latin typeface="Symbol"/>
                <a:cs typeface="Symbol"/>
              </a:rPr>
              <a:t></a:t>
            </a:r>
            <a:r>
              <a:rPr sz="2850" spc="7" baseline="33625" dirty="0">
                <a:latin typeface="Times New Roman"/>
                <a:cs typeface="Times New Roman"/>
              </a:rPr>
              <a:t>2</a:t>
            </a:r>
            <a:endParaRPr sz="2850" baseline="33625" dirty="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623959" y="3061190"/>
            <a:ext cx="1587500" cy="436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50" spc="195" dirty="0">
                <a:latin typeface="Times New Roman"/>
                <a:cs typeface="Times New Roman"/>
              </a:rPr>
              <a:t>1</a:t>
            </a:r>
            <a:r>
              <a:rPr sz="2550" dirty="0">
                <a:latin typeface="Symbol"/>
                <a:cs typeface="Symbol"/>
              </a:rPr>
              <a:t></a:t>
            </a:r>
            <a:r>
              <a:rPr sz="2550" spc="-24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0.74</a:t>
            </a:r>
            <a:r>
              <a:rPr sz="2550" spc="80" dirty="0">
                <a:latin typeface="Times New Roman"/>
                <a:cs typeface="Times New Roman"/>
              </a:rPr>
              <a:t>3</a:t>
            </a:r>
            <a:r>
              <a:rPr sz="2550" i="1" spc="175" dirty="0">
                <a:latin typeface="Times New Roman"/>
                <a:cs typeface="Times New Roman"/>
              </a:rPr>
              <a:t>z</a:t>
            </a:r>
            <a:r>
              <a:rPr sz="2850" baseline="33625" dirty="0">
                <a:latin typeface="Symbol"/>
                <a:cs typeface="Symbol"/>
              </a:rPr>
              <a:t></a:t>
            </a:r>
            <a:r>
              <a:rPr sz="2850" spc="7" baseline="33625" dirty="0">
                <a:latin typeface="Times New Roman"/>
                <a:cs typeface="Times New Roman"/>
              </a:rPr>
              <a:t>1</a:t>
            </a:r>
            <a:endParaRPr sz="2850" baseline="33625" dirty="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54002" y="4441631"/>
            <a:ext cx="4868545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114" dirty="0">
                <a:latin typeface="Times New Roman"/>
                <a:cs typeface="Times New Roman"/>
              </a:rPr>
              <a:t>y</a:t>
            </a:r>
            <a:r>
              <a:rPr sz="2650" spc="75" dirty="0">
                <a:latin typeface="Times New Roman"/>
                <a:cs typeface="Times New Roman"/>
              </a:rPr>
              <a:t>(</a:t>
            </a:r>
            <a:r>
              <a:rPr sz="2650" i="1" spc="10" dirty="0">
                <a:latin typeface="Times New Roman"/>
                <a:cs typeface="Times New Roman"/>
              </a:rPr>
              <a:t>k</a:t>
            </a:r>
            <a:r>
              <a:rPr sz="2650" i="1" spc="-430" dirty="0">
                <a:latin typeface="Times New Roman"/>
                <a:cs typeface="Times New Roman"/>
              </a:rPr>
              <a:t> </a:t>
            </a:r>
            <a:r>
              <a:rPr sz="2650" spc="5" dirty="0">
                <a:latin typeface="Times New Roman"/>
                <a:cs typeface="Times New Roman"/>
              </a:rPr>
              <a:t>)</a:t>
            </a:r>
            <a:r>
              <a:rPr sz="2650" spc="-50" dirty="0">
                <a:latin typeface="Times New Roman"/>
                <a:cs typeface="Times New Roman"/>
              </a:rPr>
              <a:t> </a:t>
            </a:r>
            <a:r>
              <a:rPr sz="2650" spc="10" dirty="0">
                <a:latin typeface="Symbol"/>
                <a:cs typeface="Symbol"/>
              </a:rPr>
              <a:t></a:t>
            </a:r>
            <a:r>
              <a:rPr sz="2650" spc="-85" dirty="0">
                <a:latin typeface="Times New Roman"/>
                <a:cs typeface="Times New Roman"/>
              </a:rPr>
              <a:t> </a:t>
            </a:r>
            <a:r>
              <a:rPr sz="2650" spc="10" dirty="0">
                <a:latin typeface="Times New Roman"/>
                <a:cs typeface="Times New Roman"/>
              </a:rPr>
              <a:t>0.74</a:t>
            </a:r>
            <a:r>
              <a:rPr sz="2650" spc="220" dirty="0">
                <a:latin typeface="Times New Roman"/>
                <a:cs typeface="Times New Roman"/>
              </a:rPr>
              <a:t>3</a:t>
            </a:r>
            <a:r>
              <a:rPr sz="2650" i="1" spc="114" dirty="0">
                <a:latin typeface="Times New Roman"/>
                <a:cs typeface="Times New Roman"/>
              </a:rPr>
              <a:t>y</a:t>
            </a:r>
            <a:r>
              <a:rPr sz="2650" spc="75" dirty="0">
                <a:latin typeface="Times New Roman"/>
                <a:cs typeface="Times New Roman"/>
              </a:rPr>
              <a:t>(</a:t>
            </a:r>
            <a:r>
              <a:rPr sz="2650" i="1" spc="10" dirty="0">
                <a:latin typeface="Times New Roman"/>
                <a:cs typeface="Times New Roman"/>
              </a:rPr>
              <a:t>k</a:t>
            </a:r>
            <a:r>
              <a:rPr sz="2650" i="1" spc="-15" dirty="0">
                <a:latin typeface="Times New Roman"/>
                <a:cs typeface="Times New Roman"/>
              </a:rPr>
              <a:t> </a:t>
            </a:r>
            <a:r>
              <a:rPr sz="2650" spc="170" dirty="0">
                <a:latin typeface="Symbol"/>
                <a:cs typeface="Symbol"/>
              </a:rPr>
              <a:t></a:t>
            </a:r>
            <a:r>
              <a:rPr sz="2650" spc="-200" dirty="0">
                <a:latin typeface="Times New Roman"/>
                <a:cs typeface="Times New Roman"/>
              </a:rPr>
              <a:t>1</a:t>
            </a:r>
            <a:r>
              <a:rPr sz="2650" spc="5" dirty="0">
                <a:latin typeface="Times New Roman"/>
                <a:cs typeface="Times New Roman"/>
              </a:rPr>
              <a:t>)</a:t>
            </a:r>
            <a:r>
              <a:rPr sz="2650" spc="-220" dirty="0">
                <a:latin typeface="Times New Roman"/>
                <a:cs typeface="Times New Roman"/>
              </a:rPr>
              <a:t> </a:t>
            </a:r>
            <a:r>
              <a:rPr sz="2650" spc="10" dirty="0">
                <a:latin typeface="Symbol"/>
                <a:cs typeface="Symbol"/>
              </a:rPr>
              <a:t></a:t>
            </a:r>
            <a:r>
              <a:rPr sz="2650" spc="-204" dirty="0">
                <a:latin typeface="Times New Roman"/>
                <a:cs typeface="Times New Roman"/>
              </a:rPr>
              <a:t> </a:t>
            </a:r>
            <a:r>
              <a:rPr sz="2650" spc="10" dirty="0">
                <a:latin typeface="Times New Roman"/>
                <a:cs typeface="Times New Roman"/>
              </a:rPr>
              <a:t>0.027</a:t>
            </a:r>
            <a:r>
              <a:rPr sz="2650" i="1" spc="125" dirty="0">
                <a:latin typeface="Times New Roman"/>
                <a:cs typeface="Times New Roman"/>
              </a:rPr>
              <a:t>u</a:t>
            </a:r>
            <a:r>
              <a:rPr sz="2650" spc="75" dirty="0">
                <a:latin typeface="Times New Roman"/>
                <a:cs typeface="Times New Roman"/>
              </a:rPr>
              <a:t>(</a:t>
            </a:r>
            <a:r>
              <a:rPr sz="2650" i="1" spc="10" dirty="0">
                <a:latin typeface="Times New Roman"/>
                <a:cs typeface="Times New Roman"/>
              </a:rPr>
              <a:t>k</a:t>
            </a:r>
            <a:r>
              <a:rPr sz="2650" i="1" spc="-15" dirty="0">
                <a:latin typeface="Times New Roman"/>
                <a:cs typeface="Times New Roman"/>
              </a:rPr>
              <a:t> </a:t>
            </a:r>
            <a:r>
              <a:rPr sz="2650" spc="10" dirty="0">
                <a:latin typeface="Symbol"/>
                <a:cs typeface="Symbol"/>
              </a:rPr>
              <a:t></a:t>
            </a:r>
            <a:r>
              <a:rPr sz="2650" spc="-204" dirty="0">
                <a:latin typeface="Times New Roman"/>
                <a:cs typeface="Times New Roman"/>
              </a:rPr>
              <a:t> </a:t>
            </a:r>
            <a:r>
              <a:rPr sz="2650" spc="10" dirty="0">
                <a:latin typeface="Times New Roman"/>
                <a:cs typeface="Times New Roman"/>
              </a:rPr>
              <a:t>2)</a:t>
            </a:r>
            <a:endParaRPr sz="2650">
              <a:latin typeface="Times New Roman"/>
              <a:cs typeface="Times New Roman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17453E0-3D0F-B2CD-C5FB-C4231459EC9A}"/>
              </a:ext>
            </a:extLst>
          </p:cNvPr>
          <p:cNvGrpSpPr/>
          <p:nvPr/>
        </p:nvGrpSpPr>
        <p:grpSpPr>
          <a:xfrm>
            <a:off x="1828108" y="5152839"/>
            <a:ext cx="3049905" cy="920600"/>
            <a:chOff x="1828108" y="5152839"/>
            <a:chExt cx="3049905" cy="920600"/>
          </a:xfrm>
        </p:grpSpPr>
        <p:sp>
          <p:nvSpPr>
            <p:cNvPr id="19" name="object 19"/>
            <p:cNvSpPr/>
            <p:nvPr/>
          </p:nvSpPr>
          <p:spPr>
            <a:xfrm>
              <a:off x="2712017" y="5629446"/>
              <a:ext cx="1544320" cy="0"/>
            </a:xfrm>
            <a:custGeom>
              <a:avLst/>
              <a:gdLst/>
              <a:ahLst/>
              <a:cxnLst/>
              <a:rect l="l" t="t" r="r" b="b"/>
              <a:pathLst>
                <a:path w="1544320">
                  <a:moveTo>
                    <a:pt x="0" y="0"/>
                  </a:moveTo>
                  <a:lnTo>
                    <a:pt x="1544178" y="0"/>
                  </a:lnTo>
                </a:path>
              </a:pathLst>
            </a:custGeom>
            <a:ln w="133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 txBox="1"/>
            <p:nvPr/>
          </p:nvSpPr>
          <p:spPr>
            <a:xfrm>
              <a:off x="2888515" y="5152839"/>
              <a:ext cx="1163320" cy="42989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500" dirty="0">
                  <a:latin typeface="Times New Roman"/>
                  <a:cs typeface="Times New Roman"/>
                </a:rPr>
                <a:t>0.02</a:t>
              </a:r>
              <a:r>
                <a:rPr sz="2500" spc="195" dirty="0">
                  <a:latin typeface="Times New Roman"/>
                  <a:cs typeface="Times New Roman"/>
                </a:rPr>
                <a:t>7</a:t>
              </a:r>
              <a:r>
                <a:rPr sz="2500" i="1" spc="170" dirty="0">
                  <a:latin typeface="Times New Roman"/>
                  <a:cs typeface="Times New Roman"/>
                </a:rPr>
                <a:t>z</a:t>
              </a:r>
              <a:r>
                <a:rPr sz="2850" spc="-37" baseline="33625" dirty="0">
                  <a:latin typeface="Symbol"/>
                  <a:cs typeface="Symbol"/>
                </a:rPr>
                <a:t></a:t>
              </a:r>
              <a:r>
                <a:rPr sz="2850" spc="-15" baseline="33625" dirty="0">
                  <a:latin typeface="Times New Roman"/>
                  <a:cs typeface="Times New Roman"/>
                </a:rPr>
                <a:t>2</a:t>
              </a:r>
              <a:endParaRPr sz="2850" baseline="33625">
                <a:latin typeface="Times New Roman"/>
                <a:cs typeface="Times New Roman"/>
              </a:endParaRPr>
            </a:p>
          </p:txBody>
        </p:sp>
        <p:sp>
          <p:nvSpPr>
            <p:cNvPr id="21" name="object 21"/>
            <p:cNvSpPr txBox="1"/>
            <p:nvPr/>
          </p:nvSpPr>
          <p:spPr>
            <a:xfrm>
              <a:off x="1828108" y="5433359"/>
              <a:ext cx="3049905" cy="64008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ts val="2635"/>
                </a:lnSpc>
                <a:tabLst>
                  <a:tab pos="2472690" algn="l"/>
                </a:tabLst>
              </a:pPr>
              <a:r>
                <a:rPr sz="2500" i="1" spc="100" dirty="0">
                  <a:latin typeface="Times New Roman"/>
                  <a:cs typeface="Times New Roman"/>
                </a:rPr>
                <a:t>y</a:t>
              </a:r>
              <a:r>
                <a:rPr sz="2500" spc="65" dirty="0">
                  <a:latin typeface="Times New Roman"/>
                  <a:cs typeface="Times New Roman"/>
                </a:rPr>
                <a:t>(</a:t>
              </a:r>
              <a:r>
                <a:rPr sz="2500" i="1" dirty="0">
                  <a:latin typeface="Times New Roman"/>
                  <a:cs typeface="Times New Roman"/>
                </a:rPr>
                <a:t>k</a:t>
              </a:r>
              <a:r>
                <a:rPr sz="2500" i="1" spc="-409" dirty="0">
                  <a:latin typeface="Times New Roman"/>
                  <a:cs typeface="Times New Roman"/>
                </a:rPr>
                <a:t> </a:t>
              </a:r>
              <a:r>
                <a:rPr sz="2500" dirty="0">
                  <a:latin typeface="Times New Roman"/>
                  <a:cs typeface="Times New Roman"/>
                </a:rPr>
                <a:t>)</a:t>
              </a:r>
              <a:r>
                <a:rPr sz="2500" spc="-50" dirty="0">
                  <a:latin typeface="Times New Roman"/>
                  <a:cs typeface="Times New Roman"/>
                </a:rPr>
                <a:t> </a:t>
              </a:r>
              <a:r>
                <a:rPr sz="2500" dirty="0">
                  <a:latin typeface="Symbol"/>
                  <a:cs typeface="Symbol"/>
                </a:rPr>
                <a:t></a:t>
              </a:r>
              <a:r>
                <a:rPr sz="2500" dirty="0">
                  <a:latin typeface="Times New Roman"/>
                  <a:cs typeface="Times New Roman"/>
                </a:rPr>
                <a:t>	</a:t>
              </a:r>
              <a:r>
                <a:rPr sz="2500" i="1" spc="114" dirty="0">
                  <a:latin typeface="Times New Roman"/>
                  <a:cs typeface="Times New Roman"/>
                </a:rPr>
                <a:t>u</a:t>
              </a:r>
              <a:r>
                <a:rPr sz="2500" spc="65" dirty="0">
                  <a:latin typeface="Times New Roman"/>
                  <a:cs typeface="Times New Roman"/>
                </a:rPr>
                <a:t>(</a:t>
              </a:r>
              <a:r>
                <a:rPr sz="2500" i="1" dirty="0">
                  <a:latin typeface="Times New Roman"/>
                  <a:cs typeface="Times New Roman"/>
                </a:rPr>
                <a:t>k</a:t>
              </a:r>
              <a:r>
                <a:rPr sz="2500" i="1" spc="-405" dirty="0">
                  <a:latin typeface="Times New Roman"/>
                  <a:cs typeface="Times New Roman"/>
                </a:rPr>
                <a:t> </a:t>
              </a:r>
              <a:r>
                <a:rPr sz="2500" dirty="0">
                  <a:latin typeface="Times New Roman"/>
                  <a:cs typeface="Times New Roman"/>
                </a:rPr>
                <a:t>)</a:t>
              </a:r>
            </a:p>
            <a:p>
              <a:pPr marL="869950">
                <a:lnSpc>
                  <a:spcPts val="2635"/>
                </a:lnSpc>
              </a:pPr>
              <a:r>
                <a:rPr sz="2500" spc="195" dirty="0">
                  <a:latin typeface="Times New Roman"/>
                  <a:cs typeface="Times New Roman"/>
                </a:rPr>
                <a:t>1</a:t>
              </a:r>
              <a:r>
                <a:rPr sz="2500" dirty="0">
                  <a:latin typeface="Symbol"/>
                  <a:cs typeface="Symbol"/>
                </a:rPr>
                <a:t></a:t>
              </a:r>
              <a:r>
                <a:rPr sz="2500" spc="-240" dirty="0">
                  <a:latin typeface="Times New Roman"/>
                  <a:cs typeface="Times New Roman"/>
                </a:rPr>
                <a:t> </a:t>
              </a:r>
              <a:r>
                <a:rPr sz="2500" dirty="0">
                  <a:latin typeface="Times New Roman"/>
                  <a:cs typeface="Times New Roman"/>
                </a:rPr>
                <a:t>0.74</a:t>
              </a:r>
              <a:r>
                <a:rPr sz="2500" spc="75" dirty="0">
                  <a:latin typeface="Times New Roman"/>
                  <a:cs typeface="Times New Roman"/>
                </a:rPr>
                <a:t>3</a:t>
              </a:r>
              <a:r>
                <a:rPr sz="2500" i="1" spc="170" dirty="0">
                  <a:latin typeface="Times New Roman"/>
                  <a:cs typeface="Times New Roman"/>
                </a:rPr>
                <a:t>z</a:t>
              </a:r>
              <a:r>
                <a:rPr sz="2850" spc="-37" baseline="33625" dirty="0">
                  <a:latin typeface="Symbol"/>
                  <a:cs typeface="Symbol"/>
                </a:rPr>
                <a:t></a:t>
              </a:r>
              <a:r>
                <a:rPr sz="2850" spc="-15" baseline="33625" dirty="0">
                  <a:latin typeface="Times New Roman"/>
                  <a:cs typeface="Times New Roman"/>
                </a:rPr>
                <a:t>1</a:t>
              </a:r>
              <a:endParaRPr sz="2850" baseline="33625" dirty="0">
                <a:latin typeface="Times New Roman"/>
                <a:cs typeface="Times New Roman"/>
              </a:endParaRPr>
            </a:p>
          </p:txBody>
        </p:sp>
      </p:grpSp>
      <p:sp>
        <p:nvSpPr>
          <p:cNvPr id="22" name="object 22"/>
          <p:cNvSpPr/>
          <p:nvPr/>
        </p:nvSpPr>
        <p:spPr>
          <a:xfrm>
            <a:off x="6169670" y="2738118"/>
            <a:ext cx="2514599" cy="32156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163299" y="2731764"/>
            <a:ext cx="2527300" cy="3228340"/>
          </a:xfrm>
          <a:custGeom>
            <a:avLst/>
            <a:gdLst/>
            <a:ahLst/>
            <a:cxnLst/>
            <a:rect l="l" t="t" r="r" b="b"/>
            <a:pathLst>
              <a:path w="2527300" h="3228340">
                <a:moveTo>
                  <a:pt x="0" y="3228350"/>
                </a:moveTo>
                <a:lnTo>
                  <a:pt x="2527304" y="3228350"/>
                </a:lnTo>
                <a:lnTo>
                  <a:pt x="2527304" y="0"/>
                </a:lnTo>
                <a:lnTo>
                  <a:pt x="0" y="0"/>
                </a:lnTo>
                <a:lnTo>
                  <a:pt x="0" y="322835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spc="-10" dirty="0"/>
              <a:t>16</a:t>
            </a:r>
          </a:p>
        </p:txBody>
      </p:sp>
      <p:sp>
        <p:nvSpPr>
          <p:cNvPr id="13" name="object 13"/>
          <p:cNvSpPr/>
          <p:nvPr/>
        </p:nvSpPr>
        <p:spPr>
          <a:xfrm>
            <a:off x="2325373" y="2277099"/>
            <a:ext cx="2080260" cy="1460500"/>
          </a:xfrm>
          <a:custGeom>
            <a:avLst/>
            <a:gdLst/>
            <a:ahLst/>
            <a:cxnLst/>
            <a:rect l="l" t="t" r="r" b="b"/>
            <a:pathLst>
              <a:path w="2080260" h="1460500">
                <a:moveTo>
                  <a:pt x="1836822" y="0"/>
                </a:moveTo>
                <a:lnTo>
                  <a:pt x="243410" y="0"/>
                </a:lnTo>
                <a:lnTo>
                  <a:pt x="223446" y="807"/>
                </a:lnTo>
                <a:lnTo>
                  <a:pt x="184915" y="7075"/>
                </a:lnTo>
                <a:lnTo>
                  <a:pt x="148663" y="19131"/>
                </a:lnTo>
                <a:lnTo>
                  <a:pt x="99655" y="46971"/>
                </a:lnTo>
                <a:lnTo>
                  <a:pt x="58593" y="85014"/>
                </a:lnTo>
                <a:lnTo>
                  <a:pt x="27168" y="131568"/>
                </a:lnTo>
                <a:lnTo>
                  <a:pt x="7074" y="184942"/>
                </a:lnTo>
                <a:lnTo>
                  <a:pt x="806" y="223477"/>
                </a:lnTo>
                <a:lnTo>
                  <a:pt x="0" y="243443"/>
                </a:lnTo>
                <a:lnTo>
                  <a:pt x="0" y="1217096"/>
                </a:lnTo>
                <a:lnTo>
                  <a:pt x="3185" y="1256583"/>
                </a:lnTo>
                <a:lnTo>
                  <a:pt x="12409" y="1294039"/>
                </a:lnTo>
                <a:lnTo>
                  <a:pt x="36468" y="1345322"/>
                </a:lnTo>
                <a:lnTo>
                  <a:pt x="71293" y="1389221"/>
                </a:lnTo>
                <a:lnTo>
                  <a:pt x="115191" y="1424044"/>
                </a:lnTo>
                <a:lnTo>
                  <a:pt x="166473" y="1448102"/>
                </a:lnTo>
                <a:lnTo>
                  <a:pt x="203927" y="1457324"/>
                </a:lnTo>
                <a:lnTo>
                  <a:pt x="243410" y="1460510"/>
                </a:lnTo>
                <a:lnTo>
                  <a:pt x="1836822" y="1460510"/>
                </a:lnTo>
                <a:lnTo>
                  <a:pt x="1876309" y="1457324"/>
                </a:lnTo>
                <a:lnTo>
                  <a:pt x="1913768" y="1448102"/>
                </a:lnTo>
                <a:lnTo>
                  <a:pt x="1965056" y="1424044"/>
                </a:lnTo>
                <a:lnTo>
                  <a:pt x="2008961" y="1389221"/>
                </a:lnTo>
                <a:lnTo>
                  <a:pt x="2043791" y="1345322"/>
                </a:lnTo>
                <a:lnTo>
                  <a:pt x="2067854" y="1294039"/>
                </a:lnTo>
                <a:lnTo>
                  <a:pt x="2077079" y="1256583"/>
                </a:lnTo>
                <a:lnTo>
                  <a:pt x="2080266" y="1217096"/>
                </a:lnTo>
                <a:lnTo>
                  <a:pt x="2080266" y="243443"/>
                </a:lnTo>
                <a:lnTo>
                  <a:pt x="2077079" y="203956"/>
                </a:lnTo>
                <a:lnTo>
                  <a:pt x="2067854" y="166497"/>
                </a:lnTo>
                <a:lnTo>
                  <a:pt x="2043791" y="115209"/>
                </a:lnTo>
                <a:lnTo>
                  <a:pt x="2008961" y="71304"/>
                </a:lnTo>
                <a:lnTo>
                  <a:pt x="1965056" y="36474"/>
                </a:lnTo>
                <a:lnTo>
                  <a:pt x="1913768" y="12411"/>
                </a:lnTo>
                <a:lnTo>
                  <a:pt x="1876309" y="3186"/>
                </a:lnTo>
                <a:lnTo>
                  <a:pt x="183682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7567" y="728606"/>
            <a:ext cx="4275455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h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6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8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6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er</a:t>
            </a:r>
            <a:r>
              <a:rPr sz="3400" spc="-1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14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22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an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80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er</a:t>
            </a:r>
            <a:r>
              <a:rPr sz="3400" spc="-8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un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95955" y="2981949"/>
            <a:ext cx="1617980" cy="1905"/>
          </a:xfrm>
          <a:custGeom>
            <a:avLst/>
            <a:gdLst/>
            <a:ahLst/>
            <a:cxnLst/>
            <a:rect l="l" t="t" r="r" b="b"/>
            <a:pathLst>
              <a:path w="1617980" h="1905">
                <a:moveTo>
                  <a:pt x="1617939" y="1584"/>
                </a:moveTo>
                <a:lnTo>
                  <a:pt x="0" y="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237661" y="2939003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5" h="88900">
                <a:moveTo>
                  <a:pt x="82" y="0"/>
                </a:moveTo>
                <a:lnTo>
                  <a:pt x="76233" y="44531"/>
                </a:lnTo>
                <a:lnTo>
                  <a:pt x="0" y="8891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391649" y="3004810"/>
            <a:ext cx="1617980" cy="1905"/>
          </a:xfrm>
          <a:custGeom>
            <a:avLst/>
            <a:gdLst/>
            <a:ahLst/>
            <a:cxnLst/>
            <a:rect l="l" t="t" r="r" b="b"/>
            <a:pathLst>
              <a:path w="1617979" h="1905">
                <a:moveTo>
                  <a:pt x="1617939" y="1584"/>
                </a:moveTo>
                <a:lnTo>
                  <a:pt x="0" y="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933358" y="2961863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5" h="88900">
                <a:moveTo>
                  <a:pt x="91" y="0"/>
                </a:moveTo>
                <a:lnTo>
                  <a:pt x="76230" y="44531"/>
                </a:lnTo>
                <a:lnTo>
                  <a:pt x="0" y="8891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897917" y="2349165"/>
            <a:ext cx="598805" cy="362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04242" y="2313592"/>
            <a:ext cx="617220" cy="362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100" dirty="0">
                <a:latin typeface="Times New Roman"/>
                <a:cs typeface="Times New Roman"/>
              </a:rPr>
              <a:t>u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89115" y="3162525"/>
            <a:ext cx="1231265" cy="431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-25" dirty="0">
                <a:solidFill>
                  <a:srgbClr val="4471C4"/>
                </a:solidFill>
                <a:latin typeface="Calibri"/>
                <a:cs typeface="Calibri"/>
              </a:rPr>
              <a:t>v</a:t>
            </a:r>
            <a:r>
              <a:rPr sz="3200" spc="-10" dirty="0">
                <a:solidFill>
                  <a:srgbClr val="4471C4"/>
                </a:solidFill>
                <a:latin typeface="Calibri"/>
                <a:cs typeface="Calibri"/>
              </a:rPr>
              <a:t>o</a:t>
            </a:r>
            <a:r>
              <a:rPr sz="3200" spc="5" dirty="0">
                <a:solidFill>
                  <a:srgbClr val="4471C4"/>
                </a:solidFill>
                <a:latin typeface="Calibri"/>
                <a:cs typeface="Calibri"/>
              </a:rPr>
              <a:t>l</a:t>
            </a:r>
            <a:r>
              <a:rPr sz="3200" spc="-50" dirty="0">
                <a:solidFill>
                  <a:srgbClr val="4471C4"/>
                </a:solidFill>
                <a:latin typeface="Calibri"/>
                <a:cs typeface="Calibri"/>
              </a:rPr>
              <a:t>t</a:t>
            </a:r>
            <a:r>
              <a:rPr sz="3200" spc="5" dirty="0">
                <a:solidFill>
                  <a:srgbClr val="4471C4"/>
                </a:solidFill>
                <a:latin typeface="Calibri"/>
                <a:cs typeface="Calibri"/>
              </a:rPr>
              <a:t>a</a:t>
            </a:r>
            <a:r>
              <a:rPr sz="3200" spc="-45" dirty="0">
                <a:solidFill>
                  <a:srgbClr val="4471C4"/>
                </a:solidFill>
                <a:latin typeface="Calibri"/>
                <a:cs typeface="Calibri"/>
              </a:rPr>
              <a:t>g</a:t>
            </a:r>
            <a:r>
              <a:rPr sz="3200" spc="-20" dirty="0">
                <a:solidFill>
                  <a:srgbClr val="4471C4"/>
                </a:solidFill>
                <a:latin typeface="Calibri"/>
                <a:cs typeface="Calibri"/>
              </a:rPr>
              <a:t>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77147" y="3119865"/>
            <a:ext cx="1177290" cy="431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5" dirty="0">
                <a:solidFill>
                  <a:srgbClr val="4471C4"/>
                </a:solidFill>
                <a:latin typeface="Calibri"/>
                <a:cs typeface="Calibri"/>
              </a:rPr>
              <a:t>ai</a:t>
            </a:r>
            <a:r>
              <a:rPr sz="3200" dirty="0">
                <a:solidFill>
                  <a:srgbClr val="4471C4"/>
                </a:solidFill>
                <a:latin typeface="Calibri"/>
                <a:cs typeface="Calibri"/>
              </a:rPr>
              <a:t>rfl</a:t>
            </a:r>
            <a:r>
              <a:rPr sz="3200" spc="-30" dirty="0">
                <a:solidFill>
                  <a:srgbClr val="4471C4"/>
                </a:solidFill>
                <a:latin typeface="Calibri"/>
                <a:cs typeface="Calibri"/>
              </a:rPr>
              <a:t>o</a:t>
            </a:r>
            <a:r>
              <a:rPr sz="3200" spc="-25" dirty="0">
                <a:solidFill>
                  <a:srgbClr val="4471C4"/>
                </a:solidFill>
                <a:latin typeface="Calibri"/>
                <a:cs typeface="Calibri"/>
              </a:rPr>
              <a:t>w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325373" y="2277099"/>
            <a:ext cx="2080260" cy="1460500"/>
          </a:xfrm>
          <a:custGeom>
            <a:avLst/>
            <a:gdLst/>
            <a:ahLst/>
            <a:cxnLst/>
            <a:rect l="l" t="t" r="r" b="b"/>
            <a:pathLst>
              <a:path w="2080260" h="1460500">
                <a:moveTo>
                  <a:pt x="1836822" y="0"/>
                </a:moveTo>
                <a:lnTo>
                  <a:pt x="243410" y="0"/>
                </a:lnTo>
                <a:lnTo>
                  <a:pt x="223446" y="807"/>
                </a:lnTo>
                <a:lnTo>
                  <a:pt x="184915" y="7075"/>
                </a:lnTo>
                <a:lnTo>
                  <a:pt x="148663" y="19131"/>
                </a:lnTo>
                <a:lnTo>
                  <a:pt x="99655" y="46971"/>
                </a:lnTo>
                <a:lnTo>
                  <a:pt x="58593" y="85014"/>
                </a:lnTo>
                <a:lnTo>
                  <a:pt x="27168" y="131568"/>
                </a:lnTo>
                <a:lnTo>
                  <a:pt x="7074" y="184942"/>
                </a:lnTo>
                <a:lnTo>
                  <a:pt x="806" y="223477"/>
                </a:lnTo>
                <a:lnTo>
                  <a:pt x="0" y="243443"/>
                </a:lnTo>
                <a:lnTo>
                  <a:pt x="0" y="1217096"/>
                </a:lnTo>
                <a:lnTo>
                  <a:pt x="3185" y="1256583"/>
                </a:lnTo>
                <a:lnTo>
                  <a:pt x="12409" y="1294039"/>
                </a:lnTo>
                <a:lnTo>
                  <a:pt x="36468" y="1345322"/>
                </a:lnTo>
                <a:lnTo>
                  <a:pt x="71293" y="1389221"/>
                </a:lnTo>
                <a:lnTo>
                  <a:pt x="115191" y="1424044"/>
                </a:lnTo>
                <a:lnTo>
                  <a:pt x="166473" y="1448102"/>
                </a:lnTo>
                <a:lnTo>
                  <a:pt x="203927" y="1457324"/>
                </a:lnTo>
                <a:lnTo>
                  <a:pt x="243410" y="1460510"/>
                </a:lnTo>
                <a:lnTo>
                  <a:pt x="1836822" y="1460510"/>
                </a:lnTo>
                <a:lnTo>
                  <a:pt x="1876309" y="1457324"/>
                </a:lnTo>
                <a:lnTo>
                  <a:pt x="1913768" y="1448102"/>
                </a:lnTo>
                <a:lnTo>
                  <a:pt x="1965056" y="1424044"/>
                </a:lnTo>
                <a:lnTo>
                  <a:pt x="2008961" y="1389221"/>
                </a:lnTo>
                <a:lnTo>
                  <a:pt x="2043791" y="1345322"/>
                </a:lnTo>
                <a:lnTo>
                  <a:pt x="2067854" y="1294039"/>
                </a:lnTo>
                <a:lnTo>
                  <a:pt x="2077079" y="1256583"/>
                </a:lnTo>
                <a:lnTo>
                  <a:pt x="2080266" y="1217096"/>
                </a:lnTo>
                <a:lnTo>
                  <a:pt x="2080266" y="243443"/>
                </a:lnTo>
                <a:lnTo>
                  <a:pt x="2077079" y="203956"/>
                </a:lnTo>
                <a:lnTo>
                  <a:pt x="2067854" y="166497"/>
                </a:lnTo>
                <a:lnTo>
                  <a:pt x="2043791" y="115209"/>
                </a:lnTo>
                <a:lnTo>
                  <a:pt x="2008961" y="71304"/>
                </a:lnTo>
                <a:lnTo>
                  <a:pt x="1965056" y="36474"/>
                </a:lnTo>
                <a:lnTo>
                  <a:pt x="1913768" y="12411"/>
                </a:lnTo>
                <a:lnTo>
                  <a:pt x="1876309" y="3186"/>
                </a:lnTo>
                <a:lnTo>
                  <a:pt x="183682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325373" y="2277099"/>
            <a:ext cx="2080260" cy="1460500"/>
          </a:xfrm>
          <a:custGeom>
            <a:avLst/>
            <a:gdLst/>
            <a:ahLst/>
            <a:cxnLst/>
            <a:rect l="l" t="t" r="r" b="b"/>
            <a:pathLst>
              <a:path w="2080260" h="1460500">
                <a:moveTo>
                  <a:pt x="0" y="243443"/>
                </a:moveTo>
                <a:lnTo>
                  <a:pt x="3185" y="203956"/>
                </a:lnTo>
                <a:lnTo>
                  <a:pt x="12409" y="166497"/>
                </a:lnTo>
                <a:lnTo>
                  <a:pt x="36468" y="115209"/>
                </a:lnTo>
                <a:lnTo>
                  <a:pt x="71293" y="71304"/>
                </a:lnTo>
                <a:lnTo>
                  <a:pt x="115191" y="36474"/>
                </a:lnTo>
                <a:lnTo>
                  <a:pt x="166473" y="12411"/>
                </a:lnTo>
                <a:lnTo>
                  <a:pt x="203927" y="3186"/>
                </a:lnTo>
                <a:lnTo>
                  <a:pt x="243410" y="0"/>
                </a:lnTo>
                <a:lnTo>
                  <a:pt x="1836822" y="0"/>
                </a:lnTo>
                <a:lnTo>
                  <a:pt x="1876309" y="3186"/>
                </a:lnTo>
                <a:lnTo>
                  <a:pt x="1913768" y="12411"/>
                </a:lnTo>
                <a:lnTo>
                  <a:pt x="1965056" y="36474"/>
                </a:lnTo>
                <a:lnTo>
                  <a:pt x="2008961" y="71304"/>
                </a:lnTo>
                <a:lnTo>
                  <a:pt x="2043791" y="115209"/>
                </a:lnTo>
                <a:lnTo>
                  <a:pt x="2067854" y="166497"/>
                </a:lnTo>
                <a:lnTo>
                  <a:pt x="2077079" y="203956"/>
                </a:lnTo>
                <a:lnTo>
                  <a:pt x="2080266" y="243443"/>
                </a:lnTo>
                <a:lnTo>
                  <a:pt x="2080266" y="1217096"/>
                </a:lnTo>
                <a:lnTo>
                  <a:pt x="2077079" y="1256583"/>
                </a:lnTo>
                <a:lnTo>
                  <a:pt x="2067854" y="1294039"/>
                </a:lnTo>
                <a:lnTo>
                  <a:pt x="2043791" y="1345322"/>
                </a:lnTo>
                <a:lnTo>
                  <a:pt x="2008961" y="1389221"/>
                </a:lnTo>
                <a:lnTo>
                  <a:pt x="1965056" y="1424044"/>
                </a:lnTo>
                <a:lnTo>
                  <a:pt x="1913768" y="1448102"/>
                </a:lnTo>
                <a:lnTo>
                  <a:pt x="1876309" y="1457324"/>
                </a:lnTo>
                <a:lnTo>
                  <a:pt x="1836822" y="1460510"/>
                </a:lnTo>
                <a:lnTo>
                  <a:pt x="243410" y="1460510"/>
                </a:lnTo>
                <a:lnTo>
                  <a:pt x="203927" y="1457324"/>
                </a:lnTo>
                <a:lnTo>
                  <a:pt x="166473" y="1448102"/>
                </a:lnTo>
                <a:lnTo>
                  <a:pt x="115191" y="1424044"/>
                </a:lnTo>
                <a:lnTo>
                  <a:pt x="71293" y="1389221"/>
                </a:lnTo>
                <a:lnTo>
                  <a:pt x="36468" y="1345322"/>
                </a:lnTo>
                <a:lnTo>
                  <a:pt x="12409" y="1294039"/>
                </a:lnTo>
                <a:lnTo>
                  <a:pt x="3185" y="1256583"/>
                </a:lnTo>
                <a:lnTo>
                  <a:pt x="0" y="1217096"/>
                </a:lnTo>
                <a:lnTo>
                  <a:pt x="0" y="243443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650069" y="3046896"/>
            <a:ext cx="1576070" cy="0"/>
          </a:xfrm>
          <a:custGeom>
            <a:avLst/>
            <a:gdLst/>
            <a:ahLst/>
            <a:cxnLst/>
            <a:rect l="l" t="t" r="r" b="b"/>
            <a:pathLst>
              <a:path w="1576070">
                <a:moveTo>
                  <a:pt x="0" y="0"/>
                </a:moveTo>
                <a:lnTo>
                  <a:pt x="1575664" y="0"/>
                </a:lnTo>
              </a:path>
            </a:pathLst>
          </a:custGeom>
          <a:ln w="136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830413" y="2562758"/>
            <a:ext cx="1186180" cy="436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50" dirty="0">
                <a:latin typeface="Times New Roman"/>
                <a:cs typeface="Times New Roman"/>
              </a:rPr>
              <a:t>0.02</a:t>
            </a:r>
            <a:r>
              <a:rPr sz="2550" spc="200" dirty="0">
                <a:latin typeface="Times New Roman"/>
                <a:cs typeface="Times New Roman"/>
              </a:rPr>
              <a:t>7</a:t>
            </a:r>
            <a:r>
              <a:rPr sz="2550" i="1" spc="170" dirty="0">
                <a:latin typeface="Times New Roman"/>
                <a:cs typeface="Times New Roman"/>
              </a:rPr>
              <a:t>z</a:t>
            </a:r>
            <a:r>
              <a:rPr sz="2850" baseline="33625" dirty="0">
                <a:latin typeface="Symbol"/>
                <a:cs typeface="Symbol"/>
              </a:rPr>
              <a:t></a:t>
            </a:r>
            <a:r>
              <a:rPr sz="2850" spc="7" baseline="33625" dirty="0">
                <a:latin typeface="Times New Roman"/>
                <a:cs typeface="Times New Roman"/>
              </a:rPr>
              <a:t>2</a:t>
            </a:r>
            <a:endParaRPr sz="2850" baseline="33625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623959" y="3061190"/>
            <a:ext cx="1587500" cy="436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50" spc="195" dirty="0">
                <a:latin typeface="Times New Roman"/>
                <a:cs typeface="Times New Roman"/>
              </a:rPr>
              <a:t>1</a:t>
            </a:r>
            <a:r>
              <a:rPr sz="2550" dirty="0">
                <a:latin typeface="Symbol"/>
                <a:cs typeface="Symbol"/>
              </a:rPr>
              <a:t></a:t>
            </a:r>
            <a:r>
              <a:rPr sz="2550" spc="-24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0.74</a:t>
            </a:r>
            <a:r>
              <a:rPr sz="2550" spc="80" dirty="0">
                <a:latin typeface="Times New Roman"/>
                <a:cs typeface="Times New Roman"/>
              </a:rPr>
              <a:t>3</a:t>
            </a:r>
            <a:r>
              <a:rPr sz="2550" i="1" spc="175" dirty="0">
                <a:latin typeface="Times New Roman"/>
                <a:cs typeface="Times New Roman"/>
              </a:rPr>
              <a:t>z</a:t>
            </a:r>
            <a:r>
              <a:rPr sz="2850" baseline="33625" dirty="0">
                <a:latin typeface="Symbol"/>
                <a:cs typeface="Symbol"/>
              </a:rPr>
              <a:t></a:t>
            </a:r>
            <a:r>
              <a:rPr sz="2850" spc="7" baseline="33625" dirty="0">
                <a:latin typeface="Times New Roman"/>
                <a:cs typeface="Times New Roman"/>
              </a:rPr>
              <a:t>1</a:t>
            </a:r>
            <a:endParaRPr sz="2850" baseline="33625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spc="-10" dirty="0"/>
              <a:t>17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FFFBDC5-EED7-844F-D048-25C15BEF21B3}"/>
              </a:ext>
            </a:extLst>
          </p:cNvPr>
          <p:cNvGrpSpPr/>
          <p:nvPr/>
        </p:nvGrpSpPr>
        <p:grpSpPr>
          <a:xfrm>
            <a:off x="550552" y="4497460"/>
            <a:ext cx="8063836" cy="856142"/>
            <a:chOff x="550552" y="4497460"/>
            <a:chExt cx="8063836" cy="856142"/>
          </a:xfrm>
        </p:grpSpPr>
        <p:sp>
          <p:nvSpPr>
            <p:cNvPr id="18" name="object 18"/>
            <p:cNvSpPr/>
            <p:nvPr/>
          </p:nvSpPr>
          <p:spPr>
            <a:xfrm>
              <a:off x="1321033" y="4910993"/>
              <a:ext cx="6588125" cy="0"/>
            </a:xfrm>
            <a:custGeom>
              <a:avLst/>
              <a:gdLst/>
              <a:ahLst/>
              <a:cxnLst/>
              <a:rect l="l" t="t" r="r" b="b"/>
              <a:pathLst>
                <a:path w="6588125">
                  <a:moveTo>
                    <a:pt x="0" y="0"/>
                  </a:moveTo>
                  <a:lnTo>
                    <a:pt x="6587822" y="0"/>
                  </a:lnTo>
                </a:path>
              </a:pathLst>
            </a:custGeom>
            <a:ln w="1152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 txBox="1"/>
            <p:nvPr/>
          </p:nvSpPr>
          <p:spPr>
            <a:xfrm>
              <a:off x="1296625" y="4921168"/>
              <a:ext cx="6592570" cy="43243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150" spc="175" dirty="0">
                  <a:latin typeface="Times New Roman"/>
                  <a:cs typeface="Times New Roman"/>
                </a:rPr>
                <a:t>1</a:t>
              </a:r>
              <a:r>
                <a:rPr sz="2150" spc="140" dirty="0">
                  <a:latin typeface="Symbol"/>
                  <a:cs typeface="Symbol"/>
                </a:rPr>
                <a:t></a:t>
              </a:r>
              <a:r>
                <a:rPr sz="2150" spc="5" dirty="0">
                  <a:latin typeface="Times New Roman"/>
                  <a:cs typeface="Times New Roman"/>
                </a:rPr>
                <a:t>1.74</a:t>
              </a:r>
              <a:r>
                <a:rPr sz="2150" spc="75" dirty="0">
                  <a:latin typeface="Times New Roman"/>
                  <a:cs typeface="Times New Roman"/>
                </a:rPr>
                <a:t>3</a:t>
              </a:r>
              <a:r>
                <a:rPr sz="2150" i="1" spc="155" dirty="0">
                  <a:latin typeface="Times New Roman"/>
                  <a:cs typeface="Times New Roman"/>
                </a:rPr>
                <a:t>z</a:t>
              </a:r>
              <a:r>
                <a:rPr sz="2400" spc="7" baseline="32986" dirty="0">
                  <a:latin typeface="Symbol"/>
                  <a:cs typeface="Symbol"/>
                </a:rPr>
                <a:t></a:t>
              </a:r>
              <a:r>
                <a:rPr sz="2400" spc="22" baseline="34722" dirty="0">
                  <a:latin typeface="Times New Roman"/>
                  <a:cs typeface="Times New Roman"/>
                </a:rPr>
                <a:t>1</a:t>
              </a:r>
              <a:r>
                <a:rPr sz="2400" spc="60" baseline="34722" dirty="0">
                  <a:latin typeface="Times New Roman"/>
                  <a:cs typeface="Times New Roman"/>
                </a:rPr>
                <a:t> </a:t>
              </a:r>
              <a:r>
                <a:rPr sz="2150" spc="10" dirty="0">
                  <a:latin typeface="Symbol"/>
                  <a:cs typeface="Symbol"/>
                </a:rPr>
                <a:t></a:t>
              </a:r>
              <a:r>
                <a:rPr sz="2150" spc="-200" dirty="0">
                  <a:latin typeface="Times New Roman"/>
                  <a:cs typeface="Times New Roman"/>
                </a:rPr>
                <a:t> </a:t>
              </a:r>
              <a:r>
                <a:rPr sz="4350" spc="-172" baseline="-2873" dirty="0">
                  <a:latin typeface="Symbol"/>
                  <a:cs typeface="Symbol"/>
                </a:rPr>
                <a:t></a:t>
              </a:r>
              <a:r>
                <a:rPr sz="2150" spc="5" dirty="0">
                  <a:latin typeface="Times New Roman"/>
                  <a:cs typeface="Times New Roman"/>
                </a:rPr>
                <a:t>0.743</a:t>
              </a:r>
              <a:r>
                <a:rPr sz="2150" spc="-265" dirty="0">
                  <a:latin typeface="Times New Roman"/>
                  <a:cs typeface="Times New Roman"/>
                </a:rPr>
                <a:t> </a:t>
              </a:r>
              <a:r>
                <a:rPr sz="2150" spc="10" dirty="0">
                  <a:latin typeface="Symbol"/>
                  <a:cs typeface="Symbol"/>
                </a:rPr>
                <a:t></a:t>
              </a:r>
              <a:r>
                <a:rPr sz="2150" spc="-170" dirty="0">
                  <a:latin typeface="Times New Roman"/>
                  <a:cs typeface="Times New Roman"/>
                </a:rPr>
                <a:t> </a:t>
              </a:r>
              <a:r>
                <a:rPr sz="2150" spc="5" dirty="0">
                  <a:latin typeface="Times New Roman"/>
                  <a:cs typeface="Times New Roman"/>
                </a:rPr>
                <a:t>0.027</a:t>
              </a:r>
              <a:r>
                <a:rPr sz="2150" spc="-60" dirty="0">
                  <a:latin typeface="Times New Roman"/>
                  <a:cs typeface="Times New Roman"/>
                </a:rPr>
                <a:t> </a:t>
              </a:r>
              <a:r>
                <a:rPr sz="2150" i="1" spc="70" dirty="0">
                  <a:latin typeface="Times New Roman"/>
                  <a:cs typeface="Times New Roman"/>
                </a:rPr>
                <a:t>f</a:t>
              </a:r>
              <a:r>
                <a:rPr sz="2400" spc="22" baseline="-19097" dirty="0">
                  <a:latin typeface="Times New Roman"/>
                  <a:cs typeface="Times New Roman"/>
                </a:rPr>
                <a:t>0</a:t>
              </a:r>
              <a:r>
                <a:rPr sz="2400" spc="247" baseline="-19097" dirty="0">
                  <a:latin typeface="Times New Roman"/>
                  <a:cs typeface="Times New Roman"/>
                </a:rPr>
                <a:t> </a:t>
              </a:r>
              <a:r>
                <a:rPr sz="2150" spc="10" dirty="0">
                  <a:latin typeface="Symbol"/>
                  <a:cs typeface="Symbol"/>
                </a:rPr>
                <a:t></a:t>
              </a:r>
              <a:r>
                <a:rPr sz="2150" spc="-170" dirty="0">
                  <a:latin typeface="Times New Roman"/>
                  <a:cs typeface="Times New Roman"/>
                </a:rPr>
                <a:t> </a:t>
              </a:r>
              <a:r>
                <a:rPr sz="2150" spc="5" dirty="0">
                  <a:latin typeface="Times New Roman"/>
                  <a:cs typeface="Times New Roman"/>
                </a:rPr>
                <a:t>0.02</a:t>
              </a:r>
              <a:r>
                <a:rPr sz="2150" spc="75" dirty="0">
                  <a:latin typeface="Times New Roman"/>
                  <a:cs typeface="Times New Roman"/>
                </a:rPr>
                <a:t>7</a:t>
              </a:r>
              <a:r>
                <a:rPr sz="2150" i="1" spc="90" dirty="0">
                  <a:latin typeface="Times New Roman"/>
                  <a:cs typeface="Times New Roman"/>
                </a:rPr>
                <a:t>k</a:t>
              </a:r>
              <a:r>
                <a:rPr sz="2400" i="1" spc="15" baseline="-19097" dirty="0">
                  <a:latin typeface="Times New Roman"/>
                  <a:cs typeface="Times New Roman"/>
                </a:rPr>
                <a:t>I</a:t>
              </a:r>
              <a:r>
                <a:rPr sz="2400" i="1" spc="209" baseline="-19097" dirty="0">
                  <a:latin typeface="Times New Roman"/>
                  <a:cs typeface="Times New Roman"/>
                </a:rPr>
                <a:t> </a:t>
              </a:r>
              <a:r>
                <a:rPr sz="4350" spc="-382" baseline="-2873" dirty="0">
                  <a:latin typeface="Symbol"/>
                  <a:cs typeface="Symbol"/>
                </a:rPr>
                <a:t></a:t>
              </a:r>
              <a:r>
                <a:rPr sz="4350" spc="-532" baseline="-2873" dirty="0">
                  <a:latin typeface="Times New Roman"/>
                  <a:cs typeface="Times New Roman"/>
                </a:rPr>
                <a:t> </a:t>
              </a:r>
              <a:r>
                <a:rPr sz="2150" i="1" spc="155" dirty="0">
                  <a:latin typeface="Times New Roman"/>
                  <a:cs typeface="Times New Roman"/>
                </a:rPr>
                <a:t>z</a:t>
              </a:r>
              <a:r>
                <a:rPr sz="2400" spc="7" baseline="32986" dirty="0">
                  <a:latin typeface="Symbol"/>
                  <a:cs typeface="Symbol"/>
                </a:rPr>
                <a:t></a:t>
              </a:r>
              <a:r>
                <a:rPr sz="2400" spc="22" baseline="34722" dirty="0">
                  <a:latin typeface="Times New Roman"/>
                  <a:cs typeface="Times New Roman"/>
                </a:rPr>
                <a:t>2</a:t>
              </a:r>
              <a:r>
                <a:rPr sz="2400" spc="247" baseline="34722" dirty="0">
                  <a:latin typeface="Times New Roman"/>
                  <a:cs typeface="Times New Roman"/>
                </a:rPr>
                <a:t> </a:t>
              </a:r>
              <a:r>
                <a:rPr sz="2150" spc="10" dirty="0">
                  <a:latin typeface="Symbol"/>
                  <a:cs typeface="Symbol"/>
                </a:rPr>
                <a:t></a:t>
              </a:r>
              <a:r>
                <a:rPr sz="2150" spc="-200" dirty="0">
                  <a:latin typeface="Times New Roman"/>
                  <a:cs typeface="Times New Roman"/>
                </a:rPr>
                <a:t> </a:t>
              </a:r>
              <a:r>
                <a:rPr sz="2150" spc="5" dirty="0">
                  <a:latin typeface="Times New Roman"/>
                  <a:cs typeface="Times New Roman"/>
                </a:rPr>
                <a:t>0.027</a:t>
              </a:r>
              <a:r>
                <a:rPr sz="2150" spc="-60" dirty="0">
                  <a:latin typeface="Times New Roman"/>
                  <a:cs typeface="Times New Roman"/>
                </a:rPr>
                <a:t> </a:t>
              </a:r>
              <a:r>
                <a:rPr sz="2150" i="1" spc="70" dirty="0">
                  <a:latin typeface="Times New Roman"/>
                  <a:cs typeface="Times New Roman"/>
                </a:rPr>
                <a:t>f</a:t>
              </a:r>
              <a:r>
                <a:rPr sz="2400" spc="22" baseline="-19097" dirty="0">
                  <a:latin typeface="Times New Roman"/>
                  <a:cs typeface="Times New Roman"/>
                </a:rPr>
                <a:t>0</a:t>
              </a:r>
              <a:r>
                <a:rPr sz="2400" spc="-315" baseline="-19097" dirty="0">
                  <a:latin typeface="Times New Roman"/>
                  <a:cs typeface="Times New Roman"/>
                </a:rPr>
                <a:t> </a:t>
              </a:r>
              <a:r>
                <a:rPr sz="2150" i="1" spc="155" dirty="0">
                  <a:latin typeface="Times New Roman"/>
                  <a:cs typeface="Times New Roman"/>
                </a:rPr>
                <a:t>z</a:t>
              </a:r>
              <a:r>
                <a:rPr sz="2400" spc="7" baseline="32986" dirty="0">
                  <a:latin typeface="Symbol"/>
                  <a:cs typeface="Symbol"/>
                </a:rPr>
                <a:t></a:t>
              </a:r>
              <a:r>
                <a:rPr sz="2400" spc="22" baseline="34722" dirty="0">
                  <a:latin typeface="Times New Roman"/>
                  <a:cs typeface="Times New Roman"/>
                </a:rPr>
                <a:t>3</a:t>
              </a:r>
              <a:endParaRPr sz="2400" baseline="34722">
                <a:latin typeface="Times New Roman"/>
                <a:cs typeface="Times New Roman"/>
              </a:endParaRPr>
            </a:p>
          </p:txBody>
        </p:sp>
        <p:sp>
          <p:nvSpPr>
            <p:cNvPr id="20" name="object 20"/>
            <p:cNvSpPr txBox="1"/>
            <p:nvPr/>
          </p:nvSpPr>
          <p:spPr>
            <a:xfrm>
              <a:off x="3974646" y="4497460"/>
              <a:ext cx="1255395" cy="37401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897890" algn="l"/>
                </a:tabLst>
              </a:pPr>
              <a:r>
                <a:rPr sz="2150" spc="5" dirty="0">
                  <a:latin typeface="Times New Roman"/>
                  <a:cs typeface="Times New Roman"/>
                </a:rPr>
                <a:t>0.02</a:t>
              </a:r>
              <a:r>
                <a:rPr sz="2150" spc="75" dirty="0">
                  <a:latin typeface="Times New Roman"/>
                  <a:cs typeface="Times New Roman"/>
                </a:rPr>
                <a:t>7</a:t>
              </a:r>
              <a:r>
                <a:rPr sz="2150" i="1" spc="5" dirty="0">
                  <a:latin typeface="Times New Roman"/>
                  <a:cs typeface="Times New Roman"/>
                </a:rPr>
                <a:t>k</a:t>
              </a:r>
              <a:r>
                <a:rPr sz="2150" i="1" dirty="0">
                  <a:latin typeface="Times New Roman"/>
                  <a:cs typeface="Times New Roman"/>
                </a:rPr>
                <a:t>	</a:t>
              </a:r>
              <a:r>
                <a:rPr sz="2150" i="1" spc="155" dirty="0">
                  <a:latin typeface="Times New Roman"/>
                  <a:cs typeface="Times New Roman"/>
                </a:rPr>
                <a:t>z</a:t>
              </a:r>
              <a:r>
                <a:rPr sz="2400" spc="7" baseline="34722" dirty="0">
                  <a:latin typeface="Symbol"/>
                  <a:cs typeface="Symbol"/>
                </a:rPr>
                <a:t></a:t>
              </a:r>
              <a:r>
                <a:rPr sz="2400" spc="22" baseline="34722" dirty="0">
                  <a:latin typeface="Times New Roman"/>
                  <a:cs typeface="Times New Roman"/>
                </a:rPr>
                <a:t>2</a:t>
              </a:r>
              <a:endParaRPr sz="2400" baseline="34722">
                <a:latin typeface="Times New Roman"/>
                <a:cs typeface="Times New Roman"/>
              </a:endParaRPr>
            </a:p>
          </p:txBody>
        </p:sp>
        <p:sp>
          <p:nvSpPr>
            <p:cNvPr id="21" name="object 21"/>
            <p:cNvSpPr txBox="1"/>
            <p:nvPr/>
          </p:nvSpPr>
          <p:spPr>
            <a:xfrm>
              <a:off x="550552" y="4740407"/>
              <a:ext cx="715010" cy="30670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150" i="1" spc="90" dirty="0">
                  <a:latin typeface="Times New Roman"/>
                  <a:cs typeface="Times New Roman"/>
                </a:rPr>
                <a:t>y</a:t>
              </a:r>
              <a:r>
                <a:rPr sz="2150" spc="60" dirty="0">
                  <a:latin typeface="Times New Roman"/>
                  <a:cs typeface="Times New Roman"/>
                </a:rPr>
                <a:t>(</a:t>
              </a:r>
              <a:r>
                <a:rPr sz="2150" i="1" spc="5" dirty="0">
                  <a:latin typeface="Times New Roman"/>
                  <a:cs typeface="Times New Roman"/>
                </a:rPr>
                <a:t>k</a:t>
              </a:r>
              <a:r>
                <a:rPr sz="2150" i="1" spc="-350" dirty="0">
                  <a:latin typeface="Times New Roman"/>
                  <a:cs typeface="Times New Roman"/>
                </a:rPr>
                <a:t> </a:t>
              </a:r>
              <a:r>
                <a:rPr sz="2150" spc="5" dirty="0">
                  <a:latin typeface="Times New Roman"/>
                  <a:cs typeface="Times New Roman"/>
                </a:rPr>
                <a:t>)</a:t>
              </a:r>
              <a:r>
                <a:rPr sz="2150" spc="-40" dirty="0">
                  <a:latin typeface="Times New Roman"/>
                  <a:cs typeface="Times New Roman"/>
                </a:rPr>
                <a:t> </a:t>
              </a:r>
              <a:r>
                <a:rPr sz="2150" spc="10" dirty="0">
                  <a:latin typeface="Symbol"/>
                  <a:cs typeface="Symbol"/>
                </a:rPr>
                <a:t></a:t>
              </a:r>
              <a:endParaRPr sz="2150">
                <a:latin typeface="Symbol"/>
                <a:cs typeface="Symbol"/>
              </a:endParaRPr>
            </a:p>
          </p:txBody>
        </p:sp>
        <p:sp>
          <p:nvSpPr>
            <p:cNvPr id="22" name="object 22"/>
            <p:cNvSpPr txBox="1"/>
            <p:nvPr/>
          </p:nvSpPr>
          <p:spPr>
            <a:xfrm>
              <a:off x="7969863" y="4744709"/>
              <a:ext cx="644525" cy="36068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150" i="1" spc="10" dirty="0">
                  <a:latin typeface="Times New Roman"/>
                  <a:cs typeface="Times New Roman"/>
                </a:rPr>
                <a:t>y</a:t>
              </a:r>
              <a:r>
                <a:rPr sz="2400" i="1" spc="22" baseline="-19097" dirty="0">
                  <a:latin typeface="Times New Roman"/>
                  <a:cs typeface="Times New Roman"/>
                </a:rPr>
                <a:t>d</a:t>
              </a:r>
              <a:r>
                <a:rPr sz="2400" i="1" spc="7" baseline="-19097" dirty="0">
                  <a:latin typeface="Times New Roman"/>
                  <a:cs typeface="Times New Roman"/>
                </a:rPr>
                <a:t> </a:t>
              </a:r>
              <a:r>
                <a:rPr sz="2150" spc="60" dirty="0">
                  <a:latin typeface="Times New Roman"/>
                  <a:cs typeface="Times New Roman"/>
                </a:rPr>
                <a:t>(</a:t>
              </a:r>
              <a:r>
                <a:rPr sz="2150" i="1" spc="5" dirty="0">
                  <a:latin typeface="Times New Roman"/>
                  <a:cs typeface="Times New Roman"/>
                </a:rPr>
                <a:t>k</a:t>
              </a:r>
              <a:r>
                <a:rPr sz="2150" i="1" spc="-350" dirty="0">
                  <a:latin typeface="Times New Roman"/>
                  <a:cs typeface="Times New Roman"/>
                </a:rPr>
                <a:t> </a:t>
              </a:r>
              <a:r>
                <a:rPr sz="2150" spc="5" dirty="0">
                  <a:latin typeface="Times New Roman"/>
                  <a:cs typeface="Times New Roman"/>
                </a:rPr>
                <a:t>)</a:t>
              </a:r>
              <a:endParaRPr sz="2150">
                <a:latin typeface="Times New Roman"/>
                <a:cs typeface="Times New Roman"/>
              </a:endParaRPr>
            </a:p>
          </p:txBody>
        </p:sp>
        <p:sp>
          <p:nvSpPr>
            <p:cNvPr id="23" name="object 23"/>
            <p:cNvSpPr txBox="1"/>
            <p:nvPr/>
          </p:nvSpPr>
          <p:spPr>
            <a:xfrm>
              <a:off x="4741193" y="4696735"/>
              <a:ext cx="94615" cy="23304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i="1" spc="10" dirty="0">
                  <a:latin typeface="Times New Roman"/>
                  <a:cs typeface="Times New Roman"/>
                </a:rPr>
                <a:t>I</a:t>
              </a:r>
              <a:endParaRPr sz="1600">
                <a:latin typeface="Times New Roman"/>
                <a:cs typeface="Times New Roman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4299" rIns="0" bIns="0" rtlCol="0">
            <a:spAutoFit/>
          </a:bodyPr>
          <a:lstStyle/>
          <a:p>
            <a:pPr marL="135255">
              <a:lnSpc>
                <a:spcPct val="100000"/>
              </a:lnSpc>
            </a:pPr>
            <a:r>
              <a:rPr dirty="0"/>
              <a:t>H</a:t>
            </a:r>
            <a:r>
              <a:rPr spc="-5" dirty="0"/>
              <a:t>i</a:t>
            </a:r>
            <a:r>
              <a:rPr spc="-25" dirty="0"/>
              <a:t>g</a:t>
            </a:r>
            <a:r>
              <a:rPr spc="-10" dirty="0"/>
              <a:t>h</a:t>
            </a:r>
            <a:r>
              <a:rPr spc="-15" dirty="0"/>
              <a:t>er</a:t>
            </a:r>
            <a:r>
              <a:rPr spc="-100" dirty="0">
                <a:latin typeface="Times New Roman"/>
                <a:cs typeface="Times New Roman"/>
              </a:rPr>
              <a:t> </a:t>
            </a:r>
            <a:r>
              <a:rPr spc="5" dirty="0"/>
              <a:t>O</a:t>
            </a:r>
            <a:r>
              <a:rPr spc="-65" dirty="0"/>
              <a:t>r</a:t>
            </a:r>
            <a:r>
              <a:rPr spc="-10" dirty="0"/>
              <a:t>d</a:t>
            </a:r>
            <a:r>
              <a:rPr spc="-15" dirty="0"/>
              <a:t>er</a:t>
            </a:r>
            <a:r>
              <a:rPr spc="-114" dirty="0">
                <a:latin typeface="Times New Roman"/>
                <a:cs typeface="Times New Roman"/>
              </a:rPr>
              <a:t> </a:t>
            </a:r>
            <a:r>
              <a:rPr spc="-45" dirty="0"/>
              <a:t>S</a:t>
            </a:r>
            <a:r>
              <a:rPr spc="-60" dirty="0"/>
              <a:t>y</a:t>
            </a:r>
            <a:r>
              <a:rPr spc="-50" dirty="0"/>
              <a:t>s</a:t>
            </a:r>
            <a:r>
              <a:rPr spc="-55" dirty="0"/>
              <a:t>t</a:t>
            </a:r>
            <a:r>
              <a:rPr spc="-15" dirty="0"/>
              <a:t>e</a:t>
            </a:r>
            <a:r>
              <a:rPr spc="-30" dirty="0"/>
              <a:t>m</a:t>
            </a:r>
            <a:r>
              <a:rPr dirty="0"/>
              <a:t>s</a:t>
            </a:r>
          </a:p>
        </p:txBody>
      </p:sp>
      <p:sp>
        <p:nvSpPr>
          <p:cNvPr id="5" name="object 5"/>
          <p:cNvSpPr/>
          <p:nvPr/>
        </p:nvSpPr>
        <p:spPr>
          <a:xfrm>
            <a:off x="2058673" y="2061210"/>
            <a:ext cx="4973320" cy="1717039"/>
          </a:xfrm>
          <a:custGeom>
            <a:avLst/>
            <a:gdLst/>
            <a:ahLst/>
            <a:cxnLst/>
            <a:rect l="l" t="t" r="r" b="b"/>
            <a:pathLst>
              <a:path w="4973320" h="1717039">
                <a:moveTo>
                  <a:pt x="4687128" y="0"/>
                </a:moveTo>
                <a:lnTo>
                  <a:pt x="286179" y="0"/>
                </a:lnTo>
                <a:lnTo>
                  <a:pt x="262707" y="948"/>
                </a:lnTo>
                <a:lnTo>
                  <a:pt x="217406" y="8317"/>
                </a:lnTo>
                <a:lnTo>
                  <a:pt x="174783" y="22490"/>
                </a:lnTo>
                <a:lnTo>
                  <a:pt x="135430" y="42878"/>
                </a:lnTo>
                <a:lnTo>
                  <a:pt x="99935" y="68891"/>
                </a:lnTo>
                <a:lnTo>
                  <a:pt x="68887" y="99940"/>
                </a:lnTo>
                <a:lnTo>
                  <a:pt x="42875" y="135436"/>
                </a:lnTo>
                <a:lnTo>
                  <a:pt x="22488" y="174788"/>
                </a:lnTo>
                <a:lnTo>
                  <a:pt x="8316" y="217409"/>
                </a:lnTo>
                <a:lnTo>
                  <a:pt x="948" y="262707"/>
                </a:lnTo>
                <a:lnTo>
                  <a:pt x="0" y="286176"/>
                </a:lnTo>
                <a:lnTo>
                  <a:pt x="0" y="1430883"/>
                </a:lnTo>
                <a:lnTo>
                  <a:pt x="3745" y="1477299"/>
                </a:lnTo>
                <a:lnTo>
                  <a:pt x="14589" y="1521329"/>
                </a:lnTo>
                <a:lnTo>
                  <a:pt x="31942" y="1562386"/>
                </a:lnTo>
                <a:lnTo>
                  <a:pt x="55214" y="1599879"/>
                </a:lnTo>
                <a:lnTo>
                  <a:pt x="83818" y="1633221"/>
                </a:lnTo>
                <a:lnTo>
                  <a:pt x="117163" y="1661821"/>
                </a:lnTo>
                <a:lnTo>
                  <a:pt x="154661" y="1685091"/>
                </a:lnTo>
                <a:lnTo>
                  <a:pt x="195723" y="1702442"/>
                </a:lnTo>
                <a:lnTo>
                  <a:pt x="239758" y="1713284"/>
                </a:lnTo>
                <a:lnTo>
                  <a:pt x="286179" y="1717029"/>
                </a:lnTo>
                <a:lnTo>
                  <a:pt x="4687128" y="1717029"/>
                </a:lnTo>
                <a:lnTo>
                  <a:pt x="4733552" y="1713284"/>
                </a:lnTo>
                <a:lnTo>
                  <a:pt x="4777589" y="1702442"/>
                </a:lnTo>
                <a:lnTo>
                  <a:pt x="4818651" y="1685091"/>
                </a:lnTo>
                <a:lnTo>
                  <a:pt x="4856149" y="1661821"/>
                </a:lnTo>
                <a:lnTo>
                  <a:pt x="4889493" y="1633221"/>
                </a:lnTo>
                <a:lnTo>
                  <a:pt x="4918095" y="1599879"/>
                </a:lnTo>
                <a:lnTo>
                  <a:pt x="4941366" y="1562386"/>
                </a:lnTo>
                <a:lnTo>
                  <a:pt x="4958717" y="1521329"/>
                </a:lnTo>
                <a:lnTo>
                  <a:pt x="4969560" y="1477299"/>
                </a:lnTo>
                <a:lnTo>
                  <a:pt x="4973305" y="1430883"/>
                </a:lnTo>
                <a:lnTo>
                  <a:pt x="4973305" y="286176"/>
                </a:lnTo>
                <a:lnTo>
                  <a:pt x="4969560" y="239760"/>
                </a:lnTo>
                <a:lnTo>
                  <a:pt x="4958717" y="195727"/>
                </a:lnTo>
                <a:lnTo>
                  <a:pt x="4941366" y="154667"/>
                </a:lnTo>
                <a:lnTo>
                  <a:pt x="4918095" y="117169"/>
                </a:lnTo>
                <a:lnTo>
                  <a:pt x="4889493" y="83823"/>
                </a:lnTo>
                <a:lnTo>
                  <a:pt x="4856149" y="55219"/>
                </a:lnTo>
                <a:lnTo>
                  <a:pt x="4818651" y="31944"/>
                </a:lnTo>
                <a:lnTo>
                  <a:pt x="4777589" y="14590"/>
                </a:lnTo>
                <a:lnTo>
                  <a:pt x="4733552" y="3745"/>
                </a:lnTo>
                <a:lnTo>
                  <a:pt x="468712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058673" y="2061210"/>
            <a:ext cx="4973320" cy="1717039"/>
          </a:xfrm>
          <a:custGeom>
            <a:avLst/>
            <a:gdLst/>
            <a:ahLst/>
            <a:cxnLst/>
            <a:rect l="l" t="t" r="r" b="b"/>
            <a:pathLst>
              <a:path w="4973320" h="1717039">
                <a:moveTo>
                  <a:pt x="0" y="286176"/>
                </a:moveTo>
                <a:lnTo>
                  <a:pt x="3745" y="239760"/>
                </a:lnTo>
                <a:lnTo>
                  <a:pt x="14589" y="195727"/>
                </a:lnTo>
                <a:lnTo>
                  <a:pt x="31942" y="154667"/>
                </a:lnTo>
                <a:lnTo>
                  <a:pt x="55214" y="117169"/>
                </a:lnTo>
                <a:lnTo>
                  <a:pt x="83818" y="83823"/>
                </a:lnTo>
                <a:lnTo>
                  <a:pt x="117163" y="55219"/>
                </a:lnTo>
                <a:lnTo>
                  <a:pt x="154661" y="31944"/>
                </a:lnTo>
                <a:lnTo>
                  <a:pt x="195723" y="14590"/>
                </a:lnTo>
                <a:lnTo>
                  <a:pt x="239758" y="3745"/>
                </a:lnTo>
                <a:lnTo>
                  <a:pt x="286179" y="0"/>
                </a:lnTo>
                <a:lnTo>
                  <a:pt x="4687128" y="0"/>
                </a:lnTo>
                <a:lnTo>
                  <a:pt x="4733552" y="3745"/>
                </a:lnTo>
                <a:lnTo>
                  <a:pt x="4777589" y="14590"/>
                </a:lnTo>
                <a:lnTo>
                  <a:pt x="4818651" y="31944"/>
                </a:lnTo>
                <a:lnTo>
                  <a:pt x="4856149" y="55219"/>
                </a:lnTo>
                <a:lnTo>
                  <a:pt x="4889493" y="83823"/>
                </a:lnTo>
                <a:lnTo>
                  <a:pt x="4918095" y="117169"/>
                </a:lnTo>
                <a:lnTo>
                  <a:pt x="4941366" y="154667"/>
                </a:lnTo>
                <a:lnTo>
                  <a:pt x="4958717" y="195727"/>
                </a:lnTo>
                <a:lnTo>
                  <a:pt x="4969560" y="239760"/>
                </a:lnTo>
                <a:lnTo>
                  <a:pt x="4973305" y="286176"/>
                </a:lnTo>
                <a:lnTo>
                  <a:pt x="4973305" y="1430883"/>
                </a:lnTo>
                <a:lnTo>
                  <a:pt x="4969560" y="1477299"/>
                </a:lnTo>
                <a:lnTo>
                  <a:pt x="4958717" y="1521329"/>
                </a:lnTo>
                <a:lnTo>
                  <a:pt x="4941366" y="1562386"/>
                </a:lnTo>
                <a:lnTo>
                  <a:pt x="4918095" y="1599879"/>
                </a:lnTo>
                <a:lnTo>
                  <a:pt x="4889493" y="1633221"/>
                </a:lnTo>
                <a:lnTo>
                  <a:pt x="4856149" y="1661821"/>
                </a:lnTo>
                <a:lnTo>
                  <a:pt x="4818651" y="1685091"/>
                </a:lnTo>
                <a:lnTo>
                  <a:pt x="4777589" y="1702442"/>
                </a:lnTo>
                <a:lnTo>
                  <a:pt x="4733552" y="1713284"/>
                </a:lnTo>
                <a:lnTo>
                  <a:pt x="4687128" y="1717029"/>
                </a:lnTo>
                <a:lnTo>
                  <a:pt x="286179" y="1717029"/>
                </a:lnTo>
                <a:lnTo>
                  <a:pt x="239758" y="1713284"/>
                </a:lnTo>
                <a:lnTo>
                  <a:pt x="195723" y="1702442"/>
                </a:lnTo>
                <a:lnTo>
                  <a:pt x="154661" y="1685091"/>
                </a:lnTo>
                <a:lnTo>
                  <a:pt x="117163" y="1661821"/>
                </a:lnTo>
                <a:lnTo>
                  <a:pt x="83818" y="1633221"/>
                </a:lnTo>
                <a:lnTo>
                  <a:pt x="55214" y="1599879"/>
                </a:lnTo>
                <a:lnTo>
                  <a:pt x="31942" y="1562386"/>
                </a:lnTo>
                <a:lnTo>
                  <a:pt x="14589" y="1521329"/>
                </a:lnTo>
                <a:lnTo>
                  <a:pt x="3745" y="1477299"/>
                </a:lnTo>
                <a:lnTo>
                  <a:pt x="0" y="1430883"/>
                </a:lnTo>
                <a:lnTo>
                  <a:pt x="0" y="286176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01311" y="2961650"/>
            <a:ext cx="1617980" cy="1905"/>
          </a:xfrm>
          <a:custGeom>
            <a:avLst/>
            <a:gdLst/>
            <a:ahLst/>
            <a:cxnLst/>
            <a:rect l="l" t="t" r="r" b="b"/>
            <a:pathLst>
              <a:path w="1617980" h="1905">
                <a:moveTo>
                  <a:pt x="1617951" y="1554"/>
                </a:moveTo>
                <a:lnTo>
                  <a:pt x="0" y="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43029" y="2918673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5" h="88900">
                <a:moveTo>
                  <a:pt x="70" y="0"/>
                </a:moveTo>
                <a:lnTo>
                  <a:pt x="76233" y="44531"/>
                </a:lnTo>
                <a:lnTo>
                  <a:pt x="0" y="8891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025640" y="2948940"/>
            <a:ext cx="1617980" cy="1905"/>
          </a:xfrm>
          <a:custGeom>
            <a:avLst/>
            <a:gdLst/>
            <a:ahLst/>
            <a:cxnLst/>
            <a:rect l="l" t="t" r="r" b="b"/>
            <a:pathLst>
              <a:path w="1617979" h="1905">
                <a:moveTo>
                  <a:pt x="1617939" y="1554"/>
                </a:moveTo>
                <a:lnTo>
                  <a:pt x="0" y="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567348" y="2905993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4" h="88900">
                <a:moveTo>
                  <a:pt x="60" y="0"/>
                </a:moveTo>
                <a:lnTo>
                  <a:pt x="76230" y="44531"/>
                </a:lnTo>
                <a:lnTo>
                  <a:pt x="0" y="88879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785906" y="2293718"/>
            <a:ext cx="287655" cy="436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-5" dirty="0">
                <a:latin typeface="Times New Roman"/>
                <a:cs typeface="Times New Roman"/>
              </a:rPr>
              <a:t>y</a:t>
            </a:r>
            <a:r>
              <a:rPr sz="3000" i="1" spc="-30" baseline="-19444" dirty="0">
                <a:latin typeface="Times New Roman"/>
                <a:cs typeface="Times New Roman"/>
              </a:rPr>
              <a:t>k</a:t>
            </a:r>
            <a:endParaRPr sz="3000" baseline="-19444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59648" y="2293718"/>
            <a:ext cx="308610" cy="436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10" dirty="0">
                <a:latin typeface="Times New Roman"/>
                <a:cs typeface="Times New Roman"/>
              </a:rPr>
              <a:t>u</a:t>
            </a:r>
            <a:r>
              <a:rPr sz="3000" i="1" spc="-30" baseline="-19444" dirty="0">
                <a:latin typeface="Times New Roman"/>
                <a:cs typeface="Times New Roman"/>
              </a:rPr>
              <a:t>k</a:t>
            </a:r>
            <a:endParaRPr sz="3000" baseline="-19444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84209" y="3142167"/>
            <a:ext cx="922019" cy="919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60960">
              <a:lnSpc>
                <a:spcPct val="100000"/>
              </a:lnSpc>
            </a:pPr>
            <a:r>
              <a:rPr sz="3200" spc="-5" dirty="0">
                <a:solidFill>
                  <a:srgbClr val="4471C4"/>
                </a:solidFill>
                <a:latin typeface="Calibri"/>
                <a:cs typeface="Calibri"/>
              </a:rPr>
              <a:t>p</a:t>
            </a:r>
            <a:r>
              <a:rPr sz="3200" dirty="0">
                <a:solidFill>
                  <a:srgbClr val="4471C4"/>
                </a:solidFill>
                <a:latin typeface="Calibri"/>
                <a:cs typeface="Calibri"/>
              </a:rPr>
              <a:t>i</a:t>
            </a:r>
            <a:r>
              <a:rPr sz="3200" spc="-35" dirty="0">
                <a:solidFill>
                  <a:srgbClr val="4471C4"/>
                </a:solidFill>
                <a:latin typeface="Calibri"/>
                <a:cs typeface="Calibri"/>
              </a:rPr>
              <a:t>t</a:t>
            </a:r>
            <a:r>
              <a:rPr sz="3200" spc="5" dirty="0">
                <a:solidFill>
                  <a:srgbClr val="4471C4"/>
                </a:solidFill>
                <a:latin typeface="Calibri"/>
                <a:cs typeface="Calibri"/>
              </a:rPr>
              <a:t>ch</a:t>
            </a:r>
            <a:r>
              <a:rPr sz="3200" spc="5" dirty="0">
                <a:solidFill>
                  <a:srgbClr val="4471C4"/>
                </a:solidFill>
                <a:latin typeface="Times New Roman"/>
                <a:cs typeface="Times New Roman"/>
              </a:rPr>
              <a:t> </a:t>
            </a:r>
            <a:r>
              <a:rPr sz="3200" spc="5" dirty="0">
                <a:solidFill>
                  <a:srgbClr val="4471C4"/>
                </a:solidFill>
                <a:latin typeface="Calibri"/>
                <a:cs typeface="Calibri"/>
              </a:rPr>
              <a:t>a</a:t>
            </a:r>
            <a:r>
              <a:rPr sz="3200" spc="-5" dirty="0">
                <a:solidFill>
                  <a:srgbClr val="4471C4"/>
                </a:solidFill>
                <a:latin typeface="Calibri"/>
                <a:cs typeface="Calibri"/>
              </a:rPr>
              <a:t>n</a:t>
            </a:r>
            <a:r>
              <a:rPr sz="3200" spc="-25" dirty="0">
                <a:solidFill>
                  <a:srgbClr val="4471C4"/>
                </a:solidFill>
                <a:latin typeface="Calibri"/>
                <a:cs typeface="Calibri"/>
              </a:rPr>
              <a:t>g</a:t>
            </a:r>
            <a:r>
              <a:rPr sz="3200" dirty="0">
                <a:solidFill>
                  <a:srgbClr val="4471C4"/>
                </a:solidFill>
                <a:latin typeface="Calibri"/>
                <a:cs typeface="Calibri"/>
              </a:rPr>
              <a:t>le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330874" y="3063336"/>
            <a:ext cx="1137285" cy="431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-50" dirty="0">
                <a:solidFill>
                  <a:srgbClr val="4471C4"/>
                </a:solidFill>
                <a:latin typeface="Calibri"/>
                <a:cs typeface="Calibri"/>
              </a:rPr>
              <a:t>t</a:t>
            </a:r>
            <a:r>
              <a:rPr sz="3200" spc="-10" dirty="0">
                <a:solidFill>
                  <a:srgbClr val="4471C4"/>
                </a:solidFill>
                <a:latin typeface="Calibri"/>
                <a:cs typeface="Calibri"/>
              </a:rPr>
              <a:t>o</a:t>
            </a:r>
            <a:r>
              <a:rPr sz="3200" spc="-55" dirty="0">
                <a:solidFill>
                  <a:srgbClr val="4471C4"/>
                </a:solidFill>
                <a:latin typeface="Calibri"/>
                <a:cs typeface="Calibri"/>
              </a:rPr>
              <a:t>r</a:t>
            </a:r>
            <a:r>
              <a:rPr sz="3200" spc="-5" dirty="0">
                <a:solidFill>
                  <a:srgbClr val="4471C4"/>
                </a:solidFill>
                <a:latin typeface="Calibri"/>
                <a:cs typeface="Calibri"/>
              </a:rPr>
              <a:t>que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081169" y="2414158"/>
            <a:ext cx="2811145" cy="449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343660" algn="l"/>
              </a:tabLst>
            </a:pPr>
            <a:r>
              <a:rPr sz="2650" i="1" spc="-15" dirty="0">
                <a:latin typeface="Times New Roman"/>
                <a:cs typeface="Times New Roman"/>
              </a:rPr>
              <a:t>b</a:t>
            </a:r>
            <a:r>
              <a:rPr sz="2650" i="1" spc="300" dirty="0">
                <a:latin typeface="Times New Roman"/>
                <a:cs typeface="Times New Roman"/>
              </a:rPr>
              <a:t> </a:t>
            </a:r>
            <a:r>
              <a:rPr sz="2650" i="1" spc="165" dirty="0">
                <a:latin typeface="Times New Roman"/>
                <a:cs typeface="Times New Roman"/>
              </a:rPr>
              <a:t>z</a:t>
            </a:r>
            <a:r>
              <a:rPr sz="2925" baseline="34188" dirty="0">
                <a:latin typeface="Symbol"/>
                <a:cs typeface="Symbol"/>
              </a:rPr>
              <a:t></a:t>
            </a:r>
            <a:r>
              <a:rPr sz="2925" spc="7" baseline="34188" dirty="0">
                <a:latin typeface="Times New Roman"/>
                <a:cs typeface="Times New Roman"/>
              </a:rPr>
              <a:t>3</a:t>
            </a:r>
            <a:r>
              <a:rPr sz="2925" spc="209" baseline="34188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254" dirty="0">
                <a:latin typeface="Times New Roman"/>
                <a:cs typeface="Times New Roman"/>
              </a:rPr>
              <a:t> </a:t>
            </a:r>
            <a:r>
              <a:rPr sz="2650" i="1" spc="-15" dirty="0">
                <a:latin typeface="Times New Roman"/>
                <a:cs typeface="Times New Roman"/>
              </a:rPr>
              <a:t>b</a:t>
            </a:r>
            <a:r>
              <a:rPr sz="2650" i="1" dirty="0">
                <a:latin typeface="Times New Roman"/>
                <a:cs typeface="Times New Roman"/>
              </a:rPr>
              <a:t>	</a:t>
            </a:r>
            <a:r>
              <a:rPr sz="2650" i="1" spc="165" dirty="0">
                <a:latin typeface="Times New Roman"/>
                <a:cs typeface="Times New Roman"/>
              </a:rPr>
              <a:t>z</a:t>
            </a:r>
            <a:r>
              <a:rPr sz="2925" baseline="34188" dirty="0">
                <a:latin typeface="Symbol"/>
                <a:cs typeface="Symbol"/>
              </a:rPr>
              <a:t></a:t>
            </a:r>
            <a:r>
              <a:rPr sz="2925" spc="7" baseline="34188" dirty="0">
                <a:latin typeface="Times New Roman"/>
                <a:cs typeface="Times New Roman"/>
              </a:rPr>
              <a:t>4</a:t>
            </a:r>
            <a:r>
              <a:rPr sz="2925" spc="300" baseline="34188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254" dirty="0">
                <a:latin typeface="Times New Roman"/>
                <a:cs typeface="Times New Roman"/>
              </a:rPr>
              <a:t> </a:t>
            </a:r>
            <a:r>
              <a:rPr sz="2650" i="1" spc="-15" dirty="0">
                <a:latin typeface="Times New Roman"/>
                <a:cs typeface="Times New Roman"/>
              </a:rPr>
              <a:t>b</a:t>
            </a:r>
            <a:r>
              <a:rPr sz="2650" i="1" dirty="0">
                <a:latin typeface="Times New Roman"/>
                <a:cs typeface="Times New Roman"/>
              </a:rPr>
              <a:t> </a:t>
            </a:r>
            <a:r>
              <a:rPr sz="2650" i="1" spc="-330" dirty="0">
                <a:latin typeface="Times New Roman"/>
                <a:cs typeface="Times New Roman"/>
              </a:rPr>
              <a:t> </a:t>
            </a:r>
            <a:r>
              <a:rPr sz="2650" i="1" spc="165" dirty="0">
                <a:latin typeface="Times New Roman"/>
                <a:cs typeface="Times New Roman"/>
              </a:rPr>
              <a:t>z</a:t>
            </a:r>
            <a:r>
              <a:rPr sz="2925" baseline="34188" dirty="0">
                <a:latin typeface="Symbol"/>
                <a:cs typeface="Symbol"/>
              </a:rPr>
              <a:t></a:t>
            </a:r>
            <a:r>
              <a:rPr sz="2925" spc="7" baseline="34188" dirty="0">
                <a:latin typeface="Times New Roman"/>
                <a:cs typeface="Times New Roman"/>
              </a:rPr>
              <a:t>5</a:t>
            </a:r>
            <a:endParaRPr sz="2925" baseline="34188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852585" y="2656819"/>
            <a:ext cx="3359150" cy="278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83540" algn="l"/>
                <a:tab pos="1416050" algn="l"/>
                <a:tab pos="2456815" algn="l"/>
                <a:tab pos="3345815" algn="l"/>
              </a:tabLst>
            </a:pPr>
            <a:r>
              <a:rPr sz="1950" u="heavy" dirty="0">
                <a:latin typeface="Times New Roman"/>
                <a:cs typeface="Times New Roman"/>
              </a:rPr>
              <a:t> 	</a:t>
            </a:r>
            <a:r>
              <a:rPr sz="1950" u="heavy" spc="5" dirty="0">
                <a:latin typeface="Times New Roman"/>
                <a:cs typeface="Times New Roman"/>
              </a:rPr>
              <a:t>3 	4 	5 	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709078" y="2933521"/>
            <a:ext cx="289560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764305" y="2933521"/>
            <a:ext cx="289560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2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823038" y="2933521"/>
            <a:ext cx="289560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3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838579" y="3015307"/>
            <a:ext cx="1928495" cy="439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214755" algn="l"/>
              </a:tabLst>
            </a:pPr>
            <a:r>
              <a:rPr sz="2650" spc="190" dirty="0">
                <a:latin typeface="Times New Roman"/>
                <a:cs typeface="Times New Roman"/>
              </a:rPr>
              <a:t>1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175" dirty="0">
                <a:latin typeface="Times New Roman"/>
                <a:cs typeface="Times New Roman"/>
              </a:rPr>
              <a:t> </a:t>
            </a:r>
            <a:r>
              <a:rPr sz="2650" i="1" spc="-250" dirty="0">
                <a:latin typeface="Times New Roman"/>
                <a:cs typeface="Times New Roman"/>
              </a:rPr>
              <a:t>a</a:t>
            </a:r>
            <a:r>
              <a:rPr sz="2925" spc="127" baseline="-19943" dirty="0">
                <a:latin typeface="Times New Roman"/>
                <a:cs typeface="Times New Roman"/>
              </a:rPr>
              <a:t>1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r>
              <a:rPr sz="2650" i="1" dirty="0">
                <a:latin typeface="Times New Roman"/>
                <a:cs typeface="Times New Roman"/>
              </a:rPr>
              <a:t>	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170" dirty="0">
                <a:latin typeface="Times New Roman"/>
                <a:cs typeface="Times New Roman"/>
              </a:rPr>
              <a:t> </a:t>
            </a:r>
            <a:r>
              <a:rPr sz="2650" i="1" spc="-30" dirty="0">
                <a:latin typeface="Times New Roman"/>
                <a:cs typeface="Times New Roman"/>
              </a:rPr>
              <a:t>a</a:t>
            </a:r>
            <a:r>
              <a:rPr sz="2925" spc="7" baseline="-19943" dirty="0">
                <a:latin typeface="Times New Roman"/>
                <a:cs typeface="Times New Roman"/>
              </a:rPr>
              <a:t>2</a:t>
            </a:r>
            <a:r>
              <a:rPr sz="2925" spc="-382" baseline="-19943" dirty="0">
                <a:latin typeface="Times New Roman"/>
                <a:cs typeface="Times New Roman"/>
              </a:rPr>
              <a:t> 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115402" y="3015307"/>
            <a:ext cx="710565" cy="439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9715" indent="-247015">
              <a:lnSpc>
                <a:spcPct val="100000"/>
              </a:lnSpc>
              <a:buFont typeface="Symbol"/>
              <a:buChar char=""/>
              <a:tabLst>
                <a:tab pos="260350" algn="l"/>
              </a:tabLst>
            </a:pPr>
            <a:r>
              <a:rPr sz="2650" i="1" spc="-95" dirty="0">
                <a:latin typeface="Times New Roman"/>
                <a:cs typeface="Times New Roman"/>
              </a:rPr>
              <a:t>a</a:t>
            </a:r>
            <a:r>
              <a:rPr sz="2925" spc="7" baseline="-19943" dirty="0">
                <a:latin typeface="Times New Roman"/>
                <a:cs typeface="Times New Roman"/>
              </a:rPr>
              <a:t>3</a:t>
            </a:r>
            <a:r>
              <a:rPr sz="2925" spc="-472" baseline="-19943" dirty="0">
                <a:latin typeface="Times New Roman"/>
                <a:cs typeface="Times New Roman"/>
              </a:rPr>
              <a:t> 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145729" y="3925554"/>
            <a:ext cx="2145665" cy="431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-35" dirty="0">
                <a:solidFill>
                  <a:srgbClr val="4471C4"/>
                </a:solidFill>
                <a:latin typeface="Calibri"/>
                <a:cs typeface="Calibri"/>
              </a:rPr>
              <a:t>w</a:t>
            </a:r>
            <a:r>
              <a:rPr sz="3200" spc="5" dirty="0">
                <a:solidFill>
                  <a:srgbClr val="4471C4"/>
                </a:solidFill>
                <a:latin typeface="Calibri"/>
                <a:cs typeface="Calibri"/>
              </a:rPr>
              <a:t>i</a:t>
            </a:r>
            <a:r>
              <a:rPr sz="3200" spc="-5" dirty="0">
                <a:solidFill>
                  <a:srgbClr val="4471C4"/>
                </a:solidFill>
                <a:latin typeface="Calibri"/>
                <a:cs typeface="Calibri"/>
              </a:rPr>
              <a:t>n</a:t>
            </a:r>
            <a:r>
              <a:rPr sz="3200" dirty="0">
                <a:solidFill>
                  <a:srgbClr val="4471C4"/>
                </a:solidFill>
                <a:latin typeface="Calibri"/>
                <a:cs typeface="Calibri"/>
              </a:rPr>
              <a:t>d</a:t>
            </a:r>
            <a:r>
              <a:rPr sz="3200" spc="-65" dirty="0">
                <a:solidFill>
                  <a:srgbClr val="4471C4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4471C4"/>
                </a:solidFill>
                <a:latin typeface="Calibri"/>
                <a:cs typeface="Calibri"/>
              </a:rPr>
              <a:t>t</a:t>
            </a:r>
            <a:r>
              <a:rPr sz="3200" spc="-5" dirty="0">
                <a:solidFill>
                  <a:srgbClr val="4471C4"/>
                </a:solidFill>
                <a:latin typeface="Calibri"/>
                <a:cs typeface="Calibri"/>
              </a:rPr>
              <a:t>u</a:t>
            </a:r>
            <a:r>
              <a:rPr sz="3200" dirty="0">
                <a:solidFill>
                  <a:srgbClr val="4471C4"/>
                </a:solidFill>
                <a:latin typeface="Calibri"/>
                <a:cs typeface="Calibri"/>
              </a:rPr>
              <a:t>r</a:t>
            </a:r>
            <a:r>
              <a:rPr sz="3200" spc="-5" dirty="0">
                <a:solidFill>
                  <a:srgbClr val="4471C4"/>
                </a:solidFill>
                <a:latin typeface="Calibri"/>
                <a:cs typeface="Calibri"/>
              </a:rPr>
              <a:t>b</a:t>
            </a:r>
            <a:r>
              <a:rPr sz="3200" spc="5" dirty="0">
                <a:solidFill>
                  <a:srgbClr val="4471C4"/>
                </a:solidFill>
                <a:latin typeface="Calibri"/>
                <a:cs typeface="Calibri"/>
              </a:rPr>
              <a:t>i</a:t>
            </a:r>
            <a:r>
              <a:rPr sz="3200" spc="-25" dirty="0">
                <a:solidFill>
                  <a:srgbClr val="4471C4"/>
                </a:solidFill>
                <a:latin typeface="Calibri"/>
                <a:cs typeface="Calibri"/>
              </a:rPr>
              <a:t>ne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4299" rIns="0" bIns="0" rtlCol="0">
            <a:spAutoFit/>
          </a:bodyPr>
          <a:lstStyle/>
          <a:p>
            <a:pPr marL="135255">
              <a:lnSpc>
                <a:spcPct val="100000"/>
              </a:lnSpc>
            </a:pPr>
            <a:r>
              <a:rPr spc="-10" dirty="0"/>
              <a:t>L</a:t>
            </a:r>
            <a:r>
              <a:rPr spc="-5" dirty="0"/>
              <a:t>i</a:t>
            </a:r>
            <a:r>
              <a:rPr dirty="0"/>
              <a:t>m</a:t>
            </a:r>
            <a:r>
              <a:rPr spc="-5" dirty="0"/>
              <a:t>i</a:t>
            </a:r>
            <a:r>
              <a:rPr spc="-40" dirty="0"/>
              <a:t>t</a:t>
            </a:r>
            <a:r>
              <a:rPr spc="-50" dirty="0"/>
              <a:t>a</a:t>
            </a:r>
            <a:r>
              <a:rPr dirty="0"/>
              <a:t>ti</a:t>
            </a:r>
            <a:r>
              <a:rPr spc="5" dirty="0"/>
              <a:t>o</a:t>
            </a:r>
            <a:r>
              <a:rPr spc="-10" dirty="0"/>
              <a:t>n</a:t>
            </a:r>
            <a:r>
              <a:rPr dirty="0"/>
              <a:t>s</a:t>
            </a:r>
            <a:r>
              <a:rPr spc="-100" dirty="0">
                <a:latin typeface="Times New Roman"/>
                <a:cs typeface="Times New Roman"/>
              </a:rPr>
              <a:t> </a:t>
            </a:r>
            <a:r>
              <a:rPr spc="5" dirty="0"/>
              <a:t>o</a:t>
            </a:r>
            <a:r>
              <a:rPr dirty="0"/>
              <a:t>f</a:t>
            </a:r>
            <a:r>
              <a:rPr spc="-110" dirty="0">
                <a:latin typeface="Times New Roman"/>
                <a:cs typeface="Times New Roman"/>
              </a:rPr>
              <a:t> </a:t>
            </a:r>
            <a:r>
              <a:rPr spc="-15" dirty="0"/>
              <a:t>PI</a:t>
            </a:r>
            <a:r>
              <a:rPr spc="-90" dirty="0">
                <a:latin typeface="Times New Roman"/>
                <a:cs typeface="Times New Roman"/>
              </a:rPr>
              <a:t> </a:t>
            </a:r>
            <a:r>
              <a:rPr spc="-35" dirty="0"/>
              <a:t>c</a:t>
            </a:r>
            <a:r>
              <a:rPr spc="5" dirty="0"/>
              <a:t>o</a:t>
            </a:r>
            <a:r>
              <a:rPr spc="-50" dirty="0"/>
              <a:t>n</a:t>
            </a:r>
            <a:r>
              <a:rPr spc="-15" dirty="0"/>
              <a:t>t</a:t>
            </a:r>
            <a:r>
              <a:rPr spc="-85" dirty="0"/>
              <a:t>r</a:t>
            </a:r>
            <a:r>
              <a:rPr spc="5" dirty="0"/>
              <a:t>o</a:t>
            </a:r>
            <a:r>
              <a:rPr dirty="0"/>
              <a:t>l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354701" y="6190289"/>
            <a:ext cx="259079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403F42"/>
                </a:solidFill>
                <a:latin typeface="Calibri"/>
                <a:cs typeface="Calibri"/>
              </a:rPr>
              <a:t>19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7390" y="2127256"/>
            <a:ext cx="7707630" cy="3609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5080" indent="-228600">
              <a:lnSpc>
                <a:spcPct val="90100"/>
              </a:lnSpc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libri"/>
                <a:cs typeface="Calibri"/>
              </a:rPr>
              <a:t>I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f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me</a:t>
            </a:r>
            <a:r>
              <a:rPr sz="2600" b="1" spc="-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d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el</a:t>
            </a:r>
            <a:r>
              <a:rPr sz="2600" b="1" spc="-6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30" dirty="0">
                <a:solidFill>
                  <a:srgbClr val="C00000"/>
                </a:solidFill>
                <a:latin typeface="Calibri"/>
                <a:cs typeface="Calibri"/>
              </a:rPr>
              <a:t>y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2600" b="1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and</a:t>
            </a:r>
            <a:r>
              <a:rPr sz="2600" spc="-50" dirty="0">
                <a:latin typeface="Calibri"/>
                <a:cs typeface="Calibri"/>
              </a:rPr>
              <a:t>/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hi</a:t>
            </a:r>
            <a:r>
              <a:rPr sz="2600" b="1" spc="5" dirty="0">
                <a:solidFill>
                  <a:srgbClr val="C00000"/>
                </a:solidFill>
                <a:latin typeface="Calibri"/>
                <a:cs typeface="Calibri"/>
              </a:rPr>
              <a:t>g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h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600" b="1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600" b="1" spc="-4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d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600" b="1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55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2600" b="1" spc="-30" dirty="0">
                <a:solidFill>
                  <a:srgbClr val="C00000"/>
                </a:solidFill>
                <a:latin typeface="Calibri"/>
                <a:cs typeface="Calibri"/>
              </a:rPr>
              <a:t>y</a:t>
            </a:r>
            <a:r>
              <a:rPr sz="2600" b="1" spc="-35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2600" b="1" spc="-5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ms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25" dirty="0">
                <a:latin typeface="Calibri"/>
                <a:cs typeface="Calibri"/>
              </a:rPr>
              <a:t>d</a:t>
            </a:r>
            <a:r>
              <a:rPr sz="2600" spc="-10" dirty="0">
                <a:latin typeface="Calibri"/>
                <a:cs typeface="Calibri"/>
              </a:rPr>
              <a:t>er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f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ed</a:t>
            </a:r>
            <a:r>
              <a:rPr sz="2600" dirty="0">
                <a:latin typeface="Calibri"/>
                <a:cs typeface="Calibri"/>
              </a:rPr>
              <a:t>-l</a:t>
            </a:r>
            <a:r>
              <a:rPr sz="2600" spc="5" dirty="0">
                <a:latin typeface="Calibri"/>
                <a:cs typeface="Calibri"/>
              </a:rPr>
              <a:t>oo</a:t>
            </a:r>
            <a:r>
              <a:rPr sz="2600" dirty="0">
                <a:latin typeface="Calibri"/>
                <a:cs typeface="Calibri"/>
              </a:rPr>
              <a:t>p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an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er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un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ea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d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bu</a:t>
            </a:r>
            <a:r>
              <a:rPr sz="2600" dirty="0">
                <a:latin typeface="Calibri"/>
                <a:cs typeface="Calibri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a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ill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2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Calibri"/>
                <a:cs typeface="Calibri"/>
              </a:rPr>
              <a:t>g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ns</a:t>
            </a:r>
            <a:endParaRPr sz="2600" dirty="0">
              <a:latin typeface="Calibri"/>
              <a:cs typeface="Calibri"/>
            </a:endParaRPr>
          </a:p>
          <a:p>
            <a:pPr marL="241300" marR="436880" indent="-228600">
              <a:lnSpc>
                <a:spcPct val="90100"/>
              </a:lnSpc>
              <a:spcBef>
                <a:spcPts val="985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120" dirty="0">
                <a:latin typeface="Calibri"/>
                <a:cs typeface="Calibri"/>
              </a:rPr>
              <a:t>W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ann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ssi</a:t>
            </a:r>
            <a:r>
              <a:rPr sz="2600" spc="-5" dirty="0">
                <a:latin typeface="Calibri"/>
                <a:cs typeface="Calibri"/>
              </a:rPr>
              <a:t>g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5" dirty="0">
                <a:latin typeface="Calibri"/>
                <a:cs typeface="Calibri"/>
              </a:rPr>
              <a:t>oo</a:t>
            </a:r>
            <a:r>
              <a:rPr sz="2600" dirty="0">
                <a:latin typeface="Calibri"/>
                <a:cs typeface="Calibri"/>
              </a:rPr>
              <a:t>p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ar</a:t>
            </a:r>
            <a:r>
              <a:rPr sz="2600" spc="-10" dirty="0">
                <a:latin typeface="Calibri"/>
                <a:cs typeface="Calibri"/>
              </a:rPr>
              <a:t>b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25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si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5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x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i="1" spc="-10" dirty="0">
                <a:latin typeface="Calibri"/>
                <a:cs typeface="Calibri"/>
              </a:rPr>
              <a:t>z</a:t>
            </a:r>
            <a:r>
              <a:rPr sz="2600" i="1" dirty="0">
                <a:latin typeface="Calibri"/>
                <a:cs typeface="Calibri"/>
              </a:rPr>
              <a:t>-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0" dirty="0">
                <a:latin typeface="Calibri"/>
                <a:cs typeface="Calibri"/>
              </a:rPr>
              <a:t>an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i.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.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5" dirty="0">
                <a:latin typeface="Calibri"/>
                <a:cs typeface="Calibri"/>
              </a:rPr>
              <a:t>oo</a:t>
            </a:r>
            <a:r>
              <a:rPr sz="2600" dirty="0">
                <a:latin typeface="Calibri"/>
                <a:cs typeface="Calibri"/>
              </a:rPr>
              <a:t>p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s</a:t>
            </a:r>
            <a:r>
              <a:rPr sz="2600" spc="-35" dirty="0">
                <a:latin typeface="Calibri"/>
                <a:cs typeface="Calibri"/>
              </a:rPr>
              <a:t>y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un</a:t>
            </a:r>
            <a:r>
              <a:rPr sz="2600" b="1" spc="-45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600" b="1" spc="-35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600" b="1" spc="-4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oll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bl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ts val="2960"/>
              </a:lnSpc>
              <a:spcBef>
                <a:spcPts val="695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Th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spc="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du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add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na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eedba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15" dirty="0">
                <a:latin typeface="Calibri"/>
                <a:cs typeface="Calibri"/>
              </a:rPr>
              <a:t>k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,</a:t>
            </a:r>
            <a:endParaRPr sz="2600" dirty="0">
              <a:latin typeface="Calibri"/>
              <a:cs typeface="Calibri"/>
            </a:endParaRPr>
          </a:p>
          <a:p>
            <a:pPr marL="241300">
              <a:lnSpc>
                <a:spcPts val="2960"/>
              </a:lnSpc>
            </a:pPr>
            <a:r>
              <a:rPr sz="2600" dirty="0">
                <a:latin typeface="Calibri"/>
                <a:cs typeface="Calibri"/>
              </a:rPr>
              <a:t>i.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.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m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Calibri"/>
                <a:cs typeface="Calibri"/>
              </a:rPr>
              <a:t>g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s</a:t>
            </a:r>
          </a:p>
          <a:p>
            <a:pPr marL="241300" indent="-228600">
              <a:lnSpc>
                <a:spcPct val="100000"/>
              </a:lnSpc>
              <a:spcBef>
                <a:spcPts val="68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b="1" spc="-25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2600" b="1" spc="-3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600" b="1" spc="-4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5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35" dirty="0">
                <a:solidFill>
                  <a:srgbClr val="C00000"/>
                </a:solidFill>
                <a:latin typeface="Calibri"/>
                <a:cs typeface="Calibri"/>
              </a:rPr>
              <a:t>v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bl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45" dirty="0">
                <a:solidFill>
                  <a:srgbClr val="C00000"/>
                </a:solidFill>
                <a:latin typeface="Calibri"/>
                <a:cs typeface="Calibri"/>
              </a:rPr>
              <a:t>f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ee</a:t>
            </a:r>
            <a:r>
              <a:rPr sz="2600" b="1" spc="5" dirty="0">
                <a:solidFill>
                  <a:srgbClr val="C00000"/>
                </a:solidFill>
                <a:latin typeface="Calibri"/>
                <a:cs typeface="Calibri"/>
              </a:rPr>
              <a:t>d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b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k</a:t>
            </a:r>
            <a:r>
              <a:rPr sz="26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v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5" dirty="0">
                <a:latin typeface="Calibri"/>
                <a:cs typeface="Calibri"/>
              </a:rPr>
              <a:t>d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n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app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dirty="0">
                <a:latin typeface="Calibri"/>
                <a:cs typeface="Calibri"/>
              </a:rPr>
              <a:t>h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dirty="0">
                <a:latin typeface="Calibri"/>
                <a:cs typeface="Calibri"/>
              </a:rPr>
              <a:t>is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377</TotalTime>
  <Words>2782</Words>
  <Application>Microsoft Office PowerPoint</Application>
  <PresentationFormat>On-screen Show (4:3)</PresentationFormat>
  <Paragraphs>650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0" baseType="lpstr">
      <vt:lpstr>Arial</vt:lpstr>
      <vt:lpstr>Calibri</vt:lpstr>
      <vt:lpstr>Symbol</vt:lpstr>
      <vt:lpstr>Times New Roman</vt:lpstr>
      <vt:lpstr>Office Theme</vt:lpstr>
      <vt:lpstr>PowerPoint Presentation</vt:lpstr>
      <vt:lpstr>Syllabus</vt:lpstr>
      <vt:lpstr>ENGR406 (506) Intelligent System Control</vt:lpstr>
      <vt:lpstr>PowerPoint Presentation</vt:lpstr>
      <vt:lpstr>Design Process</vt:lpstr>
      <vt:lpstr>Example – Axial Fan</vt:lpstr>
      <vt:lpstr>Example – Axial Fan Model</vt:lpstr>
      <vt:lpstr>Proportional Control</vt:lpstr>
      <vt:lpstr>PowerPoint Presentation</vt:lpstr>
      <vt:lpstr>PowerPoint Presentation</vt:lpstr>
      <vt:lpstr>PowerPoint Presentation</vt:lpstr>
      <vt:lpstr>Steady State Gain</vt:lpstr>
      <vt:lpstr>Closed Loop Response</vt:lpstr>
      <vt:lpstr>Hydraulic Manipulators</vt:lpstr>
      <vt:lpstr>PowerPoint Presentation</vt:lpstr>
      <vt:lpstr>Example – Axial Fan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ALINEA Ramp Metering Algorithm</vt:lpstr>
      <vt:lpstr>PowerPoint Presentation</vt:lpstr>
      <vt:lpstr>PowerPoint Presentation</vt:lpstr>
      <vt:lpstr>Exercise 1</vt:lpstr>
      <vt:lpstr>Exercise 2</vt:lpstr>
      <vt:lpstr>PowerPoint Presentation</vt:lpstr>
      <vt:lpstr>Example – Axial Fan</vt:lpstr>
      <vt:lpstr>Pole Assignment</vt:lpstr>
      <vt:lpstr>Example 1 – Deadbeat</vt:lpstr>
      <vt:lpstr>Deadbeat Time Response</vt:lpstr>
      <vt:lpstr>Example 2 – Complex Poles</vt:lpstr>
      <vt:lpstr>Complex Poles Time Response</vt:lpstr>
      <vt:lpstr>Laboratory Results</vt:lpstr>
      <vt:lpstr>Recap</vt:lpstr>
      <vt:lpstr>Time Delays</vt:lpstr>
      <vt:lpstr>PowerPoint Presentation</vt:lpstr>
      <vt:lpstr>Higher Order Systems</vt:lpstr>
      <vt:lpstr>Limitations of PI control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Online2PDF.com</dc:creator>
  <cp:lastModifiedBy>Abrar, Muhammad</cp:lastModifiedBy>
  <cp:revision>9</cp:revision>
  <dcterms:created xsi:type="dcterms:W3CDTF">2022-07-22T04:29:45Z</dcterms:created>
  <dcterms:modified xsi:type="dcterms:W3CDTF">2023-10-16T14:25:39Z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2022-07-22T00:00:00Z</vt:filetime>
  </property>
  <property fmtid="{D5CDD505-2E9C-101B-9397-08002B2CF9AE}" pid="3" name="LastSaved">
    <vt:filetime>2022-07-22T00:00:00Z</vt:filetime>
  </property>
</Properties>
</file>