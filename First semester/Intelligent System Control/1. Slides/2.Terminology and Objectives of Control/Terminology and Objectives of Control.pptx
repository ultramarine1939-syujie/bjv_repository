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8" r:id="rId3"/>
    <p:sldId id="333" r:id="rId4"/>
    <p:sldId id="259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336" r:id="rId26"/>
    <p:sldId id="286" r:id="rId27"/>
    <p:sldId id="288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34" r:id="rId43"/>
    <p:sldId id="306" r:id="rId44"/>
    <p:sldId id="309" r:id="rId45"/>
    <p:sldId id="310" r:id="rId46"/>
    <p:sldId id="311" r:id="rId47"/>
    <p:sldId id="312" r:id="rId48"/>
    <p:sldId id="313" r:id="rId49"/>
    <p:sldId id="314" r:id="rId50"/>
    <p:sldId id="337" r:id="rId51"/>
    <p:sldId id="335" r:id="rId52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50" autoAdjust="0"/>
  </p:normalViewPr>
  <p:slideViewPr>
    <p:cSldViewPr>
      <p:cViewPr varScale="1">
        <p:scale>
          <a:sx n="105" d="100"/>
          <a:sy n="105" d="100"/>
        </p:scale>
        <p:origin x="179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27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0539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NZ" dirty="0"/>
              <a:t>Introduction</a:t>
            </a:r>
          </a:p>
          <a:p>
            <a:r>
              <a:rPr lang="en-NZ" dirty="0"/>
              <a:t>Course content what we cover and what we not:</a:t>
            </a:r>
          </a:p>
          <a:p>
            <a:r>
              <a:rPr lang="en-NZ" dirty="0"/>
              <a:t>Open loop basics and Closed loop-Feedback</a:t>
            </a:r>
          </a:p>
          <a:p>
            <a:r>
              <a:rPr lang="en-NZ" dirty="0"/>
              <a:t>4 basic control objectives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Why I put Control on Heading: Its English common word</a:t>
            </a:r>
          </a:p>
          <a:p>
            <a:r>
              <a:rPr lang="en-US" dirty="0"/>
              <a:t>Lot of control here in this pic</a:t>
            </a:r>
          </a:p>
          <a:p>
            <a:r>
              <a:rPr lang="en-US" dirty="0"/>
              <a:t>From Human to technology</a:t>
            </a:r>
          </a:p>
          <a:p>
            <a:r>
              <a:rPr lang="en-US" dirty="0"/>
              <a:t>Human- 3 D control: Input break, accelerator, steering </a:t>
            </a:r>
            <a:r>
              <a:rPr lang="en-US" dirty="0" err="1"/>
              <a:t>etc</a:t>
            </a:r>
            <a:r>
              <a:rPr lang="en-US" dirty="0"/>
              <a:t>: Output: control output: Car speed, Road position: looks like closed loop control responding to environment</a:t>
            </a:r>
          </a:p>
          <a:p>
            <a:r>
              <a:rPr lang="en-US" dirty="0"/>
              <a:t>Car- may be Automatic Control: power steering,</a:t>
            </a:r>
          </a:p>
          <a:p>
            <a:r>
              <a:rPr lang="en-US" dirty="0"/>
              <a:t>Traffic light another control system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NZ" dirty="0"/>
              <a:t>1</a:t>
            </a:r>
            <a:r>
              <a:rPr lang="en-NZ" baseline="30000" dirty="0"/>
              <a:t>st</a:t>
            </a:r>
            <a:r>
              <a:rPr lang="en-NZ" dirty="0"/>
              <a:t> equation- 2</a:t>
            </a:r>
            <a:r>
              <a:rPr lang="en-NZ" baseline="30000" dirty="0"/>
              <a:t>nd</a:t>
            </a:r>
            <a:r>
              <a:rPr lang="en-NZ" dirty="0"/>
              <a:t> order differential equation</a:t>
            </a:r>
          </a:p>
          <a:p>
            <a:r>
              <a:rPr lang="en-NZ" dirty="0"/>
              <a:t>2</a:t>
            </a:r>
            <a:r>
              <a:rPr lang="en-NZ" baseline="30000" dirty="0"/>
              <a:t>nd</a:t>
            </a:r>
            <a:r>
              <a:rPr lang="en-NZ" dirty="0"/>
              <a:t>: mathematical model</a:t>
            </a:r>
          </a:p>
          <a:p>
            <a:r>
              <a:rPr lang="en-NZ" dirty="0"/>
              <a:t>3</a:t>
            </a:r>
            <a:r>
              <a:rPr lang="en-NZ" baseline="30000" dirty="0"/>
              <a:t>rd</a:t>
            </a:r>
            <a:r>
              <a:rPr lang="en-NZ" dirty="0"/>
              <a:t>: Laplace Transform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70410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NZ" dirty="0"/>
              <a:t>What is Value of </a:t>
            </a:r>
            <a:r>
              <a:rPr lang="en-NZ" dirty="0" err="1"/>
              <a:t>Kp</a:t>
            </a:r>
            <a:r>
              <a:rPr lang="en-NZ" dirty="0"/>
              <a:t>?</a:t>
            </a: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26/9/2022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26/9/2022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10282" y="2277180"/>
            <a:ext cx="3161665" cy="396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26/9/2022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26/9/2022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26/9/2022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567" y="728416"/>
            <a:ext cx="7768865" cy="91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7546" y="2096258"/>
            <a:ext cx="8148907" cy="2896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26/9/2022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42001" y="6190289"/>
            <a:ext cx="2851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rspl.royalsocietypublishing.org/content/16/270" TargetMode="Externa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2377588"/>
            <a:ext cx="4873625" cy="1243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lang="en-NZ" sz="4500" dirty="0">
                <a:solidFill>
                  <a:srgbClr val="B5121B"/>
                </a:solidFill>
                <a:latin typeface="Calibri"/>
                <a:cs typeface="Calibri"/>
              </a:rPr>
              <a:t>CN</a:t>
            </a:r>
            <a:r>
              <a:rPr sz="45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45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4500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sz="4500" spc="-25" dirty="0">
                <a:solidFill>
                  <a:srgbClr val="B5121B"/>
                </a:solidFill>
                <a:latin typeface="Calibri"/>
                <a:cs typeface="Calibri"/>
              </a:rPr>
              <a:t>506</a:t>
            </a:r>
            <a:endParaRPr sz="4500" dirty="0">
              <a:latin typeface="Calibri"/>
              <a:cs typeface="Calibri"/>
            </a:endParaRPr>
          </a:p>
          <a:p>
            <a:pPr marL="12700">
              <a:lnSpc>
                <a:spcPts val="4270"/>
              </a:lnSpc>
            </a:pP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6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lli</a:t>
            </a:r>
            <a:r>
              <a:rPr sz="3600" spc="-5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600" spc="-7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6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600" spc="-6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6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lang="en-US" sz="3600" spc="-7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528" y="1674877"/>
            <a:ext cx="1945639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90766-BA91-31D9-BBAF-D4A90E1304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1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567" y="728416"/>
            <a:ext cx="7768865" cy="974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40"/>
              </a:lnSpc>
            </a:pPr>
            <a:r>
              <a:rPr lang="en-NZ" dirty="0">
                <a:latin typeface="Calibri"/>
                <a:cs typeface="Calibri"/>
              </a:rPr>
              <a:t>CN</a:t>
            </a:r>
            <a:r>
              <a:rPr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N</a:t>
            </a:r>
            <a:r>
              <a:rPr spc="-30" dirty="0">
                <a:latin typeface="Calibri"/>
                <a:cs typeface="Calibri"/>
              </a:rPr>
              <a:t>GR</a:t>
            </a:r>
            <a:r>
              <a:rPr spc="-25" dirty="0">
                <a:latin typeface="Calibri"/>
                <a:cs typeface="Calibri"/>
              </a:rPr>
              <a:t>506</a:t>
            </a:r>
          </a:p>
          <a:p>
            <a:pPr marL="12700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5" dirty="0">
                <a:latin typeface="Calibri"/>
                <a:cs typeface="Calibri"/>
              </a:rPr>
              <a:t>li</a:t>
            </a:r>
            <a:r>
              <a:rPr spc="-45" dirty="0">
                <a:latin typeface="Calibri"/>
                <a:cs typeface="Calibri"/>
              </a:rPr>
              <a:t>g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Calibri"/>
                <a:cs typeface="Calibri"/>
              </a:rPr>
              <a:t>S</a:t>
            </a:r>
            <a:r>
              <a:rPr spc="-60" dirty="0">
                <a:latin typeface="Calibri"/>
                <a:cs typeface="Calibri"/>
              </a:rPr>
              <a:t>y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2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6938009" cy="3370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gy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Sy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Addit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40"/>
              </a:lnSpc>
            </a:pPr>
            <a:r>
              <a:rPr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N</a:t>
            </a:r>
            <a:r>
              <a:rPr spc="-30" dirty="0">
                <a:latin typeface="Calibri"/>
                <a:cs typeface="Calibri"/>
              </a:rPr>
              <a:t>GR</a:t>
            </a:r>
            <a:r>
              <a:rPr spc="-25" dirty="0">
                <a:latin typeface="Calibri"/>
                <a:cs typeface="Calibri"/>
              </a:rPr>
              <a:t>40</a:t>
            </a:r>
            <a:r>
              <a:rPr spc="-20" dirty="0">
                <a:latin typeface="Calibri"/>
                <a:cs typeface="Calibri"/>
              </a:rPr>
              <a:t>6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506)</a:t>
            </a:r>
          </a:p>
          <a:p>
            <a:pPr marL="12700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5" dirty="0">
                <a:latin typeface="Calibri"/>
                <a:cs typeface="Calibri"/>
              </a:rPr>
              <a:t>li</a:t>
            </a:r>
            <a:r>
              <a:rPr spc="-45" dirty="0">
                <a:latin typeface="Calibri"/>
                <a:cs typeface="Calibri"/>
              </a:rPr>
              <a:t>g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Calibri"/>
                <a:cs typeface="Calibri"/>
              </a:rPr>
              <a:t>S</a:t>
            </a:r>
            <a:r>
              <a:rPr spc="-60" dirty="0">
                <a:latin typeface="Calibri"/>
                <a:cs typeface="Calibri"/>
              </a:rPr>
              <a:t>y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3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6938009" cy="3370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sng" spc="-250" dirty="0">
                <a:latin typeface="Calibri"/>
                <a:cs typeface="Calibri"/>
              </a:rPr>
              <a:t>T</a:t>
            </a:r>
            <a:r>
              <a:rPr sz="2600" u="sng" spc="-10" dirty="0">
                <a:latin typeface="Calibri"/>
                <a:cs typeface="Calibri"/>
              </a:rPr>
              <a:t>e</a:t>
            </a:r>
            <a:r>
              <a:rPr sz="2600" u="sng" spc="-20" dirty="0">
                <a:latin typeface="Calibri"/>
                <a:cs typeface="Calibri"/>
              </a:rPr>
              <a:t>r</a:t>
            </a:r>
            <a:r>
              <a:rPr sz="2600" u="sng" spc="-25" dirty="0">
                <a:latin typeface="Calibri"/>
                <a:cs typeface="Calibri"/>
              </a:rPr>
              <a:t>m</a:t>
            </a:r>
            <a:r>
              <a:rPr sz="2600" u="sng" dirty="0">
                <a:latin typeface="Calibri"/>
                <a:cs typeface="Calibri"/>
              </a:rPr>
              <a:t>i</a:t>
            </a:r>
            <a:r>
              <a:rPr sz="2600" u="sng" spc="-10" dirty="0">
                <a:latin typeface="Calibri"/>
                <a:cs typeface="Calibri"/>
              </a:rPr>
              <a:t>n</a:t>
            </a:r>
            <a:r>
              <a:rPr sz="2600" u="sng" spc="5" dirty="0">
                <a:latin typeface="Calibri"/>
                <a:cs typeface="Calibri"/>
              </a:rPr>
              <a:t>o</a:t>
            </a:r>
            <a:r>
              <a:rPr sz="2600" u="sng" dirty="0">
                <a:latin typeface="Calibri"/>
                <a:cs typeface="Calibri"/>
              </a:rPr>
              <a:t>l</a:t>
            </a:r>
            <a:r>
              <a:rPr sz="2600" u="sng" spc="5" dirty="0">
                <a:latin typeface="Calibri"/>
                <a:cs typeface="Calibri"/>
              </a:rPr>
              <a:t>o</a:t>
            </a:r>
            <a:r>
              <a:rPr sz="2600" u="sng" spc="-20" dirty="0">
                <a:latin typeface="Calibri"/>
                <a:cs typeface="Calibri"/>
              </a:rPr>
              <a:t>gy</a:t>
            </a:r>
            <a:r>
              <a:rPr sz="2600" u="sng" dirty="0">
                <a:latin typeface="Calibri"/>
                <a:cs typeface="Calibri"/>
              </a:rPr>
              <a:t> </a:t>
            </a:r>
            <a:r>
              <a:rPr sz="2600" u="sng" spc="-10" dirty="0">
                <a:latin typeface="Calibri"/>
                <a:cs typeface="Calibri"/>
              </a:rPr>
              <a:t>and</a:t>
            </a:r>
            <a:r>
              <a:rPr sz="2600" u="sng" spc="10" dirty="0">
                <a:latin typeface="Calibri"/>
                <a:cs typeface="Calibri"/>
              </a:rPr>
              <a:t> </a:t>
            </a:r>
            <a:r>
              <a:rPr sz="2600" u="sng" spc="-5" dirty="0">
                <a:latin typeface="Calibri"/>
                <a:cs typeface="Calibri"/>
              </a:rPr>
              <a:t>O</a:t>
            </a:r>
            <a:r>
              <a:rPr sz="2600" u="sng" spc="-10" dirty="0">
                <a:latin typeface="Calibri"/>
                <a:cs typeface="Calibri"/>
              </a:rPr>
              <a:t>b</a:t>
            </a:r>
            <a:r>
              <a:rPr sz="2600" u="sng" spc="-5" dirty="0">
                <a:latin typeface="Calibri"/>
                <a:cs typeface="Calibri"/>
              </a:rPr>
              <a:t>j</a:t>
            </a:r>
            <a:r>
              <a:rPr sz="2600" u="sng" spc="-10" dirty="0">
                <a:latin typeface="Calibri"/>
                <a:cs typeface="Calibri"/>
              </a:rPr>
              <a:t>e</a:t>
            </a:r>
            <a:r>
              <a:rPr sz="2600" u="sng" spc="-15" dirty="0">
                <a:latin typeface="Calibri"/>
                <a:cs typeface="Calibri"/>
              </a:rPr>
              <a:t>c</a:t>
            </a:r>
            <a:r>
              <a:rPr sz="2600" u="sng" spc="-5" dirty="0">
                <a:latin typeface="Calibri"/>
                <a:cs typeface="Calibri"/>
              </a:rPr>
              <a:t>t</a:t>
            </a:r>
            <a:r>
              <a:rPr sz="2600" u="sng" dirty="0">
                <a:latin typeface="Calibri"/>
                <a:cs typeface="Calibri"/>
              </a:rPr>
              <a:t>i</a:t>
            </a:r>
            <a:r>
              <a:rPr sz="2600" u="sng" spc="-30" dirty="0">
                <a:latin typeface="Calibri"/>
                <a:cs typeface="Calibri"/>
              </a:rPr>
              <a:t>v</a:t>
            </a:r>
            <a:r>
              <a:rPr sz="2600" u="sng" spc="-10" dirty="0">
                <a:latin typeface="Calibri"/>
                <a:cs typeface="Calibri"/>
              </a:rPr>
              <a:t>e</a:t>
            </a:r>
            <a:r>
              <a:rPr sz="2600" u="sng" dirty="0">
                <a:latin typeface="Calibri"/>
                <a:cs typeface="Calibri"/>
              </a:rPr>
              <a:t>s</a:t>
            </a:r>
            <a:r>
              <a:rPr sz="2600" u="sng" spc="-30" dirty="0">
                <a:latin typeface="Calibri"/>
                <a:cs typeface="Calibri"/>
              </a:rPr>
              <a:t> </a:t>
            </a:r>
            <a:r>
              <a:rPr sz="2600" u="sng" spc="5" dirty="0">
                <a:latin typeface="Calibri"/>
                <a:cs typeface="Calibri"/>
              </a:rPr>
              <a:t>o</a:t>
            </a:r>
            <a:r>
              <a:rPr sz="2600" u="sng" dirty="0">
                <a:latin typeface="Calibri"/>
                <a:cs typeface="Calibri"/>
              </a:rPr>
              <a:t>f</a:t>
            </a:r>
            <a:r>
              <a:rPr sz="2600" u="sng" spc="-25" dirty="0">
                <a:latin typeface="Calibri"/>
                <a:cs typeface="Calibri"/>
              </a:rPr>
              <a:t> </a:t>
            </a:r>
            <a:r>
              <a:rPr sz="2600" u="sng" spc="-10" dirty="0">
                <a:latin typeface="Calibri"/>
                <a:cs typeface="Calibri"/>
              </a:rPr>
              <a:t>C</a:t>
            </a:r>
            <a:r>
              <a:rPr sz="2600" u="sng" spc="5" dirty="0">
                <a:latin typeface="Calibri"/>
                <a:cs typeface="Calibri"/>
              </a:rPr>
              <a:t>o</a:t>
            </a:r>
            <a:r>
              <a:rPr sz="2600" u="sng" spc="-30" dirty="0">
                <a:latin typeface="Calibri"/>
                <a:cs typeface="Calibri"/>
              </a:rPr>
              <a:t>n</a:t>
            </a:r>
            <a:r>
              <a:rPr sz="2600" u="sng" spc="-5" dirty="0">
                <a:latin typeface="Calibri"/>
                <a:cs typeface="Calibri"/>
              </a:rPr>
              <a:t>t</a:t>
            </a:r>
            <a:r>
              <a:rPr sz="2600" u="sng" spc="-60" dirty="0">
                <a:latin typeface="Calibri"/>
                <a:cs typeface="Calibri"/>
              </a:rPr>
              <a:t>r</a:t>
            </a:r>
            <a:r>
              <a:rPr sz="2600" u="sng" spc="5" dirty="0">
                <a:latin typeface="Calibri"/>
                <a:cs typeface="Calibri"/>
              </a:rPr>
              <a:t>o</a:t>
            </a:r>
            <a:r>
              <a:rPr sz="2600" u="sng" dirty="0">
                <a:latin typeface="Calibri"/>
                <a:cs typeface="Calibri"/>
              </a:rPr>
              <a:t>l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Sy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Addit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2592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37896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3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and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bje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es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4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4523740" cy="2390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I</a:t>
            </a:r>
            <a:r>
              <a:rPr sz="2600" u="heavy" spc="-30" dirty="0">
                <a:latin typeface="Calibri"/>
                <a:cs typeface="Calibri"/>
              </a:rPr>
              <a:t>n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spc="-60" dirty="0">
                <a:latin typeface="Calibri"/>
                <a:cs typeface="Calibri"/>
              </a:rPr>
              <a:t>r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du</a:t>
            </a:r>
            <a:r>
              <a:rPr sz="2600" u="heavy" dirty="0">
                <a:latin typeface="Calibri"/>
                <a:cs typeface="Calibri"/>
              </a:rPr>
              <a:t>c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n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abus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8287" y="2362200"/>
            <a:ext cx="3555365" cy="1243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lang="en-NZ" sz="4500" dirty="0">
                <a:solidFill>
                  <a:srgbClr val="B5121B"/>
                </a:solidFill>
                <a:latin typeface="Calibri"/>
                <a:cs typeface="Calibri"/>
              </a:rPr>
              <a:t>CN</a:t>
            </a:r>
            <a:r>
              <a:rPr sz="45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45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4500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sz="4500" spc="-25" dirty="0">
                <a:solidFill>
                  <a:srgbClr val="B5121B"/>
                </a:solidFill>
                <a:latin typeface="Calibri"/>
                <a:cs typeface="Calibri"/>
              </a:rPr>
              <a:t>506)</a:t>
            </a:r>
            <a:endParaRPr sz="4500" dirty="0">
              <a:latin typeface="Calibri"/>
              <a:cs typeface="Calibri"/>
            </a:endParaRPr>
          </a:p>
          <a:p>
            <a:pPr marL="12700">
              <a:lnSpc>
                <a:spcPts val="4270"/>
              </a:lnSpc>
            </a:pP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.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6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7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du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on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FB60-D395-D399-EE1D-D47EC07F32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5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6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du</a:t>
            </a:r>
            <a:r>
              <a:rPr spc="-35" dirty="0">
                <a:latin typeface="Calibri"/>
                <a:cs typeface="Calibri"/>
              </a:rPr>
              <a:t>c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na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6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053495"/>
            <a:ext cx="7508240" cy="360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8669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mi</a:t>
            </a:r>
            <a:r>
              <a:rPr sz="2600" spc="-10" dirty="0">
                <a:latin typeface="Calibri"/>
                <a:cs typeface="Calibri"/>
              </a:rPr>
              <a:t>c,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s.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994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Ad</a:t>
            </a:r>
            <a:r>
              <a:rPr sz="2600" spc="-55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ch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eb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ag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dirty="0">
                <a:latin typeface="Calibri"/>
                <a:cs typeface="Calibri"/>
              </a:rPr>
              <a:t>s.</a:t>
            </a:r>
            <a:endParaRPr sz="2600">
              <a:latin typeface="Calibri"/>
              <a:cs typeface="Calibri"/>
            </a:endParaRPr>
          </a:p>
          <a:p>
            <a:pPr marL="241300" marR="468630" indent="-228600">
              <a:lnSpc>
                <a:spcPct val="90100"/>
              </a:lnSpc>
              <a:spcBef>
                <a:spcPts val="96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Add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eed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5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ol,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tion</a:t>
            </a:r>
            <a:r>
              <a:rPr sz="26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nd</a:t>
            </a:r>
            <a:r>
              <a:rPr sz="2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sis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marR="289560" indent="-228600">
              <a:lnSpc>
                <a:spcPts val="2800"/>
              </a:lnSpc>
              <a:spcBef>
                <a:spcPts val="103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spc="5" dirty="0">
                <a:latin typeface="Calibri"/>
                <a:cs typeface="Calibri"/>
              </a:rPr>
              <a:t>-</a:t>
            </a:r>
            <a:r>
              <a:rPr sz="2600" spc="-50" dirty="0">
                <a:latin typeface="Calibri"/>
                <a:cs typeface="Calibri"/>
              </a:rPr>
              <a:t>ex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cs,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ndu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</a:t>
            </a:r>
            <a:r>
              <a:rPr sz="2600" dirty="0">
                <a:latin typeface="Calibri"/>
                <a:cs typeface="Calibri"/>
              </a:rPr>
              <a:t>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“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l”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3400" y="2216601"/>
            <a:ext cx="3470910" cy="3164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795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ols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d</a:t>
            </a:r>
          </a:p>
          <a:p>
            <a:pPr marL="241300" marR="226695" indent="-228600">
              <a:lnSpc>
                <a:spcPts val="2500"/>
              </a:lnSpc>
              <a:spcBef>
                <a:spcPts val="9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der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iss</a:t>
            </a:r>
            <a:r>
              <a:rPr sz="2600" spc="-10" dirty="0">
                <a:latin typeface="Calibri"/>
                <a:cs typeface="Calibri"/>
              </a:rPr>
              <a:t>ue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9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  <a:p>
            <a:pPr marL="241300" marR="71120" indent="-228600">
              <a:lnSpc>
                <a:spcPct val="79900"/>
              </a:lnSpc>
              <a:spcBef>
                <a:spcPts val="102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Au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cl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1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pen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</a:t>
            </a:r>
          </a:p>
        </p:txBody>
      </p:sp>
      <p:sp>
        <p:nvSpPr>
          <p:cNvPr id="6" name="object 6"/>
          <p:cNvSpPr/>
          <p:nvPr/>
        </p:nvSpPr>
        <p:spPr>
          <a:xfrm>
            <a:off x="4673589" y="2161556"/>
            <a:ext cx="3497579" cy="3502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7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0" dirty="0">
                <a:latin typeface="Calibri"/>
                <a:cs typeface="Calibri"/>
              </a:rPr>
              <a:t>A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m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7200" y="2247081"/>
            <a:ext cx="3714115" cy="3355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69215" indent="-228600">
              <a:lnSpc>
                <a:spcPct val="9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ult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ch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9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ude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9900"/>
              </a:lnSpc>
              <a:spcBef>
                <a:spcPts val="101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imi</a:t>
            </a:r>
            <a:r>
              <a:rPr sz="2600" spc="-50" dirty="0">
                <a:latin typeface="Calibri"/>
                <a:cs typeface="Calibri"/>
              </a:rPr>
              <a:t>z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5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nd</a:t>
            </a:r>
            <a:r>
              <a:rPr sz="2600" spc="-3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x</a:t>
            </a:r>
          </a:p>
        </p:txBody>
      </p:sp>
      <p:sp>
        <p:nvSpPr>
          <p:cNvPr id="6" name="object 6"/>
          <p:cNvSpPr/>
          <p:nvPr/>
        </p:nvSpPr>
        <p:spPr>
          <a:xfrm>
            <a:off x="4673589" y="2400300"/>
            <a:ext cx="3881109" cy="25882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67250" y="2393954"/>
            <a:ext cx="3893820" cy="2600960"/>
          </a:xfrm>
          <a:custGeom>
            <a:avLst/>
            <a:gdLst/>
            <a:ahLst/>
            <a:cxnLst/>
            <a:rect l="l" t="t" r="r" b="b"/>
            <a:pathLst>
              <a:path w="3893820" h="2600960">
                <a:moveTo>
                  <a:pt x="0" y="2600955"/>
                </a:moveTo>
                <a:lnTo>
                  <a:pt x="3893819" y="2600955"/>
                </a:lnTo>
                <a:lnTo>
                  <a:pt x="3893819" y="0"/>
                </a:lnTo>
                <a:lnTo>
                  <a:pt x="0" y="0"/>
                </a:lnTo>
                <a:lnTo>
                  <a:pt x="0" y="2600955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32659" y="5152058"/>
            <a:ext cx="4167504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h</a:t>
            </a:r>
            <a:r>
              <a:rPr sz="1100" spc="-10" dirty="0">
                <a:latin typeface="Calibri"/>
                <a:cs typeface="Calibri"/>
              </a:rPr>
              <a:t>t</a:t>
            </a:r>
            <a:r>
              <a:rPr sz="1100" spc="-15" dirty="0">
                <a:latin typeface="Calibri"/>
                <a:cs typeface="Calibri"/>
              </a:rPr>
              <a:t>t</a:t>
            </a:r>
            <a:r>
              <a:rPr sz="1100" dirty="0">
                <a:latin typeface="Calibri"/>
                <a:cs typeface="Calibri"/>
              </a:rPr>
              <a:t>p</a:t>
            </a:r>
            <a:r>
              <a:rPr sz="1100" spc="5" dirty="0">
                <a:latin typeface="Calibri"/>
                <a:cs typeface="Calibri"/>
              </a:rPr>
              <a:t>s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5" dirty="0">
                <a:latin typeface="Calibri"/>
                <a:cs typeface="Calibri"/>
              </a:rPr>
              <a:t>//</a:t>
            </a:r>
            <a:r>
              <a:rPr sz="1100" spc="-20" dirty="0">
                <a:latin typeface="Calibri"/>
                <a:cs typeface="Calibri"/>
              </a:rPr>
              <a:t>e</a:t>
            </a:r>
            <a:r>
              <a:rPr sz="1100" dirty="0">
                <a:latin typeface="Calibri"/>
                <a:cs typeface="Calibri"/>
              </a:rPr>
              <a:t>n.</a:t>
            </a:r>
            <a:r>
              <a:rPr sz="1100" spc="-10" dirty="0">
                <a:latin typeface="Calibri"/>
                <a:cs typeface="Calibri"/>
              </a:rPr>
              <a:t>w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5" dirty="0">
                <a:latin typeface="Calibri"/>
                <a:cs typeface="Calibri"/>
              </a:rPr>
              <a:t>k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10" dirty="0">
                <a:latin typeface="Calibri"/>
                <a:cs typeface="Calibri"/>
              </a:rPr>
              <a:t>p</a:t>
            </a:r>
            <a:r>
              <a:rPr sz="1100" spc="-20" dirty="0">
                <a:latin typeface="Calibri"/>
                <a:cs typeface="Calibri"/>
              </a:rPr>
              <a:t>e</a:t>
            </a:r>
            <a:r>
              <a:rPr sz="1100" dirty="0">
                <a:latin typeface="Calibri"/>
                <a:cs typeface="Calibri"/>
              </a:rPr>
              <a:t>d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1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5" dirty="0">
                <a:latin typeface="Calibri"/>
                <a:cs typeface="Calibri"/>
              </a:rPr>
              <a:t>o</a:t>
            </a:r>
            <a:r>
              <a:rPr sz="1100" spc="-10" dirty="0">
                <a:latin typeface="Calibri"/>
                <a:cs typeface="Calibri"/>
              </a:rPr>
              <a:t>rg/</a:t>
            </a:r>
            <a:r>
              <a:rPr sz="1100" spc="-20" dirty="0">
                <a:latin typeface="Calibri"/>
                <a:cs typeface="Calibri"/>
              </a:rPr>
              <a:t>w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5" dirty="0">
                <a:latin typeface="Calibri"/>
                <a:cs typeface="Calibri"/>
              </a:rPr>
              <a:t>k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5" dirty="0">
                <a:latin typeface="Calibri"/>
                <a:cs typeface="Calibri"/>
              </a:rPr>
              <a:t>/</a:t>
            </a:r>
            <a:r>
              <a:rPr sz="1100" spc="-10" dirty="0">
                <a:latin typeface="Calibri"/>
                <a:cs typeface="Calibri"/>
              </a:rPr>
              <a:t>A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10" dirty="0">
                <a:latin typeface="Calibri"/>
                <a:cs typeface="Calibri"/>
              </a:rPr>
              <a:t>r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5" dirty="0">
                <a:latin typeface="Calibri"/>
                <a:cs typeface="Calibri"/>
              </a:rPr>
              <a:t>s</a:t>
            </a:r>
            <a:r>
              <a:rPr sz="1100" spc="-10" dirty="0">
                <a:latin typeface="Calibri"/>
                <a:cs typeface="Calibri"/>
              </a:rPr>
              <a:t>_A320</a:t>
            </a:r>
            <a:r>
              <a:rPr sz="1100" spc="-20" dirty="0">
                <a:latin typeface="Calibri"/>
                <a:cs typeface="Calibri"/>
              </a:rPr>
              <a:t>_</a:t>
            </a:r>
            <a:r>
              <a:rPr sz="1100" dirty="0">
                <a:latin typeface="Calibri"/>
                <a:cs typeface="Calibri"/>
              </a:rPr>
              <a:t>f</a:t>
            </a:r>
            <a:r>
              <a:rPr sz="1100" spc="-10" dirty="0">
                <a:latin typeface="Calibri"/>
                <a:cs typeface="Calibri"/>
              </a:rPr>
              <a:t>am</a:t>
            </a:r>
            <a:r>
              <a:rPr sz="1100" spc="5" dirty="0">
                <a:latin typeface="Calibri"/>
                <a:cs typeface="Calibri"/>
              </a:rPr>
              <a:t>il</a:t>
            </a:r>
            <a:r>
              <a:rPr sz="1100" spc="-5" dirty="0">
                <a:latin typeface="Calibri"/>
                <a:cs typeface="Calibri"/>
              </a:rPr>
              <a:t>y</a:t>
            </a:r>
            <a:r>
              <a:rPr sz="1100" spc="-10" dirty="0">
                <a:latin typeface="Calibri"/>
                <a:cs typeface="Calibri"/>
              </a:rPr>
              <a:t>#</a:t>
            </a:r>
            <a:r>
              <a:rPr sz="1100" spc="-5" dirty="0">
                <a:latin typeface="Calibri"/>
                <a:cs typeface="Calibri"/>
              </a:rPr>
              <a:t>/</a:t>
            </a:r>
            <a:r>
              <a:rPr sz="1100" spc="-10" dirty="0">
                <a:latin typeface="Calibri"/>
                <a:cs typeface="Calibri"/>
              </a:rPr>
              <a:t>m</a:t>
            </a:r>
            <a:r>
              <a:rPr sz="1100" spc="-20" dirty="0">
                <a:latin typeface="Calibri"/>
                <a:cs typeface="Calibri"/>
              </a:rPr>
              <a:t>e</a:t>
            </a:r>
            <a:r>
              <a:rPr sz="1100" dirty="0">
                <a:latin typeface="Calibri"/>
                <a:cs typeface="Calibri"/>
              </a:rPr>
              <a:t>d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1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/</a:t>
            </a:r>
            <a:r>
              <a:rPr sz="1100" spc="-10" dirty="0">
                <a:latin typeface="Calibri"/>
                <a:cs typeface="Calibri"/>
              </a:rPr>
              <a:t>F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15" dirty="0">
                <a:latin typeface="Calibri"/>
                <a:cs typeface="Calibri"/>
              </a:rPr>
              <a:t>l</a:t>
            </a:r>
            <a:r>
              <a:rPr sz="1100" spc="-20" dirty="0">
                <a:latin typeface="Calibri"/>
                <a:cs typeface="Calibri"/>
              </a:rPr>
              <a:t>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10" dirty="0">
                <a:latin typeface="Calibri"/>
                <a:cs typeface="Calibri"/>
              </a:rPr>
              <a:t>A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10" dirty="0">
                <a:latin typeface="Calibri"/>
                <a:cs typeface="Calibri"/>
              </a:rPr>
              <a:t>r</a:t>
            </a:r>
            <a:r>
              <a:rPr sz="1100" dirty="0">
                <a:latin typeface="Calibri"/>
                <a:cs typeface="Calibri"/>
              </a:rPr>
              <a:t>bu</a:t>
            </a:r>
            <a:r>
              <a:rPr sz="1100" spc="-15" dirty="0">
                <a:latin typeface="Calibri"/>
                <a:cs typeface="Calibri"/>
              </a:rPr>
              <a:t>s</a:t>
            </a:r>
            <a:r>
              <a:rPr sz="1100" spc="-10" dirty="0">
                <a:latin typeface="Calibri"/>
                <a:cs typeface="Calibri"/>
              </a:rPr>
              <a:t>_A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Calibri"/>
                <a:cs typeface="Calibri"/>
              </a:rPr>
              <a:t>320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10" dirty="0">
                <a:latin typeface="Calibri"/>
                <a:cs typeface="Calibri"/>
              </a:rPr>
              <a:t>100</a:t>
            </a:r>
            <a:r>
              <a:rPr sz="1100" spc="-20" dirty="0">
                <a:latin typeface="Calibri"/>
                <a:cs typeface="Calibri"/>
              </a:rPr>
              <a:t>_</a:t>
            </a:r>
            <a:r>
              <a:rPr sz="1100" spc="-10" dirty="0">
                <a:latin typeface="Calibri"/>
                <a:cs typeface="Calibri"/>
              </a:rPr>
              <a:t>A</a:t>
            </a:r>
            <a:r>
              <a:rPr sz="1100" spc="5" dirty="0">
                <a:latin typeface="Calibri"/>
                <a:cs typeface="Calibri"/>
              </a:rPr>
              <a:t>i</a:t>
            </a:r>
            <a:r>
              <a:rPr sz="1100" spc="-10" dirty="0">
                <a:latin typeface="Calibri"/>
                <a:cs typeface="Calibri"/>
              </a:rPr>
              <a:t>r_Fra</a:t>
            </a:r>
            <a:r>
              <a:rPr sz="1100" dirty="0">
                <a:latin typeface="Calibri"/>
                <a:cs typeface="Calibri"/>
              </a:rPr>
              <a:t>n</a:t>
            </a:r>
            <a:r>
              <a:rPr sz="1100" spc="-20" dirty="0">
                <a:latin typeface="Calibri"/>
                <a:cs typeface="Calibri"/>
              </a:rPr>
              <a:t>ce_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AFR</a:t>
            </a:r>
            <a:r>
              <a:rPr sz="1100" spc="5" dirty="0">
                <a:latin typeface="Calibri"/>
                <a:cs typeface="Calibri"/>
              </a:rPr>
              <a:t>)</a:t>
            </a:r>
            <a:r>
              <a:rPr sz="1100" spc="-10" dirty="0">
                <a:latin typeface="Calibri"/>
                <a:cs typeface="Calibri"/>
              </a:rPr>
              <a:t>_F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5" dirty="0">
                <a:latin typeface="Calibri"/>
                <a:cs typeface="Calibri"/>
              </a:rPr>
              <a:t>G</a:t>
            </a:r>
            <a:r>
              <a:rPr sz="1100" spc="-10" dirty="0">
                <a:latin typeface="Calibri"/>
                <a:cs typeface="Calibri"/>
              </a:rPr>
              <a:t>F</a:t>
            </a:r>
            <a:r>
              <a:rPr sz="1100" spc="5" dirty="0">
                <a:latin typeface="Calibri"/>
                <a:cs typeface="Calibri"/>
              </a:rPr>
              <a:t>K</a:t>
            </a:r>
            <a:r>
              <a:rPr sz="1100" spc="-15" dirty="0">
                <a:latin typeface="Calibri"/>
                <a:cs typeface="Calibri"/>
              </a:rPr>
              <a:t>Q</a:t>
            </a:r>
            <a:r>
              <a:rPr sz="1100" spc="-10" dirty="0">
                <a:latin typeface="Calibri"/>
                <a:cs typeface="Calibri"/>
              </a:rPr>
              <a:t>_</a:t>
            </a:r>
            <a:r>
              <a:rPr sz="1100" dirty="0">
                <a:latin typeface="Calibri"/>
                <a:cs typeface="Calibri"/>
              </a:rPr>
              <a:t>-</a:t>
            </a:r>
            <a:r>
              <a:rPr sz="1100" spc="-10" dirty="0">
                <a:latin typeface="Calibri"/>
                <a:cs typeface="Calibri"/>
              </a:rPr>
              <a:t>_</a:t>
            </a:r>
            <a:r>
              <a:rPr sz="1100" spc="-15" dirty="0">
                <a:latin typeface="Calibri"/>
                <a:cs typeface="Calibri"/>
              </a:rPr>
              <a:t>M</a:t>
            </a:r>
            <a:r>
              <a:rPr sz="1100" spc="-10" dirty="0">
                <a:latin typeface="Calibri"/>
                <a:cs typeface="Calibri"/>
              </a:rPr>
              <a:t>S</a:t>
            </a:r>
            <a:r>
              <a:rPr sz="1100" spc="-5" dirty="0">
                <a:latin typeface="Calibri"/>
                <a:cs typeface="Calibri"/>
              </a:rPr>
              <a:t>N</a:t>
            </a:r>
            <a:r>
              <a:rPr sz="1100" spc="-10" dirty="0">
                <a:latin typeface="Calibri"/>
                <a:cs typeface="Calibri"/>
              </a:rPr>
              <a:t>_002</a:t>
            </a:r>
            <a:r>
              <a:rPr sz="1100" spc="-20" dirty="0">
                <a:latin typeface="Calibri"/>
                <a:cs typeface="Calibri"/>
              </a:rPr>
              <a:t>_</a:t>
            </a:r>
            <a:r>
              <a:rPr sz="1100" spc="5" dirty="0"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106559312</a:t>
            </a:r>
            <a:r>
              <a:rPr sz="1100" spc="5" dirty="0">
                <a:latin typeface="Calibri"/>
                <a:cs typeface="Calibri"/>
              </a:rPr>
              <a:t>1</a:t>
            </a:r>
            <a:r>
              <a:rPr sz="1100" dirty="0">
                <a:latin typeface="Calibri"/>
                <a:cs typeface="Calibri"/>
              </a:rPr>
              <a:t>3</a:t>
            </a:r>
            <a:r>
              <a:rPr sz="1100" spc="5" dirty="0">
                <a:latin typeface="Calibri"/>
                <a:cs typeface="Calibri"/>
              </a:rPr>
              <a:t>)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5" dirty="0">
                <a:latin typeface="Calibri"/>
                <a:cs typeface="Calibri"/>
              </a:rPr>
              <a:t>j</a:t>
            </a:r>
            <a:r>
              <a:rPr sz="1100" dirty="0">
                <a:latin typeface="Calibri"/>
                <a:cs typeface="Calibri"/>
              </a:rPr>
              <a:t>pg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153401" y="6190288"/>
            <a:ext cx="47371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8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15" dirty="0">
                <a:latin typeface="Calibri"/>
                <a:cs typeface="Calibri"/>
              </a:rPr>
              <a:t>ec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d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Calibri"/>
                <a:cs typeface="Calibri"/>
              </a:rPr>
              <a:t>P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ojec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229601" y="6190288"/>
            <a:ext cx="397516" cy="286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9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761" y="3128705"/>
            <a:ext cx="6352540" cy="71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20"/>
              </a:lnSpc>
            </a:pPr>
            <a:r>
              <a:rPr sz="2600" spc="-5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dua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464566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us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RA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2313944"/>
            <a:ext cx="3540770" cy="3543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74920" y="3634740"/>
            <a:ext cx="2868097" cy="22224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68240" y="1871990"/>
            <a:ext cx="2959095" cy="1661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6CFE28-98B3-B81E-9590-6DE47D71ED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05800" y="6190289"/>
            <a:ext cx="380999" cy="187651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10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20" dirty="0">
                <a:latin typeface="Calibri"/>
                <a:cs typeface="Calibri"/>
              </a:rPr>
              <a:t>v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5" name="object 5"/>
          <p:cNvSpPr/>
          <p:nvPr/>
        </p:nvSpPr>
        <p:spPr>
          <a:xfrm>
            <a:off x="4328159" y="1651004"/>
            <a:ext cx="4330689" cy="24333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7567" y="2319395"/>
            <a:ext cx="3515995" cy="299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416559" indent="-228600" algn="just">
              <a:lnSpc>
                <a:spcPct val="901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imis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o–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 dirty="0">
              <a:latin typeface="Calibri"/>
              <a:cs typeface="Calibri"/>
            </a:endParaRPr>
          </a:p>
          <a:p>
            <a:pPr marL="240665">
              <a:lnSpc>
                <a:spcPts val="2800"/>
              </a:lnSpc>
            </a:pPr>
            <a:r>
              <a:rPr sz="2600" spc="-10" dirty="0">
                <a:latin typeface="Calibri"/>
                <a:cs typeface="Calibri"/>
              </a:rPr>
              <a:t>(Char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Cart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Bu</a:t>
            </a:r>
            <a:r>
              <a:rPr sz="2600" dirty="0">
                <a:latin typeface="Calibri"/>
                <a:cs typeface="Calibri"/>
              </a:rPr>
              <a:t>il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ng)</a:t>
            </a:r>
            <a:endParaRPr sz="2600" dirty="0">
              <a:latin typeface="Calibri"/>
              <a:cs typeface="Calibri"/>
            </a:endParaRPr>
          </a:p>
          <a:p>
            <a:pPr marL="241300" marR="492759" indent="-228600">
              <a:lnSpc>
                <a:spcPct val="90000"/>
              </a:lnSpc>
              <a:spcBef>
                <a:spcPts val="101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ll</a:t>
            </a:r>
          </a:p>
        </p:txBody>
      </p:sp>
      <p:sp>
        <p:nvSpPr>
          <p:cNvPr id="7" name="object 7"/>
          <p:cNvSpPr/>
          <p:nvPr/>
        </p:nvSpPr>
        <p:spPr>
          <a:xfrm>
            <a:off x="4572000" y="3611879"/>
            <a:ext cx="3335029" cy="25780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53BABA4-6C54-C969-D452-7DFB1FB4A1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11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4925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gi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iti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12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2196" y="3128705"/>
            <a:ext cx="6282055" cy="1069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0100"/>
              </a:lnSpc>
            </a:pP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Eng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mi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te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esi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80" dirty="0">
                <a:latin typeface="Calibri"/>
                <a:cs typeface="Calibri"/>
              </a:rPr>
              <a:t>y.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46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30" dirty="0">
                <a:latin typeface="Calibri"/>
                <a:cs typeface="Calibri"/>
              </a:rPr>
              <a:t>M</a:t>
            </a:r>
            <a:r>
              <a:rPr sz="3200" spc="-10" dirty="0">
                <a:latin typeface="Calibri"/>
                <a:cs typeface="Calibri"/>
              </a:rPr>
              <a:t>o</a:t>
            </a:r>
            <a:r>
              <a:rPr sz="3200" spc="-5" dirty="0">
                <a:latin typeface="Calibri"/>
                <a:cs typeface="Calibri"/>
              </a:rPr>
              <a:t>du</a:t>
            </a:r>
            <a:r>
              <a:rPr sz="3200" spc="5" dirty="0">
                <a:latin typeface="Calibri"/>
                <a:cs typeface="Calibri"/>
              </a:rPr>
              <a:t>l</a:t>
            </a:r>
            <a:r>
              <a:rPr sz="3200" spc="-20" dirty="0">
                <a:latin typeface="Calibri"/>
                <a:cs typeface="Calibri"/>
              </a:rPr>
              <a:t>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Calibri"/>
                <a:cs typeface="Calibri"/>
              </a:rPr>
              <a:t>S</a:t>
            </a:r>
            <a:r>
              <a:rPr sz="3200" spc="-30" dirty="0">
                <a:latin typeface="Calibri"/>
                <a:cs typeface="Calibri"/>
              </a:rPr>
              <a:t>c</a:t>
            </a:r>
            <a:r>
              <a:rPr sz="3200" spc="-10" dirty="0">
                <a:latin typeface="Calibri"/>
                <a:cs typeface="Calibri"/>
              </a:rPr>
              <a:t>o</a:t>
            </a:r>
            <a:r>
              <a:rPr sz="3200" spc="-25" dirty="0">
                <a:latin typeface="Calibri"/>
                <a:cs typeface="Calibri"/>
              </a:rPr>
              <a:t>pe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13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989" y="2193298"/>
            <a:ext cx="7778750" cy="155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u="heavy" dirty="0">
                <a:latin typeface="Calibri"/>
                <a:cs typeface="Calibri"/>
              </a:rPr>
              <a:t>H</a:t>
            </a:r>
            <a:r>
              <a:rPr sz="2600" u="heavy" spc="-50" dirty="0">
                <a:latin typeface="Calibri"/>
                <a:cs typeface="Calibri"/>
              </a:rPr>
              <a:t>a</a:t>
            </a:r>
            <a:r>
              <a:rPr sz="2600" u="heavy" spc="-30" dirty="0">
                <a:latin typeface="Calibri"/>
                <a:cs typeface="Calibri"/>
              </a:rPr>
              <a:t>v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-55" dirty="0">
                <a:latin typeface="Calibri"/>
                <a:cs typeface="Calibri"/>
              </a:rPr>
              <a:t>y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u</a:t>
            </a:r>
            <a:r>
              <a:rPr sz="2600" u="heavy" spc="-15" dirty="0">
                <a:latin typeface="Calibri"/>
                <a:cs typeface="Calibri"/>
              </a:rPr>
              <a:t> </a:t>
            </a:r>
            <a:r>
              <a:rPr sz="2600" u="heavy" spc="-25" dirty="0">
                <a:latin typeface="Calibri"/>
                <a:cs typeface="Calibri"/>
              </a:rPr>
              <a:t>b</a:t>
            </a:r>
            <a:r>
              <a:rPr sz="2600" u="heavy" spc="-10" dirty="0">
                <a:latin typeface="Calibri"/>
                <a:cs typeface="Calibri"/>
              </a:rPr>
              <a:t>ee</a:t>
            </a:r>
            <a:r>
              <a:rPr sz="2600" u="heavy" dirty="0">
                <a:latin typeface="Calibri"/>
                <a:cs typeface="Calibri"/>
              </a:rPr>
              <a:t>n</a:t>
            </a:r>
            <a:r>
              <a:rPr sz="2600" u="heavy" spc="-15" dirty="0">
                <a:latin typeface="Calibri"/>
                <a:cs typeface="Calibri"/>
              </a:rPr>
              <a:t> </a:t>
            </a:r>
            <a:r>
              <a:rPr sz="2600" u="heavy" spc="-4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aug</a:t>
            </a:r>
            <a:r>
              <a:rPr sz="2600" u="heavy" spc="-30" dirty="0">
                <a:latin typeface="Calibri"/>
                <a:cs typeface="Calibri"/>
              </a:rPr>
              <a:t>h</a:t>
            </a:r>
            <a:r>
              <a:rPr sz="2600" u="heavy" spc="-10" dirty="0">
                <a:latin typeface="Calibri"/>
                <a:cs typeface="Calibri"/>
              </a:rPr>
              <a:t>t</a:t>
            </a:r>
            <a:r>
              <a:rPr sz="2600" u="heavy" spc="20" dirty="0">
                <a:latin typeface="Calibri"/>
                <a:cs typeface="Calibri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spc="-25" dirty="0">
                <a:latin typeface="Calibri"/>
                <a:cs typeface="Calibri"/>
              </a:rPr>
              <a:t>h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ssi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tinuous</a:t>
            </a:r>
            <a:r>
              <a:rPr sz="2600" spc="5" dirty="0">
                <a:latin typeface="Calibri"/>
                <a:cs typeface="Calibri"/>
              </a:rPr>
              <a:t>-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ap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dirty="0">
                <a:latin typeface="Calibri"/>
                <a:cs typeface="Calibri"/>
              </a:rPr>
              <a:t>-i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46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30" dirty="0">
                <a:latin typeface="Calibri"/>
                <a:cs typeface="Calibri"/>
              </a:rPr>
              <a:t>M</a:t>
            </a:r>
            <a:r>
              <a:rPr sz="3200" spc="-1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ss–S</a:t>
            </a:r>
            <a:r>
              <a:rPr sz="3200" spc="-5" dirty="0">
                <a:latin typeface="Calibri"/>
                <a:cs typeface="Calibri"/>
              </a:rPr>
              <a:t>p</a:t>
            </a:r>
            <a:r>
              <a:rPr sz="320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ng</a:t>
            </a:r>
            <a:r>
              <a:rPr sz="3200" spc="5" dirty="0">
                <a:latin typeface="Calibri"/>
                <a:cs typeface="Calibri"/>
              </a:rPr>
              <a:t>–</a:t>
            </a:r>
            <a:r>
              <a:rPr sz="3200" spc="-10" dirty="0">
                <a:latin typeface="Calibri"/>
                <a:cs typeface="Calibri"/>
              </a:rPr>
              <a:t>D</a:t>
            </a:r>
            <a:r>
              <a:rPr sz="3200" spc="-15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m</a:t>
            </a:r>
            <a:r>
              <a:rPr sz="3200" spc="-5" dirty="0">
                <a:latin typeface="Calibri"/>
                <a:cs typeface="Calibri"/>
              </a:rPr>
              <a:t>p</a:t>
            </a:r>
            <a:r>
              <a:rPr sz="3200" spc="-10" dirty="0">
                <a:latin typeface="Calibri"/>
                <a:cs typeface="Calibri"/>
              </a:rPr>
              <a:t>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5314" y="2771035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4">
                <a:moveTo>
                  <a:pt x="0" y="0"/>
                </a:moveTo>
                <a:lnTo>
                  <a:pt x="461630" y="0"/>
                </a:lnTo>
              </a:path>
            </a:pathLst>
          </a:custGeom>
          <a:ln w="6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04166" y="2771035"/>
            <a:ext cx="278765" cy="0"/>
          </a:xfrm>
          <a:custGeom>
            <a:avLst/>
            <a:gdLst/>
            <a:ahLst/>
            <a:cxnLst/>
            <a:rect l="l" t="t" r="r" b="b"/>
            <a:pathLst>
              <a:path w="278764">
                <a:moveTo>
                  <a:pt x="0" y="0"/>
                </a:moveTo>
                <a:lnTo>
                  <a:pt x="278402" y="0"/>
                </a:lnTo>
              </a:path>
            </a:pathLst>
          </a:custGeom>
          <a:ln w="6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61972" y="2516008"/>
            <a:ext cx="1202690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spc="-15" baseline="30864" dirty="0">
                <a:latin typeface="Times New Roman"/>
                <a:cs typeface="Times New Roman"/>
              </a:rPr>
              <a:t>2</a:t>
            </a:r>
            <a:r>
              <a:rPr sz="2700" spc="-367" baseline="30864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x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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K</a:t>
            </a:r>
            <a:r>
              <a:rPr sz="2200" i="1" spc="95" dirty="0">
                <a:latin typeface="Times New Roman"/>
                <a:cs typeface="Times New Roman"/>
              </a:rPr>
              <a:t>u</a:t>
            </a:r>
            <a:r>
              <a:rPr sz="2200" spc="-20" dirty="0">
                <a:latin typeface="Times New Roman"/>
                <a:cs typeface="Times New Roman"/>
              </a:rPr>
              <a:t>(</a:t>
            </a:r>
            <a:r>
              <a:rPr sz="2200" i="1" spc="130" dirty="0">
                <a:latin typeface="Times New Roman"/>
                <a:cs typeface="Times New Roman"/>
              </a:rPr>
              <a:t>t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3775" y="2432146"/>
            <a:ext cx="880744" cy="475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baseline="34090" dirty="0">
                <a:latin typeface="Times New Roman"/>
                <a:cs typeface="Times New Roman"/>
              </a:rPr>
              <a:t>x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imes New Roman"/>
                <a:cs typeface="Times New Roman"/>
              </a:rPr>
              <a:t>2</a:t>
            </a:r>
            <a:r>
              <a:rPr sz="2300" i="1" spc="-70" dirty="0">
                <a:latin typeface="Symbol"/>
                <a:cs typeface="Symbol"/>
              </a:rPr>
              <a:t>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501" y="2782673"/>
            <a:ext cx="38735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-10" dirty="0">
                <a:latin typeface="Times New Roman"/>
                <a:cs typeface="Times New Roman"/>
              </a:rPr>
              <a:t>dt</a:t>
            </a:r>
            <a:r>
              <a:rPr sz="2200" i="1" spc="-315" dirty="0">
                <a:latin typeface="Times New Roman"/>
                <a:cs typeface="Times New Roman"/>
              </a:rPr>
              <a:t> </a:t>
            </a:r>
            <a:r>
              <a:rPr sz="2700" spc="-15" baseline="30864" dirty="0">
                <a:latin typeface="Times New Roman"/>
                <a:cs typeface="Times New Roman"/>
              </a:rPr>
              <a:t>2</a:t>
            </a:r>
            <a:endParaRPr sz="2700" baseline="30864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2978" y="2347867"/>
            <a:ext cx="1397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8231" y="2714242"/>
            <a:ext cx="452120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i="1" spc="-15" baseline="35493" dirty="0">
                <a:latin typeface="Times New Roman"/>
                <a:cs typeface="Times New Roman"/>
              </a:rPr>
              <a:t>n </a:t>
            </a:r>
            <a:r>
              <a:rPr sz="2700" i="1" spc="-232" baseline="35493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dt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9793" y="2432146"/>
            <a:ext cx="738505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-15" dirty="0">
                <a:latin typeface="Times New Roman"/>
                <a:cs typeface="Times New Roman"/>
              </a:rPr>
              <a:t>dx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3300" spc="-22" baseline="-34090" dirty="0">
                <a:latin typeface="Symbol"/>
                <a:cs typeface="Symbol"/>
              </a:rPr>
              <a:t></a:t>
            </a:r>
            <a:r>
              <a:rPr sz="3300" spc="-405" baseline="-34090" dirty="0">
                <a:latin typeface="Times New Roman"/>
                <a:cs typeface="Times New Roman"/>
              </a:rPr>
              <a:t> </a:t>
            </a:r>
            <a:r>
              <a:rPr sz="3450" i="1" spc="-120" baseline="-32608" dirty="0">
                <a:latin typeface="Symbol"/>
                <a:cs typeface="Symbol"/>
              </a:rPr>
              <a:t></a:t>
            </a:r>
            <a:endParaRPr sz="3450" baseline="-32608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0961" y="2432146"/>
            <a:ext cx="165100" cy="30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-15" dirty="0"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9905" y="2714242"/>
            <a:ext cx="1397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9639" y="4056280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>
                <a:moveTo>
                  <a:pt x="0" y="0"/>
                </a:moveTo>
                <a:lnTo>
                  <a:pt x="462318" y="0"/>
                </a:lnTo>
              </a:path>
            </a:pathLst>
          </a:custGeom>
          <a:ln w="6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09585" y="4056280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1929" y="0"/>
                </a:lnTo>
              </a:path>
            </a:pathLst>
          </a:custGeom>
          <a:ln w="6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9175" y="4056280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8818" y="0"/>
                </a:lnTo>
              </a:path>
            </a:pathLst>
          </a:custGeom>
          <a:ln w="6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05624" y="4056280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1926" y="0"/>
                </a:lnTo>
              </a:path>
            </a:pathLst>
          </a:custGeom>
          <a:ln w="6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64252" y="4056280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1926" y="0"/>
                </a:lnTo>
              </a:path>
            </a:pathLst>
          </a:custGeom>
          <a:ln w="63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88212" y="3717244"/>
            <a:ext cx="2915920" cy="476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51380" algn="l"/>
                <a:tab pos="2419350" algn="l"/>
              </a:tabLst>
            </a:pPr>
            <a:r>
              <a:rPr sz="3300" i="1" baseline="34090" dirty="0">
                <a:latin typeface="Times New Roman"/>
                <a:cs typeface="Times New Roman"/>
              </a:rPr>
              <a:t>x</a:t>
            </a:r>
            <a:r>
              <a:rPr sz="3300" i="1" spc="-15" baseline="340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75" dirty="0">
                <a:latin typeface="Times New Roman"/>
                <a:cs typeface="Times New Roman"/>
              </a:rPr>
              <a:t> </a:t>
            </a:r>
            <a:r>
              <a:rPr sz="3300" i="1" baseline="34090" dirty="0">
                <a:latin typeface="Times New Roman"/>
                <a:cs typeface="Times New Roman"/>
              </a:rPr>
              <a:t>C </a:t>
            </a:r>
            <a:r>
              <a:rPr sz="3300" i="1" spc="-254" baseline="34090" dirty="0">
                <a:latin typeface="Times New Roman"/>
                <a:cs typeface="Times New Roman"/>
              </a:rPr>
              <a:t> </a:t>
            </a:r>
            <a:r>
              <a:rPr sz="3300" i="1" baseline="34090" dirty="0">
                <a:latin typeface="Times New Roman"/>
                <a:cs typeface="Times New Roman"/>
              </a:rPr>
              <a:t>dx</a:t>
            </a:r>
            <a:r>
              <a:rPr sz="3300" i="1" spc="-15" baseline="340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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60" dirty="0">
                <a:latin typeface="Times New Roman"/>
                <a:cs typeface="Times New Roman"/>
              </a:rPr>
              <a:t> </a:t>
            </a:r>
            <a:r>
              <a:rPr sz="3300" i="1" baseline="34090" dirty="0">
                <a:latin typeface="Times New Roman"/>
                <a:cs typeface="Times New Roman"/>
              </a:rPr>
              <a:t>K </a:t>
            </a:r>
            <a:r>
              <a:rPr sz="3300" i="1" spc="-277" baseline="340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x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3300" baseline="34090" dirty="0">
                <a:latin typeface="Times New Roman"/>
                <a:cs typeface="Times New Roman"/>
              </a:rPr>
              <a:t>1	</a:t>
            </a:r>
            <a:r>
              <a:rPr sz="2200" i="1" dirty="0">
                <a:latin typeface="Times New Roman"/>
                <a:cs typeface="Times New Roman"/>
              </a:rPr>
              <a:t>F</a:t>
            </a:r>
            <a:r>
              <a:rPr sz="2200" i="1" spc="-3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</a:t>
            </a:r>
            <a:r>
              <a:rPr sz="2200" i="1" spc="14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5448" y="4067911"/>
            <a:ext cx="388620" cy="388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dirty="0">
                <a:latin typeface="Times New Roman"/>
                <a:cs typeface="Times New Roman"/>
              </a:rPr>
              <a:t>dt</a:t>
            </a:r>
            <a:r>
              <a:rPr sz="2200" i="1" spc="-310" dirty="0">
                <a:latin typeface="Times New Roman"/>
                <a:cs typeface="Times New Roman"/>
              </a:rPr>
              <a:t> </a:t>
            </a:r>
            <a:r>
              <a:rPr sz="2700" baseline="30864" dirty="0">
                <a:latin typeface="Times New Roman"/>
                <a:cs typeface="Times New Roman"/>
              </a:rPr>
              <a:t>2</a:t>
            </a:r>
            <a:endParaRPr sz="2700" baseline="30864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7623" y="3633106"/>
            <a:ext cx="140335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9313" y="4102722"/>
            <a:ext cx="1913255" cy="30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08685" algn="l"/>
                <a:tab pos="1666875" algn="l"/>
              </a:tabLst>
            </a:pPr>
            <a:r>
              <a:rPr sz="2200" i="1" dirty="0">
                <a:latin typeface="Times New Roman"/>
                <a:cs typeface="Times New Roman"/>
              </a:rPr>
              <a:t>M </a:t>
            </a:r>
            <a:r>
              <a:rPr sz="2200" i="1" spc="-16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dt	M	M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4968" y="3717244"/>
            <a:ext cx="165735" cy="30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dirty="0"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04731" y="5152262"/>
            <a:ext cx="1478915" cy="0"/>
          </a:xfrm>
          <a:custGeom>
            <a:avLst/>
            <a:gdLst/>
            <a:ahLst/>
            <a:cxnLst/>
            <a:rect l="l" t="t" r="r" b="b"/>
            <a:pathLst>
              <a:path w="1478914">
                <a:moveTo>
                  <a:pt x="0" y="0"/>
                </a:moveTo>
                <a:lnTo>
                  <a:pt x="1478312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13269" y="5171625"/>
            <a:ext cx="1443355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dirty="0">
                <a:latin typeface="Times New Roman"/>
                <a:cs typeface="Times New Roman"/>
              </a:rPr>
              <a:t>M</a:t>
            </a:r>
            <a:r>
              <a:rPr sz="2100" i="1" spc="125" dirty="0">
                <a:latin typeface="Times New Roman"/>
                <a:cs typeface="Times New Roman"/>
              </a:rPr>
              <a:t>s</a:t>
            </a:r>
            <a:r>
              <a:rPr sz="1800" spc="22" baseline="43981" dirty="0">
                <a:latin typeface="Times New Roman"/>
                <a:cs typeface="Times New Roman"/>
              </a:rPr>
              <a:t>2</a:t>
            </a:r>
            <a:r>
              <a:rPr sz="1800" baseline="43981" dirty="0">
                <a:latin typeface="Times New Roman"/>
                <a:cs typeface="Times New Roman"/>
              </a:rPr>
              <a:t> </a:t>
            </a:r>
            <a:r>
              <a:rPr sz="1800" spc="-44" baseline="43981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</a:t>
            </a:r>
            <a:r>
              <a:rPr sz="2100" spc="-200" dirty="0">
                <a:latin typeface="Times New Roman"/>
                <a:cs typeface="Times New Roman"/>
              </a:rPr>
              <a:t> </a:t>
            </a:r>
            <a:r>
              <a:rPr sz="2100" i="1" spc="20" dirty="0">
                <a:latin typeface="Times New Roman"/>
                <a:cs typeface="Times New Roman"/>
              </a:rPr>
              <a:t>C</a:t>
            </a:r>
            <a:r>
              <a:rPr sz="2100" i="1" spc="5" dirty="0">
                <a:latin typeface="Times New Roman"/>
                <a:cs typeface="Times New Roman"/>
              </a:rPr>
              <a:t>s</a:t>
            </a:r>
            <a:r>
              <a:rPr sz="2100" i="1" spc="-12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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K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62900" y="4818034"/>
            <a:ext cx="161290" cy="297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10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3794" y="4984782"/>
            <a:ext cx="756285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10" dirty="0">
                <a:latin typeface="Times New Roman"/>
                <a:cs typeface="Times New Roman"/>
              </a:rPr>
              <a:t>X</a:t>
            </a:r>
            <a:r>
              <a:rPr sz="2100" i="1" spc="-16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(</a:t>
            </a:r>
            <a:r>
              <a:rPr sz="2100" i="1" spc="75" dirty="0">
                <a:latin typeface="Times New Roman"/>
                <a:cs typeface="Times New Roman"/>
              </a:rPr>
              <a:t>s</a:t>
            </a:r>
            <a:r>
              <a:rPr sz="2100" spc="5" dirty="0">
                <a:latin typeface="Times New Roman"/>
                <a:cs typeface="Times New Roman"/>
              </a:rPr>
              <a:t>)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25608" y="4989044"/>
            <a:ext cx="527685" cy="297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10" dirty="0">
                <a:latin typeface="Times New Roman"/>
                <a:cs typeface="Times New Roman"/>
              </a:rPr>
              <a:t>F</a:t>
            </a:r>
            <a:r>
              <a:rPr sz="2100" i="1" spc="-300" dirty="0">
                <a:latin typeface="Times New Roman"/>
                <a:cs typeface="Times New Roman"/>
              </a:rPr>
              <a:t> </a:t>
            </a:r>
            <a:r>
              <a:rPr sz="2100" spc="95" dirty="0">
                <a:latin typeface="Times New Roman"/>
                <a:cs typeface="Times New Roman"/>
              </a:rPr>
              <a:t>(</a:t>
            </a:r>
            <a:r>
              <a:rPr sz="2100" i="1" spc="70" dirty="0">
                <a:latin typeface="Times New Roman"/>
                <a:cs typeface="Times New Roman"/>
              </a:rPr>
              <a:t>s</a:t>
            </a:r>
            <a:r>
              <a:rPr sz="2100" spc="5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245089" y="2166618"/>
            <a:ext cx="2705099" cy="3528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14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271633"/>
            <a:ext cx="232346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5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200" spc="-2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2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2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B5121B"/>
                </a:solidFill>
                <a:latin typeface="Calibri"/>
                <a:cs typeface="Calibri"/>
              </a:rPr>
              <a:t>Al</a:t>
            </a:r>
            <a:r>
              <a:rPr sz="3200" spc="-4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200" spc="-1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2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B5121B"/>
                </a:solidFill>
                <a:latin typeface="Calibri"/>
                <a:cs typeface="Calibri"/>
              </a:rPr>
              <a:t>ith</a:t>
            </a:r>
            <a:r>
              <a:rPr sz="32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67692" y="2937219"/>
            <a:ext cx="708660" cy="0"/>
          </a:xfrm>
          <a:custGeom>
            <a:avLst/>
            <a:gdLst/>
            <a:ahLst/>
            <a:cxnLst/>
            <a:rect l="l" t="t" r="r" b="b"/>
            <a:pathLst>
              <a:path w="708659">
                <a:moveTo>
                  <a:pt x="0" y="0"/>
                </a:moveTo>
                <a:lnTo>
                  <a:pt x="708331" y="0"/>
                </a:lnTo>
              </a:path>
            </a:pathLst>
          </a:custGeom>
          <a:ln w="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65131" y="3000175"/>
            <a:ext cx="30099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15" dirty="0">
                <a:latin typeface="Times New Roman"/>
                <a:cs typeface="Times New Roman"/>
              </a:rPr>
              <a:t>dt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15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5595" y="2507135"/>
            <a:ext cx="72009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-15" dirty="0">
                <a:latin typeface="Times New Roman"/>
                <a:cs typeface="Times New Roman"/>
              </a:rPr>
              <a:t>d</a:t>
            </a:r>
            <a:r>
              <a:rPr sz="2800" i="1" spc="10" dirty="0">
                <a:latin typeface="Times New Roman"/>
                <a:cs typeface="Times New Roman"/>
              </a:rPr>
              <a:t>e</a:t>
            </a:r>
            <a:r>
              <a:rPr sz="2800" spc="-20" dirty="0">
                <a:latin typeface="Times New Roman"/>
                <a:cs typeface="Times New Roman"/>
              </a:rPr>
              <a:t>(</a:t>
            </a:r>
            <a:r>
              <a:rPr sz="2800" i="1" spc="175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0814" y="2720959"/>
            <a:ext cx="140652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10" dirty="0">
                <a:latin typeface="Times New Roman"/>
                <a:cs typeface="Times New Roman"/>
              </a:rPr>
              <a:t>e</a:t>
            </a:r>
            <a:r>
              <a:rPr sz="2800" spc="-20" dirty="0">
                <a:latin typeface="Times New Roman"/>
                <a:cs typeface="Times New Roman"/>
              </a:rPr>
              <a:t>(</a:t>
            </a:r>
            <a:r>
              <a:rPr sz="2800" i="1" spc="170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)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i="1" spc="-15" dirty="0">
                <a:latin typeface="Times New Roman"/>
                <a:cs typeface="Times New Roman"/>
              </a:rPr>
              <a:t>dt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ymbol"/>
                <a:cs typeface="Symbol"/>
              </a:rPr>
              <a:t>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i="1" spc="-15" dirty="0"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6337" y="2720959"/>
            <a:ext cx="1033144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0" dirty="0">
                <a:latin typeface="Times New Roman"/>
                <a:cs typeface="Times New Roman"/>
              </a:rPr>
              <a:t>e</a:t>
            </a:r>
            <a:r>
              <a:rPr sz="2800" spc="-15" dirty="0">
                <a:latin typeface="Times New Roman"/>
                <a:cs typeface="Times New Roman"/>
              </a:rPr>
              <a:t>(</a:t>
            </a:r>
            <a:r>
              <a:rPr sz="2800" i="1" spc="170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)</a:t>
            </a:r>
            <a:r>
              <a:rPr sz="2800" spc="-18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ymbol"/>
                <a:cs typeface="Symbol"/>
              </a:rPr>
              <a:t>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i="1" spc="-15" dirty="0"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0855" y="2720959"/>
            <a:ext cx="108521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spc="110" dirty="0">
                <a:latin typeface="Times New Roman"/>
                <a:cs typeface="Times New Roman"/>
              </a:rPr>
              <a:t>u</a:t>
            </a:r>
            <a:r>
              <a:rPr sz="2800" spc="-15" dirty="0">
                <a:latin typeface="Times New Roman"/>
                <a:cs typeface="Times New Roman"/>
              </a:rPr>
              <a:t>(</a:t>
            </a:r>
            <a:r>
              <a:rPr sz="2800" i="1" spc="170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)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ymbol"/>
                <a:cs typeface="Symbol"/>
              </a:rPr>
              <a:t>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i="1" spc="-15" dirty="0"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5598" y="2868061"/>
            <a:ext cx="170180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i="1" spc="-15" dirty="0">
                <a:latin typeface="Times New Roman"/>
                <a:cs typeface="Times New Roman"/>
              </a:rPr>
              <a:t>d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06994" y="2776561"/>
            <a:ext cx="37274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2255" algn="l"/>
              </a:tabLst>
            </a:pPr>
            <a:r>
              <a:rPr sz="3450" i="1" spc="-15" baseline="-6038" dirty="0">
                <a:latin typeface="Times New Roman"/>
                <a:cs typeface="Times New Roman"/>
              </a:rPr>
              <a:t>I	</a:t>
            </a:r>
            <a:r>
              <a:rPr sz="2800" spc="-10" dirty="0">
                <a:latin typeface="Symbol"/>
                <a:cs typeface="Symbol"/>
              </a:rPr>
              <a:t>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10534" y="2868061"/>
            <a:ext cx="170180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00" i="1" spc="-15" dirty="0">
                <a:latin typeface="Times New Roman"/>
                <a:cs typeface="Times New Roman"/>
              </a:rPr>
              <a:t>p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37896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3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and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bje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es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4523740" cy="280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35" dirty="0">
                <a:latin typeface="Calibri"/>
                <a:cs typeface="Calibri"/>
              </a:rPr>
              <a:t>S</a:t>
            </a:r>
            <a:r>
              <a:rPr sz="2600" u="heavy" spc="-15" dirty="0">
                <a:latin typeface="Calibri"/>
                <a:cs typeface="Calibri"/>
              </a:rPr>
              <a:t>y</a:t>
            </a:r>
            <a:r>
              <a:rPr sz="2600" u="heavy" dirty="0">
                <a:latin typeface="Calibri"/>
                <a:cs typeface="Calibri"/>
              </a:rPr>
              <a:t>ll</a:t>
            </a:r>
            <a:r>
              <a:rPr sz="2600" u="heavy" spc="-10" dirty="0">
                <a:latin typeface="Calibri"/>
                <a:cs typeface="Calibri"/>
              </a:rPr>
              <a:t>abus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ils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4A3ADD-7246-F43C-581B-473412D8DB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29601" y="6101389"/>
            <a:ext cx="397516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16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46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30" dirty="0">
                <a:latin typeface="Calibri"/>
                <a:cs typeface="Calibri"/>
              </a:rPr>
              <a:t>M</a:t>
            </a:r>
            <a:r>
              <a:rPr sz="3200" spc="-10" dirty="0">
                <a:latin typeface="Calibri"/>
                <a:cs typeface="Calibri"/>
              </a:rPr>
              <a:t>o</a:t>
            </a:r>
            <a:r>
              <a:rPr sz="3200" spc="-5" dirty="0">
                <a:latin typeface="Calibri"/>
                <a:cs typeface="Calibri"/>
              </a:rPr>
              <a:t>du</a:t>
            </a:r>
            <a:r>
              <a:rPr sz="3200" spc="5" dirty="0">
                <a:latin typeface="Calibri"/>
                <a:cs typeface="Calibri"/>
              </a:rPr>
              <a:t>l</a:t>
            </a:r>
            <a:r>
              <a:rPr sz="3200" spc="-20" dirty="0">
                <a:latin typeface="Calibri"/>
                <a:cs typeface="Calibri"/>
              </a:rPr>
              <a:t>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Calibri"/>
                <a:cs typeface="Calibri"/>
              </a:rPr>
              <a:t>S</a:t>
            </a:r>
            <a:r>
              <a:rPr sz="3200" spc="-30" dirty="0">
                <a:latin typeface="Calibri"/>
                <a:cs typeface="Calibri"/>
              </a:rPr>
              <a:t>c</a:t>
            </a:r>
            <a:r>
              <a:rPr sz="3200" spc="-10" dirty="0">
                <a:latin typeface="Calibri"/>
                <a:cs typeface="Calibri"/>
              </a:rPr>
              <a:t>o</a:t>
            </a:r>
            <a:r>
              <a:rPr sz="3200" spc="-25" dirty="0">
                <a:latin typeface="Calibri"/>
                <a:cs typeface="Calibri"/>
              </a:rPr>
              <a:t>p</a:t>
            </a:r>
            <a:r>
              <a:rPr sz="3200" spc="-20" dirty="0">
                <a:latin typeface="Calibri"/>
                <a:cs typeface="Calibri"/>
              </a:rPr>
              <a:t>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Calibri"/>
                <a:cs typeface="Calibri"/>
              </a:rPr>
              <a:t>(</a:t>
            </a:r>
            <a:r>
              <a:rPr sz="3200" spc="-25" dirty="0">
                <a:latin typeface="Calibri"/>
                <a:cs typeface="Calibri"/>
              </a:rPr>
              <a:t>2</a:t>
            </a:r>
            <a:r>
              <a:rPr sz="320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236" y="2193298"/>
            <a:ext cx="7292975" cy="3675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u="heavy" dirty="0">
                <a:latin typeface="Calibri"/>
                <a:cs typeface="Calibri"/>
              </a:rPr>
              <a:t>H</a:t>
            </a:r>
            <a:r>
              <a:rPr sz="2600" u="heavy" spc="-50" dirty="0">
                <a:latin typeface="Calibri"/>
                <a:cs typeface="Calibri"/>
              </a:rPr>
              <a:t>a</a:t>
            </a:r>
            <a:r>
              <a:rPr sz="2600" u="heavy" spc="-30" dirty="0">
                <a:latin typeface="Calibri"/>
                <a:cs typeface="Calibri"/>
              </a:rPr>
              <a:t>v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-55" dirty="0">
                <a:latin typeface="Calibri"/>
                <a:cs typeface="Calibri"/>
              </a:rPr>
              <a:t>y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u</a:t>
            </a:r>
            <a:r>
              <a:rPr sz="2600" u="heavy" spc="-15" dirty="0">
                <a:latin typeface="Calibri"/>
                <a:cs typeface="Calibri"/>
              </a:rPr>
              <a:t> </a:t>
            </a:r>
            <a:r>
              <a:rPr sz="2600" u="heavy" spc="-25" dirty="0">
                <a:latin typeface="Calibri"/>
                <a:cs typeface="Calibri"/>
              </a:rPr>
              <a:t>b</a:t>
            </a:r>
            <a:r>
              <a:rPr sz="2600" u="heavy" spc="-10" dirty="0">
                <a:latin typeface="Calibri"/>
                <a:cs typeface="Calibri"/>
              </a:rPr>
              <a:t>ee</a:t>
            </a:r>
            <a:r>
              <a:rPr sz="2600" u="heavy" dirty="0">
                <a:latin typeface="Calibri"/>
                <a:cs typeface="Calibri"/>
              </a:rPr>
              <a:t>n</a:t>
            </a:r>
            <a:r>
              <a:rPr sz="2600" u="heavy" spc="-15" dirty="0">
                <a:latin typeface="Calibri"/>
                <a:cs typeface="Calibri"/>
              </a:rPr>
              <a:t> </a:t>
            </a:r>
            <a:r>
              <a:rPr sz="2600" u="heavy" spc="-4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aug</a:t>
            </a:r>
            <a:r>
              <a:rPr sz="2600" u="heavy" spc="-30" dirty="0">
                <a:latin typeface="Calibri"/>
                <a:cs typeface="Calibri"/>
              </a:rPr>
              <a:t>h</a:t>
            </a:r>
            <a:r>
              <a:rPr sz="2600" u="heavy" spc="-10" dirty="0">
                <a:latin typeface="Calibri"/>
                <a:cs typeface="Calibri"/>
              </a:rPr>
              <a:t>t</a:t>
            </a:r>
            <a:r>
              <a:rPr sz="2600" u="heavy" spc="20" dirty="0">
                <a:latin typeface="Calibri"/>
                <a:cs typeface="Calibri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spc="-25" dirty="0">
                <a:latin typeface="Calibri"/>
                <a:cs typeface="Calibri"/>
              </a:rPr>
              <a:t>h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dirty="0">
                <a:latin typeface="Calibri"/>
                <a:cs typeface="Calibri"/>
              </a:rPr>
              <a:t>?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ssi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tinuous</a:t>
            </a:r>
            <a:r>
              <a:rPr sz="2600" spc="5" dirty="0">
                <a:latin typeface="Calibri"/>
                <a:cs typeface="Calibri"/>
              </a:rPr>
              <a:t>-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ap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dirty="0">
                <a:latin typeface="Calibri"/>
                <a:cs typeface="Calibri"/>
              </a:rPr>
              <a:t>-i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l.</a:t>
            </a: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600" u="heavy" spc="-20" dirty="0">
                <a:latin typeface="Calibri"/>
                <a:cs typeface="Calibri"/>
              </a:rPr>
              <a:t>W</a:t>
            </a:r>
            <a:r>
              <a:rPr sz="2600" u="heavy" spc="-10" dirty="0">
                <a:latin typeface="Calibri"/>
                <a:cs typeface="Calibri"/>
              </a:rPr>
              <a:t>h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10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 </a:t>
            </a:r>
            <a:r>
              <a:rPr sz="2600" u="heavy" spc="-10" dirty="0">
                <a:latin typeface="Calibri"/>
                <a:cs typeface="Calibri"/>
              </a:rPr>
              <a:t>ab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ut</a:t>
            </a:r>
            <a:r>
              <a:rPr sz="2600" u="heavy" spc="25" dirty="0">
                <a:latin typeface="Calibri"/>
                <a:cs typeface="Calibri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spc="-25" dirty="0">
                <a:latin typeface="Calibri"/>
                <a:cs typeface="Calibri"/>
              </a:rPr>
              <a:t>h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45" dirty="0">
                <a:latin typeface="Calibri"/>
                <a:cs typeface="Calibri"/>
              </a:rPr>
              <a:t> </a:t>
            </a:r>
            <a:r>
              <a:rPr sz="2600" u="heavy" dirty="0">
                <a:latin typeface="Calibri"/>
                <a:cs typeface="Calibri"/>
              </a:rPr>
              <a:t>?</a:t>
            </a:r>
            <a:endParaRPr sz="2600" dirty="0">
              <a:latin typeface="Calibri"/>
              <a:cs typeface="Calibri"/>
            </a:endParaRPr>
          </a:p>
          <a:p>
            <a:pPr marL="241300" marR="278130" indent="-228600">
              <a:lnSpc>
                <a:spcPct val="90100"/>
              </a:lnSpc>
              <a:spcBef>
                <a:spcPts val="9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ds,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10" dirty="0">
                <a:latin typeface="Calibri"/>
                <a:cs typeface="Calibri"/>
              </a:rPr>
              <a:t>ba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l)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</a:t>
            </a:r>
          </a:p>
        </p:txBody>
      </p:sp>
      <p:sp>
        <p:nvSpPr>
          <p:cNvPr id="6" name="object 6"/>
          <p:cNvSpPr/>
          <p:nvPr/>
        </p:nvSpPr>
        <p:spPr>
          <a:xfrm>
            <a:off x="762954" y="2626826"/>
            <a:ext cx="7292975" cy="1012825"/>
          </a:xfrm>
          <a:custGeom>
            <a:avLst/>
            <a:gdLst/>
            <a:ahLst/>
            <a:cxnLst/>
            <a:rect l="l" t="t" r="r" b="b"/>
            <a:pathLst>
              <a:path w="7292975" h="1012825">
                <a:moveTo>
                  <a:pt x="13536" y="0"/>
                </a:moveTo>
                <a:lnTo>
                  <a:pt x="0" y="109057"/>
                </a:lnTo>
                <a:lnTo>
                  <a:pt x="7278889" y="1012758"/>
                </a:lnTo>
                <a:lnTo>
                  <a:pt x="7292422" y="903701"/>
                </a:lnTo>
                <a:lnTo>
                  <a:pt x="1353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C94E949-5137-6FD7-AF4E-460167FA03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08986" y="6190289"/>
            <a:ext cx="377813" cy="187651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17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5" dirty="0">
                <a:latin typeface="Calibri"/>
                <a:cs typeface="Calibri"/>
              </a:rPr>
              <a:t>Q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ck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H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r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15" dirty="0">
                <a:latin typeface="Calibri"/>
                <a:cs typeface="Calibri"/>
              </a:rPr>
              <a:t>ess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BCB19-7729-028F-CB72-9B9E1BDC7B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29601" y="6129584"/>
            <a:ext cx="397516" cy="314705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18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Fl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90" dirty="0">
                <a:latin typeface="Calibri"/>
                <a:cs typeface="Calibri"/>
              </a:rPr>
              <a:t>V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40" dirty="0">
                <a:latin typeface="Calibri"/>
                <a:cs typeface="Calibri"/>
              </a:rPr>
              <a:t>v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5115" y="2010400"/>
            <a:ext cx="2375535" cy="2987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1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t</a:t>
            </a:r>
            <a:endParaRPr sz="2200" dirty="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il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Calibri"/>
                <a:cs typeface="Calibri"/>
              </a:rPr>
              <a:t>v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ve</a:t>
            </a:r>
            <a:endParaRPr sz="2200" dirty="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spc="-10" dirty="0">
                <a:latin typeface="Calibri"/>
                <a:cs typeface="Calibri"/>
              </a:rPr>
              <a:t>li</a:t>
            </a: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rm</a:t>
            </a:r>
            <a:endParaRPr sz="2200" dirty="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spc="-30" dirty="0">
                <a:latin typeface="Calibri"/>
                <a:cs typeface="Calibri"/>
              </a:rPr>
              <a:t>t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nk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il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ube</a:t>
            </a:r>
          </a:p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dirty="0">
                <a:latin typeface="Calibri"/>
                <a:cs typeface="Calibri"/>
              </a:rPr>
              <a:t>bo</a:t>
            </a:r>
            <a:r>
              <a:rPr sz="2200" spc="-15" dirty="0">
                <a:latin typeface="Calibri"/>
                <a:cs typeface="Calibri"/>
              </a:rPr>
              <a:t>w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il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ube</a:t>
            </a:r>
          </a:p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Calibri"/>
                <a:cs typeface="Calibri"/>
              </a:rPr>
              <a:t>v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spc="-25" dirty="0">
                <a:latin typeface="Calibri"/>
                <a:cs typeface="Calibri"/>
              </a:rPr>
              <a:t>v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pper</a:t>
            </a:r>
            <a:endParaRPr sz="2200" dirty="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v</a:t>
            </a:r>
            <a:r>
              <a:rPr sz="2200" spc="-10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r</a:t>
            </a: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20" dirty="0">
                <a:latin typeface="Calibri"/>
                <a:cs typeface="Calibri"/>
              </a:rPr>
              <a:t>w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ube</a:t>
            </a:r>
          </a:p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nd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spc="-15" dirty="0">
                <a:latin typeface="Calibri"/>
                <a:cs typeface="Calibri"/>
              </a:rPr>
              <a:t>e</a:t>
            </a:r>
            <a:endParaRPr sz="2200" dirty="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Calibri"/>
              <a:buAutoNum type="arabicPeriod"/>
              <a:tabLst>
                <a:tab pos="287020" algn="l"/>
              </a:tabLst>
            </a:pPr>
            <a:r>
              <a:rPr sz="2200" spc="-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5800" y="5090590"/>
            <a:ext cx="1993264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8625" indent="-415925">
              <a:lnSpc>
                <a:spcPct val="100000"/>
              </a:lnSpc>
              <a:buFont typeface="Calibri"/>
              <a:buAutoNum type="arabicPeriod" startAt="10"/>
              <a:tabLst>
                <a:tab pos="429259" algn="l"/>
              </a:tabLst>
            </a:pP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il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li</a:t>
            </a:r>
            <a:r>
              <a:rPr sz="2200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e</a:t>
            </a:r>
            <a:endParaRPr sz="2200" dirty="0">
              <a:latin typeface="Calibri"/>
              <a:cs typeface="Calibri"/>
            </a:endParaRPr>
          </a:p>
          <a:p>
            <a:pPr marL="428625" indent="-415925">
              <a:lnSpc>
                <a:spcPct val="100000"/>
              </a:lnSpc>
              <a:buFont typeface="Calibri"/>
              <a:buAutoNum type="arabicPeriod" startAt="10"/>
              <a:tabLst>
                <a:tab pos="429259" algn="l"/>
              </a:tabLst>
            </a:pP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il</a:t>
            </a:r>
            <a:r>
              <a:rPr sz="2200" dirty="0">
                <a:latin typeface="Calibri"/>
                <a:cs typeface="Calibri"/>
              </a:rPr>
              <a:t>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Calibri"/>
                <a:cs typeface="Calibri"/>
              </a:rPr>
              <a:t>v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spc="-25" dirty="0">
                <a:latin typeface="Calibri"/>
                <a:cs typeface="Calibri"/>
              </a:rPr>
              <a:t>v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1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10" dirty="0">
                <a:latin typeface="Calibri"/>
                <a:cs typeface="Calibri"/>
              </a:rPr>
              <a:t>t</a:t>
            </a:r>
            <a:endParaRPr sz="2200" dirty="0">
              <a:latin typeface="Calibri"/>
              <a:cs typeface="Calibri"/>
            </a:endParaRPr>
          </a:p>
          <a:p>
            <a:pPr marL="428625" indent="-415925">
              <a:lnSpc>
                <a:spcPct val="100000"/>
              </a:lnSpc>
              <a:buFont typeface="Calibri"/>
              <a:buAutoNum type="arabicPeriod" startAt="10"/>
              <a:tabLst>
                <a:tab pos="429259" algn="l"/>
              </a:tabLst>
            </a:pPr>
            <a:r>
              <a:rPr sz="2200" spc="5" dirty="0">
                <a:latin typeface="Calibri"/>
                <a:cs typeface="Calibri"/>
              </a:rPr>
              <a:t>f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u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h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ube</a:t>
            </a:r>
          </a:p>
        </p:txBody>
      </p:sp>
      <p:sp>
        <p:nvSpPr>
          <p:cNvPr id="7" name="object 7"/>
          <p:cNvSpPr/>
          <p:nvPr/>
        </p:nvSpPr>
        <p:spPr>
          <a:xfrm>
            <a:off x="4239249" y="2179320"/>
            <a:ext cx="3119109" cy="31318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13812" y="5425870"/>
            <a:ext cx="316928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dirty="0">
                <a:latin typeface="Calibri"/>
                <a:cs typeface="Calibri"/>
              </a:rPr>
              <a:t>tt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//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ip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i/</a:t>
            </a:r>
            <a:r>
              <a:rPr sz="1000" spc="-15" dirty="0">
                <a:latin typeface="Calibri"/>
                <a:cs typeface="Calibri"/>
              </a:rPr>
              <a:t>B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ll</a:t>
            </a:r>
            <a:r>
              <a:rPr sz="1000" spc="-5" dirty="0">
                <a:latin typeface="Calibri"/>
                <a:cs typeface="Calibri"/>
              </a:rPr>
              <a:t>c</a:t>
            </a:r>
            <a:r>
              <a:rPr sz="1000" spc="-10" dirty="0">
                <a:latin typeface="Calibri"/>
                <a:cs typeface="Calibri"/>
              </a:rPr>
              <a:t>oc</a:t>
            </a:r>
            <a:r>
              <a:rPr sz="1000" dirty="0">
                <a:latin typeface="Calibri"/>
                <a:cs typeface="Calibri"/>
              </a:rPr>
              <a:t>k#</a:t>
            </a:r>
            <a:r>
              <a:rPr sz="1000" spc="-10" dirty="0">
                <a:latin typeface="Calibri"/>
                <a:cs typeface="Calibri"/>
              </a:rPr>
              <a:t>/medi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dirty="0">
                <a:latin typeface="Calibri"/>
                <a:cs typeface="Calibri"/>
              </a:rPr>
              <a:t>F</a:t>
            </a:r>
            <a:r>
              <a:rPr sz="1000" spc="-10" dirty="0">
                <a:latin typeface="Calibri"/>
                <a:cs typeface="Calibri"/>
              </a:rPr>
              <a:t>il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5" dirty="0">
                <a:latin typeface="Calibri"/>
                <a:cs typeface="Calibri"/>
              </a:rPr>
              <a:t>G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spc="-5" dirty="0">
                <a:latin typeface="Calibri"/>
                <a:cs typeface="Calibri"/>
              </a:rPr>
              <a:t>a</a:t>
            </a:r>
            <a:r>
              <a:rPr sz="1000" dirty="0">
                <a:latin typeface="Calibri"/>
                <a:cs typeface="Calibri"/>
              </a:rPr>
              <a:t>v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dirty="0">
                <a:latin typeface="Calibri"/>
                <a:cs typeface="Calibri"/>
              </a:rPr>
              <a:t>y_</a:t>
            </a:r>
            <a:r>
              <a:rPr sz="1000" spc="-5" dirty="0">
                <a:latin typeface="Calibri"/>
                <a:cs typeface="Calibri"/>
              </a:rPr>
              <a:t>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alibri"/>
                <a:cs typeface="Calibri"/>
              </a:rPr>
              <a:t>oil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5" dirty="0">
                <a:latin typeface="Calibri"/>
                <a:cs typeface="Calibri"/>
              </a:rPr>
              <a:t>_</a:t>
            </a:r>
            <a:r>
              <a:rPr sz="1000" dirty="0">
                <a:latin typeface="Calibri"/>
                <a:cs typeface="Calibri"/>
              </a:rPr>
              <a:t>va</a:t>
            </a:r>
            <a:r>
              <a:rPr sz="1000" spc="-10" dirty="0">
                <a:latin typeface="Calibri"/>
                <a:cs typeface="Calibri"/>
              </a:rPr>
              <a:t>l</a:t>
            </a:r>
            <a:r>
              <a:rPr sz="1000" dirty="0">
                <a:latin typeface="Calibri"/>
                <a:cs typeface="Calibri"/>
              </a:rPr>
              <a:t>v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s_</a:t>
            </a: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ndl</a:t>
            </a:r>
            <a:r>
              <a:rPr sz="1000" spc="-5" dirty="0">
                <a:latin typeface="Calibri"/>
                <a:cs typeface="Calibri"/>
              </a:rPr>
              <a:t>e_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l</a:t>
            </a:r>
            <a:r>
              <a:rPr sz="1000" spc="-5" dirty="0">
                <a:latin typeface="Calibri"/>
                <a:cs typeface="Calibri"/>
              </a:rPr>
              <a:t>ea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20" dirty="0">
                <a:latin typeface="Calibri"/>
                <a:cs typeface="Calibri"/>
              </a:rPr>
              <a:t>d</a:t>
            </a:r>
            <a:r>
              <a:rPr sz="1000" spc="5" dirty="0">
                <a:latin typeface="Calibri"/>
                <a:cs typeface="Calibri"/>
              </a:rPr>
              <a:t>.s</a:t>
            </a:r>
            <a:r>
              <a:rPr sz="1000" dirty="0">
                <a:latin typeface="Calibri"/>
                <a:cs typeface="Calibri"/>
              </a:rPr>
              <a:t>v</a:t>
            </a:r>
            <a:r>
              <a:rPr sz="1000" spc="-5" dirty="0">
                <a:latin typeface="Calibri"/>
                <a:cs typeface="Calibri"/>
              </a:rPr>
              <a:t>g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E670D85-0866-F5A5-9989-C53498203F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153401" y="6190289"/>
            <a:ext cx="473716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19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60" dirty="0">
                <a:latin typeface="Calibri"/>
                <a:cs typeface="Calibri"/>
              </a:rPr>
              <a:t>W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100" dirty="0">
                <a:latin typeface="Calibri"/>
                <a:cs typeface="Calibri"/>
              </a:rPr>
              <a:t>t</a:t>
            </a:r>
            <a:r>
              <a:rPr spc="-220" dirty="0">
                <a:latin typeface="Calibri"/>
                <a:cs typeface="Calibri"/>
              </a:rPr>
              <a:t>’</a:t>
            </a:r>
            <a:r>
              <a:rPr dirty="0">
                <a:latin typeface="Calibri"/>
                <a:cs typeface="Calibri"/>
              </a:rPr>
              <a:t>s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Fl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10" dirty="0">
                <a:latin typeface="Calibri"/>
                <a:cs typeface="Calibri"/>
              </a:rPr>
              <a:t>ba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G</a:t>
            </a:r>
            <a:r>
              <a:rPr spc="-15" dirty="0">
                <a:latin typeface="Calibri"/>
                <a:cs typeface="Calibri"/>
              </a:rPr>
              <a:t>o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rn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5" dirty="0">
                <a:latin typeface="Calibri"/>
                <a:cs typeface="Calibri"/>
              </a:rPr>
              <a:t>r</a:t>
            </a:r>
          </a:p>
        </p:txBody>
      </p:sp>
      <p:sp>
        <p:nvSpPr>
          <p:cNvPr id="5" name="object 5"/>
          <p:cNvSpPr/>
          <p:nvPr/>
        </p:nvSpPr>
        <p:spPr>
          <a:xfrm>
            <a:off x="4780269" y="1818650"/>
            <a:ext cx="3487429" cy="37363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3400" y="2348694"/>
            <a:ext cx="5269230" cy="3532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370330" indent="-228600">
              <a:lnSpc>
                <a:spcPct val="9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1788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45" dirty="0">
                <a:latin typeface="Calibri"/>
                <a:cs typeface="Calibri"/>
              </a:rPr>
              <a:t>at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</a:t>
            </a:r>
            <a:r>
              <a:rPr sz="2600" dirty="0">
                <a:latin typeface="Calibri"/>
                <a:cs typeface="Calibri"/>
              </a:rPr>
              <a:t>missi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eng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cy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nd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dirty="0">
                <a:latin typeface="Calibri"/>
                <a:cs typeface="Calibri"/>
              </a:rPr>
              <a:t>s)</a:t>
            </a:r>
            <a:endParaRPr sz="2600">
              <a:latin typeface="Calibri"/>
              <a:cs typeface="Calibri"/>
            </a:endParaRPr>
          </a:p>
          <a:p>
            <a:pPr marL="241300" marR="1256030" indent="-228600">
              <a:lnSpc>
                <a:spcPct val="90100"/>
              </a:lnSpc>
              <a:spcBef>
                <a:spcPts val="100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k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Ma</a:t>
            </a:r>
            <a:r>
              <a:rPr sz="2600" spc="-10" dirty="0">
                <a:latin typeface="Calibri"/>
                <a:cs typeface="Calibri"/>
              </a:rPr>
              <a:t>x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80" dirty="0">
                <a:latin typeface="Calibri"/>
                <a:cs typeface="Calibri"/>
              </a:rPr>
              <a:t>’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pap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Calibri"/>
                <a:cs typeface="Calibri"/>
              </a:rPr>
              <a:t>O</a:t>
            </a:r>
            <a:r>
              <a:rPr sz="2600" i="1" dirty="0">
                <a:latin typeface="Calibri"/>
                <a:cs typeface="Calibri"/>
              </a:rPr>
              <a:t>n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G</a:t>
            </a:r>
            <a:r>
              <a:rPr sz="2600" i="1" spc="-15" dirty="0">
                <a:latin typeface="Calibri"/>
                <a:cs typeface="Calibri"/>
              </a:rPr>
              <a:t>ov</a:t>
            </a:r>
            <a:r>
              <a:rPr sz="2600" i="1" spc="-20" dirty="0">
                <a:latin typeface="Calibri"/>
                <a:cs typeface="Calibri"/>
              </a:rPr>
              <a:t>e</a:t>
            </a:r>
            <a:r>
              <a:rPr sz="2600" i="1" spc="-5" dirty="0">
                <a:latin typeface="Calibri"/>
                <a:cs typeface="Calibri"/>
              </a:rPr>
              <a:t>r</a:t>
            </a:r>
            <a:r>
              <a:rPr sz="2600" i="1" dirty="0">
                <a:latin typeface="Calibri"/>
                <a:cs typeface="Calibri"/>
              </a:rPr>
              <a:t>n</a:t>
            </a:r>
            <a:r>
              <a:rPr sz="2600" i="1" spc="5" dirty="0">
                <a:latin typeface="Calibri"/>
                <a:cs typeface="Calibri"/>
              </a:rPr>
              <a:t>o</a:t>
            </a:r>
            <a:r>
              <a:rPr sz="2600" i="1" spc="-5" dirty="0">
                <a:latin typeface="Calibri"/>
                <a:cs typeface="Calibri"/>
              </a:rPr>
              <a:t>r</a:t>
            </a:r>
            <a:r>
              <a:rPr sz="2600" i="1" dirty="0">
                <a:latin typeface="Calibri"/>
                <a:cs typeface="Calibri"/>
              </a:rPr>
              <a:t>s</a:t>
            </a:r>
            <a:r>
              <a:rPr sz="2600" i="1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1868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247015">
              <a:lnSpc>
                <a:spcPct val="100000"/>
              </a:lnSpc>
              <a:spcBef>
                <a:spcPts val="1880"/>
              </a:spcBef>
            </a:pPr>
            <a:r>
              <a:rPr sz="1800" spc="-30" dirty="0">
                <a:latin typeface="Calibri"/>
                <a:cs typeface="Calibri"/>
                <a:hlinkClick r:id="rId5"/>
              </a:rPr>
              <a:t>h</a:t>
            </a:r>
            <a:r>
              <a:rPr sz="1800" spc="-35" dirty="0">
                <a:latin typeface="Calibri"/>
                <a:cs typeface="Calibri"/>
                <a:hlinkClick r:id="rId5"/>
              </a:rPr>
              <a:t>t</a:t>
            </a:r>
            <a:r>
              <a:rPr sz="1800" spc="-15" dirty="0">
                <a:latin typeface="Calibri"/>
                <a:cs typeface="Calibri"/>
                <a:hlinkClick r:id="rId5"/>
              </a:rPr>
              <a:t>t</a:t>
            </a:r>
            <a:r>
              <a:rPr sz="1800" spc="-10" dirty="0">
                <a:latin typeface="Calibri"/>
                <a:cs typeface="Calibri"/>
                <a:hlinkClick r:id="rId5"/>
              </a:rPr>
              <a:t>p:</a:t>
            </a:r>
            <a:r>
              <a:rPr sz="1800" dirty="0">
                <a:latin typeface="Calibri"/>
                <a:cs typeface="Calibri"/>
                <a:hlinkClick r:id="rId5"/>
              </a:rPr>
              <a:t>//</a:t>
            </a:r>
            <a:r>
              <a:rPr sz="1800" spc="-60" dirty="0">
                <a:latin typeface="Calibri"/>
                <a:cs typeface="Calibri"/>
                <a:hlinkClick r:id="rId5"/>
              </a:rPr>
              <a:t>r</a:t>
            </a:r>
            <a:r>
              <a:rPr sz="1800" spc="-5" dirty="0">
                <a:latin typeface="Calibri"/>
                <a:cs typeface="Calibri"/>
                <a:hlinkClick r:id="rId5"/>
              </a:rPr>
              <a:t>s</a:t>
            </a:r>
            <a:r>
              <a:rPr sz="1800" spc="-10" dirty="0">
                <a:latin typeface="Calibri"/>
                <a:cs typeface="Calibri"/>
                <a:hlinkClick r:id="rId5"/>
              </a:rPr>
              <a:t>p</a:t>
            </a:r>
            <a:r>
              <a:rPr sz="1800" spc="5" dirty="0">
                <a:latin typeface="Calibri"/>
                <a:cs typeface="Calibri"/>
                <a:hlinkClick r:id="rId5"/>
              </a:rPr>
              <a:t>l.</a:t>
            </a:r>
            <a:r>
              <a:rPr sz="1800" spc="-30" dirty="0">
                <a:latin typeface="Calibri"/>
                <a:cs typeface="Calibri"/>
                <a:hlinkClick r:id="rId5"/>
              </a:rPr>
              <a:t>r</a:t>
            </a:r>
            <a:r>
              <a:rPr sz="1800" spc="-10" dirty="0">
                <a:latin typeface="Calibri"/>
                <a:cs typeface="Calibri"/>
                <a:hlinkClick r:id="rId5"/>
              </a:rPr>
              <a:t>o</a:t>
            </a:r>
            <a:r>
              <a:rPr sz="1800" spc="-25" dirty="0">
                <a:latin typeface="Calibri"/>
                <a:cs typeface="Calibri"/>
                <a:hlinkClick r:id="rId5"/>
              </a:rPr>
              <a:t>y</a:t>
            </a:r>
            <a:r>
              <a:rPr sz="1800" spc="-5" dirty="0">
                <a:latin typeface="Calibri"/>
                <a:cs typeface="Calibri"/>
                <a:hlinkClick r:id="rId5"/>
              </a:rPr>
              <a:t>a</a:t>
            </a:r>
            <a:r>
              <a:rPr sz="1800" spc="5" dirty="0">
                <a:latin typeface="Calibri"/>
                <a:cs typeface="Calibri"/>
                <a:hlinkClick r:id="rId5"/>
              </a:rPr>
              <a:t>l</a:t>
            </a:r>
            <a:r>
              <a:rPr sz="1800" spc="-5" dirty="0">
                <a:latin typeface="Calibri"/>
                <a:cs typeface="Calibri"/>
                <a:hlinkClick r:id="rId5"/>
              </a:rPr>
              <a:t>s</a:t>
            </a:r>
            <a:r>
              <a:rPr sz="1800" spc="-10" dirty="0">
                <a:latin typeface="Calibri"/>
                <a:cs typeface="Calibri"/>
                <a:hlinkClick r:id="rId5"/>
              </a:rPr>
              <a:t>o</a:t>
            </a:r>
            <a:r>
              <a:rPr sz="1800" spc="-15" dirty="0">
                <a:latin typeface="Calibri"/>
                <a:cs typeface="Calibri"/>
                <a:hlinkClick r:id="rId5"/>
              </a:rPr>
              <a:t>c</a:t>
            </a:r>
            <a:r>
              <a:rPr sz="1800" spc="5" dirty="0">
                <a:latin typeface="Calibri"/>
                <a:cs typeface="Calibri"/>
                <a:hlinkClick r:id="rId5"/>
              </a:rPr>
              <a:t>i</a:t>
            </a:r>
            <a:r>
              <a:rPr sz="1800" dirty="0">
                <a:latin typeface="Calibri"/>
                <a:cs typeface="Calibri"/>
                <a:hlinkClick r:id="rId5"/>
              </a:rPr>
              <a:t>e</a:t>
            </a:r>
            <a:r>
              <a:rPr sz="1800" spc="-15" dirty="0">
                <a:latin typeface="Calibri"/>
                <a:cs typeface="Calibri"/>
                <a:hlinkClick r:id="rId5"/>
              </a:rPr>
              <a:t>t</a:t>
            </a:r>
            <a:r>
              <a:rPr sz="1800" spc="-5" dirty="0">
                <a:latin typeface="Calibri"/>
                <a:cs typeface="Calibri"/>
                <a:hlinkClick r:id="rId5"/>
              </a:rPr>
              <a:t>y</a:t>
            </a:r>
            <a:r>
              <a:rPr sz="1800" spc="-10" dirty="0">
                <a:latin typeface="Calibri"/>
                <a:cs typeface="Calibri"/>
                <a:hlinkClick r:id="rId5"/>
              </a:rPr>
              <a:t>pub</a:t>
            </a:r>
            <a:r>
              <a:rPr sz="1800" spc="5" dirty="0">
                <a:latin typeface="Calibri"/>
                <a:cs typeface="Calibri"/>
                <a:hlinkClick r:id="rId5"/>
              </a:rPr>
              <a:t>li</a:t>
            </a:r>
            <a:r>
              <a:rPr sz="1800" spc="-5" dirty="0">
                <a:latin typeface="Calibri"/>
                <a:cs typeface="Calibri"/>
                <a:hlinkClick r:id="rId5"/>
              </a:rPr>
              <a:t>s</a:t>
            </a:r>
            <a:r>
              <a:rPr sz="1800" spc="-10" dirty="0">
                <a:latin typeface="Calibri"/>
                <a:cs typeface="Calibri"/>
                <a:hlinkClick r:id="rId5"/>
              </a:rPr>
              <a:t>h</a:t>
            </a:r>
            <a:r>
              <a:rPr sz="1800" spc="5" dirty="0">
                <a:latin typeface="Calibri"/>
                <a:cs typeface="Calibri"/>
                <a:hlinkClick r:id="rId5"/>
              </a:rPr>
              <a:t>i</a:t>
            </a:r>
            <a:r>
              <a:rPr sz="1800" spc="-10" dirty="0">
                <a:latin typeface="Calibri"/>
                <a:cs typeface="Calibri"/>
                <a:hlinkClick r:id="rId5"/>
              </a:rPr>
              <a:t>n</a:t>
            </a:r>
            <a:r>
              <a:rPr sz="1800" spc="-20" dirty="0">
                <a:latin typeface="Calibri"/>
                <a:cs typeface="Calibri"/>
                <a:hlinkClick r:id="rId5"/>
              </a:rPr>
              <a:t>g</a:t>
            </a:r>
            <a:r>
              <a:rPr sz="1800" spc="5" dirty="0">
                <a:latin typeface="Calibri"/>
                <a:cs typeface="Calibri"/>
                <a:hlinkClick r:id="rId5"/>
              </a:rPr>
              <a:t>.</a:t>
            </a:r>
            <a:r>
              <a:rPr sz="1800" spc="-10" dirty="0">
                <a:latin typeface="Calibri"/>
                <a:cs typeface="Calibri"/>
                <a:hlinkClick r:id="rId5"/>
              </a:rPr>
              <a:t>o</a:t>
            </a:r>
            <a:r>
              <a:rPr sz="1800" spc="-40" dirty="0">
                <a:latin typeface="Calibri"/>
                <a:cs typeface="Calibri"/>
                <a:hlinkClick r:id="rId5"/>
              </a:rPr>
              <a:t>r</a:t>
            </a:r>
            <a:r>
              <a:rPr sz="1800" spc="40" dirty="0">
                <a:latin typeface="Calibri"/>
                <a:cs typeface="Calibri"/>
                <a:hlinkClick r:id="rId5"/>
              </a:rPr>
              <a:t>g</a:t>
            </a:r>
            <a:r>
              <a:rPr sz="1800" spc="-40" dirty="0">
                <a:latin typeface="Calibri"/>
                <a:cs typeface="Calibri"/>
                <a:hlinkClick r:id="rId5"/>
              </a:rPr>
              <a:t>/</a:t>
            </a:r>
            <a:r>
              <a:rPr sz="1800" spc="-35" dirty="0">
                <a:latin typeface="Calibri"/>
                <a:cs typeface="Calibri"/>
                <a:hlinkClick r:id="rId5"/>
              </a:rPr>
              <a:t>c</a:t>
            </a:r>
            <a:r>
              <a:rPr sz="1800" spc="-10" dirty="0">
                <a:latin typeface="Calibri"/>
                <a:cs typeface="Calibri"/>
                <a:hlinkClick r:id="rId5"/>
              </a:rPr>
              <a:t>o</a:t>
            </a:r>
            <a:r>
              <a:rPr sz="1800" spc="-30" dirty="0">
                <a:latin typeface="Calibri"/>
                <a:cs typeface="Calibri"/>
                <a:hlinkClick r:id="rId5"/>
              </a:rPr>
              <a:t>n</a:t>
            </a:r>
            <a:r>
              <a:rPr sz="1800" spc="-35" dirty="0">
                <a:latin typeface="Calibri"/>
                <a:cs typeface="Calibri"/>
                <a:hlinkClick r:id="rId5"/>
              </a:rPr>
              <a:t>t</a:t>
            </a:r>
            <a:r>
              <a:rPr sz="1800" spc="-10" dirty="0">
                <a:latin typeface="Calibri"/>
                <a:cs typeface="Calibri"/>
                <a:hlinkClick r:id="rId5"/>
              </a:rPr>
              <a:t>e</a:t>
            </a:r>
            <a:r>
              <a:rPr sz="1800" spc="-30" dirty="0">
                <a:latin typeface="Calibri"/>
                <a:cs typeface="Calibri"/>
                <a:hlinkClick r:id="rId5"/>
              </a:rPr>
              <a:t>n</a:t>
            </a:r>
            <a:r>
              <a:rPr sz="1800" spc="-15" dirty="0">
                <a:latin typeface="Calibri"/>
                <a:cs typeface="Calibri"/>
                <a:hlinkClick r:id="rId5"/>
              </a:rPr>
              <a:t>t</a:t>
            </a:r>
            <a:r>
              <a:rPr sz="1800" dirty="0">
                <a:latin typeface="Calibri"/>
                <a:cs typeface="Calibri"/>
                <a:hlinkClick r:id="rId5"/>
              </a:rPr>
              <a:t>/</a:t>
            </a:r>
            <a:r>
              <a:rPr sz="1800" spc="-5" dirty="0">
                <a:latin typeface="Calibri"/>
                <a:cs typeface="Calibri"/>
                <a:hlinkClick r:id="rId5"/>
              </a:rPr>
              <a:t>16</a:t>
            </a:r>
            <a:r>
              <a:rPr sz="1800" spc="-10" dirty="0">
                <a:latin typeface="Calibri"/>
                <a:cs typeface="Calibri"/>
                <a:hlinkClick r:id="rId5"/>
              </a:rPr>
              <a:t>/</a:t>
            </a:r>
            <a:r>
              <a:rPr sz="1800" spc="-5" dirty="0">
                <a:latin typeface="Calibri"/>
                <a:cs typeface="Calibri"/>
                <a:hlinkClick r:id="rId5"/>
              </a:rPr>
              <a:t>270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E22947-0EC0-A5CB-2386-391189E075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67698" y="6190288"/>
            <a:ext cx="419101" cy="342899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20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H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r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nu</a:t>
            </a:r>
            <a:r>
              <a:rPr spc="-15" dirty="0">
                <a:latin typeface="Calibri"/>
                <a:cs typeface="Calibri"/>
              </a:rPr>
              <a:t>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2020551"/>
            <a:ext cx="8072120" cy="432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mi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30" dirty="0">
                <a:latin typeface="Calibri"/>
                <a:cs typeface="Calibri"/>
              </a:rPr>
              <a:t>Ma</a:t>
            </a:r>
            <a:r>
              <a:rPr sz="2600" spc="-10" dirty="0">
                <a:latin typeface="Calibri"/>
                <a:cs typeface="Calibri"/>
              </a:rPr>
              <a:t>x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1868,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1877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.)</a:t>
            </a:r>
            <a:endParaRPr sz="2600">
              <a:latin typeface="Calibri"/>
              <a:cs typeface="Calibri"/>
            </a:endParaRPr>
          </a:p>
          <a:p>
            <a:pPr marL="241300" marR="1285875" indent="-228600">
              <a:lnSpc>
                <a:spcPts val="2800"/>
              </a:lnSpc>
              <a:spcBef>
                <a:spcPts val="10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aph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5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1932,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1940,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60"/>
              </a:lnSpc>
              <a:spcBef>
                <a:spcPts val="6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ndu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ds</a:t>
            </a:r>
            <a:endParaRPr sz="2600">
              <a:latin typeface="Calibri"/>
              <a:cs typeface="Calibri"/>
            </a:endParaRPr>
          </a:p>
          <a:p>
            <a:pPr marR="5080" algn="r">
              <a:lnSpc>
                <a:spcPts val="2960"/>
              </a:lnSpc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…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ssi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endParaRPr sz="2600">
              <a:latin typeface="Calibri"/>
              <a:cs typeface="Calibri"/>
            </a:endParaRPr>
          </a:p>
          <a:p>
            <a:pPr marL="241300" marR="1986914" indent="-228600">
              <a:lnSpc>
                <a:spcPts val="2800"/>
              </a:lnSpc>
              <a:spcBef>
                <a:spcPts val="18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6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1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ma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15" dirty="0">
                <a:latin typeface="Calibri"/>
                <a:cs typeface="Calibri"/>
              </a:rPr>
              <a:t>1960s</a:t>
            </a:r>
            <a:r>
              <a:rPr sz="2600" spc="-20" dirty="0">
                <a:latin typeface="Calibri"/>
                <a:cs typeface="Calibri"/>
              </a:rPr>
              <a:t>)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R="5080" algn="r">
              <a:lnSpc>
                <a:spcPts val="2970"/>
              </a:lnSpc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…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92E15C-B337-F37F-B2DC-F7B4F2FC18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153401" y="6392268"/>
            <a:ext cx="473716" cy="313332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21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10" dirty="0">
                <a:latin typeface="Calibri"/>
                <a:cs typeface="Calibri"/>
              </a:rPr>
              <a:t>ass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20" dirty="0">
                <a:latin typeface="Calibri"/>
                <a:cs typeface="Calibri"/>
              </a:rPr>
              <a:t>c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02847"/>
            <a:ext cx="7372984" cy="3507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Ru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Thu</a:t>
            </a:r>
            <a:r>
              <a:rPr sz="2600" dirty="0">
                <a:latin typeface="Calibri"/>
                <a:cs typeface="Calibri"/>
              </a:rPr>
              <a:t>mb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s,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5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ms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90100"/>
              </a:lnSpc>
              <a:spcBef>
                <a:spcPts val="9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nu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Ad</a:t>
            </a:r>
            <a:r>
              <a:rPr sz="2600" spc="-55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dirty="0">
                <a:latin typeface="Calibri"/>
                <a:cs typeface="Calibri"/>
              </a:rPr>
              <a:t>ili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ndu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han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k</a:t>
            </a:r>
            <a:r>
              <a:rPr sz="2600" dirty="0">
                <a:latin typeface="Calibri"/>
                <a:cs typeface="Calibri"/>
              </a:rPr>
              <a:t>s?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5C84D-FFC5-C9B4-4A7D-E1DF230D5D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29601" y="6190289"/>
            <a:ext cx="397516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22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256"/>
            <a:ext cx="7506970" cy="241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6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ba</a:t>
            </a:r>
            <a:r>
              <a:rPr sz="2600" dirty="0">
                <a:latin typeface="Calibri"/>
                <a:cs typeface="Calibri"/>
              </a:rPr>
              <a:t>sis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60"/>
              </a:lnSpc>
            </a:pP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20" dirty="0">
                <a:latin typeface="Calibri"/>
                <a:cs typeface="Calibri"/>
              </a:rPr>
              <a:t>.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l-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PC)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90100"/>
              </a:lnSpc>
              <a:spcBef>
                <a:spcPts val="9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Ad</a:t>
            </a:r>
            <a:r>
              <a:rPr sz="2600" spc="-55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es,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ada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up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1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EFDE68-4533-ED3E-FF1B-2E792BEE5D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14361" y="6190289"/>
            <a:ext cx="412756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23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5" dirty="0">
                <a:latin typeface="Calibri"/>
                <a:cs typeface="Calibri"/>
              </a:rPr>
              <a:t>S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5" dirty="0">
                <a:latin typeface="Calibri"/>
                <a:cs typeface="Calibri"/>
              </a:rPr>
              <a:t>ll</a:t>
            </a:r>
            <a:r>
              <a:rPr spc="-10" dirty="0">
                <a:latin typeface="Calibri"/>
                <a:cs typeface="Calibri"/>
              </a:rPr>
              <a:t>abus</a:t>
            </a:r>
          </a:p>
        </p:txBody>
      </p:sp>
      <p:sp>
        <p:nvSpPr>
          <p:cNvPr id="5" name="object 5"/>
          <p:cNvSpPr/>
          <p:nvPr/>
        </p:nvSpPr>
        <p:spPr>
          <a:xfrm>
            <a:off x="3381999" y="2721589"/>
            <a:ext cx="2484120" cy="2700020"/>
          </a:xfrm>
          <a:custGeom>
            <a:avLst/>
            <a:gdLst/>
            <a:ahLst/>
            <a:cxnLst/>
            <a:rect l="l" t="t" r="r" b="b"/>
            <a:pathLst>
              <a:path w="2484120" h="2700020">
                <a:moveTo>
                  <a:pt x="0" y="414040"/>
                </a:moveTo>
                <a:lnTo>
                  <a:pt x="5419" y="346882"/>
                </a:lnTo>
                <a:lnTo>
                  <a:pt x="21108" y="283174"/>
                </a:lnTo>
                <a:lnTo>
                  <a:pt x="46215" y="223768"/>
                </a:lnTo>
                <a:lnTo>
                  <a:pt x="79887" y="169516"/>
                </a:lnTo>
                <a:lnTo>
                  <a:pt x="121272" y="121272"/>
                </a:lnTo>
                <a:lnTo>
                  <a:pt x="169516" y="79887"/>
                </a:lnTo>
                <a:lnTo>
                  <a:pt x="223768" y="46215"/>
                </a:lnTo>
                <a:lnTo>
                  <a:pt x="283174" y="21108"/>
                </a:lnTo>
                <a:lnTo>
                  <a:pt x="346882" y="5419"/>
                </a:lnTo>
                <a:lnTo>
                  <a:pt x="414040" y="0"/>
                </a:lnTo>
                <a:lnTo>
                  <a:pt x="2070110" y="0"/>
                </a:lnTo>
                <a:lnTo>
                  <a:pt x="2137267" y="5419"/>
                </a:lnTo>
                <a:lnTo>
                  <a:pt x="2200972" y="21108"/>
                </a:lnTo>
                <a:lnTo>
                  <a:pt x="2260375" y="46215"/>
                </a:lnTo>
                <a:lnTo>
                  <a:pt x="2314623" y="79887"/>
                </a:lnTo>
                <a:lnTo>
                  <a:pt x="2362862" y="121272"/>
                </a:lnTo>
                <a:lnTo>
                  <a:pt x="2404242" y="169516"/>
                </a:lnTo>
                <a:lnTo>
                  <a:pt x="2437910" y="223768"/>
                </a:lnTo>
                <a:lnTo>
                  <a:pt x="2463014" y="283174"/>
                </a:lnTo>
                <a:lnTo>
                  <a:pt x="2478701" y="346882"/>
                </a:lnTo>
                <a:lnTo>
                  <a:pt x="2484119" y="414040"/>
                </a:lnTo>
                <a:lnTo>
                  <a:pt x="2484119" y="2286012"/>
                </a:lnTo>
                <a:lnTo>
                  <a:pt x="2478701" y="2353169"/>
                </a:lnTo>
                <a:lnTo>
                  <a:pt x="2463014" y="2416875"/>
                </a:lnTo>
                <a:lnTo>
                  <a:pt x="2437910" y="2476279"/>
                </a:lnTo>
                <a:lnTo>
                  <a:pt x="2404242" y="2530527"/>
                </a:lnTo>
                <a:lnTo>
                  <a:pt x="2362862" y="2578767"/>
                </a:lnTo>
                <a:lnTo>
                  <a:pt x="2314623" y="2620148"/>
                </a:lnTo>
                <a:lnTo>
                  <a:pt x="2260375" y="2653817"/>
                </a:lnTo>
                <a:lnTo>
                  <a:pt x="2200972" y="2678921"/>
                </a:lnTo>
                <a:lnTo>
                  <a:pt x="2137267" y="2694609"/>
                </a:lnTo>
                <a:lnTo>
                  <a:pt x="2070110" y="2700028"/>
                </a:lnTo>
                <a:lnTo>
                  <a:pt x="414040" y="2700028"/>
                </a:lnTo>
                <a:lnTo>
                  <a:pt x="346882" y="2694609"/>
                </a:lnTo>
                <a:lnTo>
                  <a:pt x="283174" y="2678921"/>
                </a:lnTo>
                <a:lnTo>
                  <a:pt x="223768" y="2653817"/>
                </a:lnTo>
                <a:lnTo>
                  <a:pt x="169516" y="2620148"/>
                </a:lnTo>
                <a:lnTo>
                  <a:pt x="121272" y="2578767"/>
                </a:lnTo>
                <a:lnTo>
                  <a:pt x="79887" y="2530527"/>
                </a:lnTo>
                <a:lnTo>
                  <a:pt x="46215" y="2476279"/>
                </a:lnTo>
                <a:lnTo>
                  <a:pt x="21108" y="2416875"/>
                </a:lnTo>
                <a:lnTo>
                  <a:pt x="5419" y="2353169"/>
                </a:lnTo>
                <a:lnTo>
                  <a:pt x="0" y="2286012"/>
                </a:lnTo>
                <a:lnTo>
                  <a:pt x="0" y="414040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82139" y="3023663"/>
            <a:ext cx="1753870" cy="2072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 marR="12700" indent="2540"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rodu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“</a:t>
            </a:r>
            <a:r>
              <a:rPr sz="1800" b="1" spc="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de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”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eo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  <a:p>
            <a:pPr marL="12700" marR="5080" indent="2540" algn="ctr">
              <a:lnSpc>
                <a:spcPct val="100000"/>
              </a:lnSpc>
              <a:spcBef>
                <a:spcPts val="1355"/>
              </a:spcBef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v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ab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minim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pa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spc="-1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8966" y="5579414"/>
            <a:ext cx="1157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8382" y="2363009"/>
            <a:ext cx="15170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20302" y="3155108"/>
            <a:ext cx="1410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obu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7230" y="3965735"/>
            <a:ext cx="17075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1325" y="4892471"/>
            <a:ext cx="20275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20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20" dirty="0">
                <a:latin typeface="Calibri"/>
                <a:cs typeface="Calibri"/>
              </a:rPr>
              <a:t>ar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4310" y="5675200"/>
            <a:ext cx="25685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lti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&amp;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No</a:t>
            </a:r>
            <a:r>
              <a:rPr sz="1800" b="1" spc="-15" dirty="0">
                <a:latin typeface="Calibri"/>
                <a:cs typeface="Calibri"/>
              </a:rPr>
              <a:t>n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10" dirty="0">
                <a:latin typeface="Calibri"/>
                <a:cs typeface="Calibri"/>
              </a:rPr>
              <a:t>li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ea</a:t>
            </a:r>
            <a:r>
              <a:rPr sz="1800" b="1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29300" y="2678856"/>
            <a:ext cx="401320" cy="209550"/>
          </a:xfrm>
          <a:custGeom>
            <a:avLst/>
            <a:gdLst/>
            <a:ahLst/>
            <a:cxnLst/>
            <a:rect l="l" t="t" r="r" b="b"/>
            <a:pathLst>
              <a:path w="401320" h="209550">
                <a:moveTo>
                  <a:pt x="0" y="209184"/>
                </a:moveTo>
                <a:lnTo>
                  <a:pt x="40075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41933" y="2674711"/>
            <a:ext cx="88265" cy="79375"/>
          </a:xfrm>
          <a:custGeom>
            <a:avLst/>
            <a:gdLst/>
            <a:ahLst/>
            <a:cxnLst/>
            <a:rect l="l" t="t" r="r" b="b"/>
            <a:pathLst>
              <a:path w="88264" h="79375">
                <a:moveTo>
                  <a:pt x="41147" y="78821"/>
                </a:moveTo>
                <a:lnTo>
                  <a:pt x="88117" y="41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82639" y="3321893"/>
            <a:ext cx="441325" cy="104775"/>
          </a:xfrm>
          <a:custGeom>
            <a:avLst/>
            <a:gdLst/>
            <a:ahLst/>
            <a:cxnLst/>
            <a:rect l="l" t="t" r="r" b="b"/>
            <a:pathLst>
              <a:path w="441325" h="104775">
                <a:moveTo>
                  <a:pt x="0" y="104607"/>
                </a:moveTo>
                <a:lnTo>
                  <a:pt x="440984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39225" y="3296229"/>
            <a:ext cx="84455" cy="86995"/>
          </a:xfrm>
          <a:custGeom>
            <a:avLst/>
            <a:gdLst/>
            <a:ahLst/>
            <a:cxnLst/>
            <a:rect l="l" t="t" r="r" b="b"/>
            <a:pathLst>
              <a:path w="84454" h="86995">
                <a:moveTo>
                  <a:pt x="20543" y="86502"/>
                </a:moveTo>
                <a:lnTo>
                  <a:pt x="84399" y="25664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69929" y="4109097"/>
            <a:ext cx="551180" cy="52705"/>
          </a:xfrm>
          <a:custGeom>
            <a:avLst/>
            <a:gdLst/>
            <a:ahLst/>
            <a:cxnLst/>
            <a:rect l="l" t="t" r="r" b="b"/>
            <a:pathLst>
              <a:path w="551179" h="52704">
                <a:moveTo>
                  <a:pt x="0" y="52709"/>
                </a:moveTo>
                <a:lnTo>
                  <a:pt x="55062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40449" y="4072115"/>
            <a:ext cx="80645" cy="88900"/>
          </a:xfrm>
          <a:custGeom>
            <a:avLst/>
            <a:gdLst/>
            <a:ahLst/>
            <a:cxnLst/>
            <a:rect l="l" t="t" r="r" b="b"/>
            <a:pathLst>
              <a:path w="80645" h="88900">
                <a:moveTo>
                  <a:pt x="8473" y="88498"/>
                </a:moveTo>
                <a:lnTo>
                  <a:pt x="80070" y="36981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77549" y="4610100"/>
            <a:ext cx="445770" cy="177800"/>
          </a:xfrm>
          <a:custGeom>
            <a:avLst/>
            <a:gdLst/>
            <a:ahLst/>
            <a:cxnLst/>
            <a:rect l="l" t="t" r="r" b="b"/>
            <a:pathLst>
              <a:path w="445770" h="177800">
                <a:moveTo>
                  <a:pt x="0" y="0"/>
                </a:moveTo>
                <a:lnTo>
                  <a:pt x="445526" y="17722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35842" y="4717853"/>
            <a:ext cx="87630" cy="83185"/>
          </a:xfrm>
          <a:custGeom>
            <a:avLst/>
            <a:gdLst/>
            <a:ahLst/>
            <a:cxnLst/>
            <a:rect l="l" t="t" r="r" b="b"/>
            <a:pathLst>
              <a:path w="87629" h="83185">
                <a:moveTo>
                  <a:pt x="32857" y="0"/>
                </a:moveTo>
                <a:lnTo>
                  <a:pt x="87233" y="69473"/>
                </a:lnTo>
                <a:lnTo>
                  <a:pt x="0" y="82603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56569" y="5384804"/>
            <a:ext cx="408940" cy="365125"/>
          </a:xfrm>
          <a:custGeom>
            <a:avLst/>
            <a:gdLst/>
            <a:ahLst/>
            <a:cxnLst/>
            <a:rect l="l" t="t" r="r" b="b"/>
            <a:pathLst>
              <a:path w="408939" h="365125">
                <a:moveTo>
                  <a:pt x="0" y="0"/>
                </a:moveTo>
                <a:lnTo>
                  <a:pt x="408919" y="364723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79017" y="5665625"/>
            <a:ext cx="86995" cy="84455"/>
          </a:xfrm>
          <a:custGeom>
            <a:avLst/>
            <a:gdLst/>
            <a:ahLst/>
            <a:cxnLst/>
            <a:rect l="l" t="t" r="r" b="b"/>
            <a:pathLst>
              <a:path w="86995" h="84454">
                <a:moveTo>
                  <a:pt x="59192" y="0"/>
                </a:moveTo>
                <a:lnTo>
                  <a:pt x="86471" y="83902"/>
                </a:lnTo>
                <a:lnTo>
                  <a:pt x="0" y="66351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15735" y="2182796"/>
            <a:ext cx="2050414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ept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j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tiv</a:t>
            </a:r>
            <a:r>
              <a:rPr sz="1800" b="1" spc="-10" dirty="0">
                <a:latin typeface="Calibri"/>
                <a:cs typeface="Calibri"/>
              </a:rPr>
              <a:t>es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717" y="3502736"/>
            <a:ext cx="209105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9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Fun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ep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1717" y="4051376"/>
            <a:ext cx="23183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if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op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ra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1717" y="5045787"/>
            <a:ext cx="2235835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10" dirty="0">
                <a:latin typeface="Calibri"/>
                <a:cs typeface="Calibri"/>
              </a:rPr>
              <a:t>lo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ana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5" dirty="0">
                <a:latin typeface="Calibri"/>
                <a:cs typeface="Calibri"/>
              </a:rPr>
              <a:t>y</a:t>
            </a:r>
            <a:r>
              <a:rPr sz="1800" b="1" spc="-10" dirty="0">
                <a:latin typeface="Calibri"/>
                <a:cs typeface="Calibri"/>
              </a:rPr>
              <a:t>sis,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ssi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is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30" dirty="0">
                <a:latin typeface="Calibri"/>
                <a:cs typeface="Calibri"/>
              </a:rPr>
              <a:t>et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im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03504" y="3035289"/>
            <a:ext cx="760095" cy="274955"/>
          </a:xfrm>
          <a:custGeom>
            <a:avLst/>
            <a:gdLst/>
            <a:ahLst/>
            <a:cxnLst/>
            <a:rect l="l" t="t" r="r" b="b"/>
            <a:pathLst>
              <a:path w="760095" h="274954">
                <a:moveTo>
                  <a:pt x="0" y="0"/>
                </a:moveTo>
                <a:lnTo>
                  <a:pt x="759720" y="27474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76447" y="3242310"/>
            <a:ext cx="86995" cy="83820"/>
          </a:xfrm>
          <a:custGeom>
            <a:avLst/>
            <a:gdLst/>
            <a:ahLst/>
            <a:cxnLst/>
            <a:rect l="l" t="t" r="r" b="b"/>
            <a:pathLst>
              <a:path w="86995" h="83820">
                <a:moveTo>
                  <a:pt x="30236" y="0"/>
                </a:moveTo>
                <a:lnTo>
                  <a:pt x="86776" y="67726"/>
                </a:lnTo>
                <a:lnTo>
                  <a:pt x="0" y="8360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03504" y="3964935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50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85804" y="392049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0" y="88904"/>
                </a:moveTo>
                <a:lnTo>
                  <a:pt x="76199" y="44458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687323" y="4760046"/>
            <a:ext cx="648335" cy="172720"/>
          </a:xfrm>
          <a:custGeom>
            <a:avLst/>
            <a:gdLst/>
            <a:ahLst/>
            <a:cxnLst/>
            <a:rect l="l" t="t" r="r" b="b"/>
            <a:pathLst>
              <a:path w="648335" h="172720">
                <a:moveTo>
                  <a:pt x="0" y="172486"/>
                </a:moveTo>
                <a:lnTo>
                  <a:pt x="648285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50539" y="4736686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22859" y="85917"/>
                </a:moveTo>
                <a:lnTo>
                  <a:pt x="85069" y="23372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28400" y="1606539"/>
            <a:ext cx="1897380" cy="840740"/>
          </a:xfrm>
          <a:custGeom>
            <a:avLst/>
            <a:gdLst/>
            <a:ahLst/>
            <a:cxnLst/>
            <a:rect l="l" t="t" r="r" b="b"/>
            <a:pathLst>
              <a:path w="1897379" h="840739">
                <a:moveTo>
                  <a:pt x="0" y="140147"/>
                </a:moveTo>
                <a:lnTo>
                  <a:pt x="6613" y="97465"/>
                </a:lnTo>
                <a:lnTo>
                  <a:pt x="25089" y="60089"/>
                </a:lnTo>
                <a:lnTo>
                  <a:pt x="53377" y="30067"/>
                </a:lnTo>
                <a:lnTo>
                  <a:pt x="89428" y="9448"/>
                </a:lnTo>
                <a:lnTo>
                  <a:pt x="131192" y="279"/>
                </a:lnTo>
                <a:lnTo>
                  <a:pt x="1757232" y="0"/>
                </a:lnTo>
                <a:lnTo>
                  <a:pt x="1771916" y="760"/>
                </a:lnTo>
                <a:lnTo>
                  <a:pt x="1813045" y="11553"/>
                </a:lnTo>
                <a:lnTo>
                  <a:pt x="1848195" y="33525"/>
                </a:lnTo>
                <a:lnTo>
                  <a:pt x="1875315" y="64628"/>
                </a:lnTo>
                <a:lnTo>
                  <a:pt x="1892353" y="102814"/>
                </a:lnTo>
                <a:lnTo>
                  <a:pt x="1897379" y="700643"/>
                </a:lnTo>
                <a:lnTo>
                  <a:pt x="1896619" y="715324"/>
                </a:lnTo>
                <a:lnTo>
                  <a:pt x="1885816" y="756444"/>
                </a:lnTo>
                <a:lnTo>
                  <a:pt x="1863830" y="791584"/>
                </a:lnTo>
                <a:lnTo>
                  <a:pt x="1832712" y="818691"/>
                </a:lnTo>
                <a:lnTo>
                  <a:pt x="1794516" y="835716"/>
                </a:lnTo>
                <a:lnTo>
                  <a:pt x="140116" y="840729"/>
                </a:lnTo>
                <a:lnTo>
                  <a:pt x="125428" y="839969"/>
                </a:lnTo>
                <a:lnTo>
                  <a:pt x="84292" y="829169"/>
                </a:lnTo>
                <a:lnTo>
                  <a:pt x="49142" y="807189"/>
                </a:lnTo>
                <a:lnTo>
                  <a:pt x="22031" y="776079"/>
                </a:lnTo>
                <a:lnTo>
                  <a:pt x="5008" y="737892"/>
                </a:lnTo>
                <a:lnTo>
                  <a:pt x="0" y="140147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964988" y="1766578"/>
            <a:ext cx="128651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9210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Sy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10" dirty="0">
                <a:latin typeface="Calibri"/>
                <a:cs typeface="Calibri"/>
              </a:rPr>
              <a:t>fi</a:t>
            </a:r>
            <a:r>
              <a:rPr sz="1800" b="1" spc="-15" dirty="0">
                <a:latin typeface="Calibri"/>
                <a:cs typeface="Calibri"/>
              </a:rPr>
              <a:t>c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24059" y="2335530"/>
            <a:ext cx="0" cy="551180"/>
          </a:xfrm>
          <a:custGeom>
            <a:avLst/>
            <a:gdLst/>
            <a:ahLst/>
            <a:cxnLst/>
            <a:rect l="l" t="t" r="r" b="b"/>
            <a:pathLst>
              <a:path h="551180">
                <a:moveTo>
                  <a:pt x="0" y="0"/>
                </a:moveTo>
                <a:lnTo>
                  <a:pt x="0" y="550743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12960" y="2695742"/>
            <a:ext cx="222250" cy="191135"/>
          </a:xfrm>
          <a:custGeom>
            <a:avLst/>
            <a:gdLst/>
            <a:ahLst/>
            <a:cxnLst/>
            <a:rect l="l" t="t" r="r" b="b"/>
            <a:pathLst>
              <a:path w="222250" h="191135">
                <a:moveTo>
                  <a:pt x="222260" y="30"/>
                </a:moveTo>
                <a:lnTo>
                  <a:pt x="111099" y="190530"/>
                </a:lnTo>
                <a:lnTo>
                  <a:pt x="0" y="0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509B18B-FD86-DB17-81B2-43ABD4BA6A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29601" y="6400800"/>
            <a:ext cx="397516" cy="35173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24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81999" y="2721589"/>
            <a:ext cx="2484120" cy="2700020"/>
          </a:xfrm>
          <a:custGeom>
            <a:avLst/>
            <a:gdLst/>
            <a:ahLst/>
            <a:cxnLst/>
            <a:rect l="l" t="t" r="r" b="b"/>
            <a:pathLst>
              <a:path w="2484120" h="2700020">
                <a:moveTo>
                  <a:pt x="0" y="414040"/>
                </a:moveTo>
                <a:lnTo>
                  <a:pt x="5419" y="346882"/>
                </a:lnTo>
                <a:lnTo>
                  <a:pt x="21108" y="283174"/>
                </a:lnTo>
                <a:lnTo>
                  <a:pt x="46215" y="223768"/>
                </a:lnTo>
                <a:lnTo>
                  <a:pt x="79887" y="169516"/>
                </a:lnTo>
                <a:lnTo>
                  <a:pt x="121272" y="121272"/>
                </a:lnTo>
                <a:lnTo>
                  <a:pt x="169516" y="79887"/>
                </a:lnTo>
                <a:lnTo>
                  <a:pt x="223768" y="46215"/>
                </a:lnTo>
                <a:lnTo>
                  <a:pt x="283174" y="21108"/>
                </a:lnTo>
                <a:lnTo>
                  <a:pt x="346882" y="5419"/>
                </a:lnTo>
                <a:lnTo>
                  <a:pt x="414040" y="0"/>
                </a:lnTo>
                <a:lnTo>
                  <a:pt x="2070110" y="0"/>
                </a:lnTo>
                <a:lnTo>
                  <a:pt x="2137267" y="5419"/>
                </a:lnTo>
                <a:lnTo>
                  <a:pt x="2200972" y="21108"/>
                </a:lnTo>
                <a:lnTo>
                  <a:pt x="2260375" y="46215"/>
                </a:lnTo>
                <a:lnTo>
                  <a:pt x="2314623" y="79887"/>
                </a:lnTo>
                <a:lnTo>
                  <a:pt x="2362862" y="121272"/>
                </a:lnTo>
                <a:lnTo>
                  <a:pt x="2404242" y="169516"/>
                </a:lnTo>
                <a:lnTo>
                  <a:pt x="2437910" y="223768"/>
                </a:lnTo>
                <a:lnTo>
                  <a:pt x="2463014" y="283174"/>
                </a:lnTo>
                <a:lnTo>
                  <a:pt x="2478701" y="346882"/>
                </a:lnTo>
                <a:lnTo>
                  <a:pt x="2484119" y="414040"/>
                </a:lnTo>
                <a:lnTo>
                  <a:pt x="2484119" y="2286012"/>
                </a:lnTo>
                <a:lnTo>
                  <a:pt x="2478701" y="2353169"/>
                </a:lnTo>
                <a:lnTo>
                  <a:pt x="2463014" y="2416875"/>
                </a:lnTo>
                <a:lnTo>
                  <a:pt x="2437910" y="2476279"/>
                </a:lnTo>
                <a:lnTo>
                  <a:pt x="2404242" y="2530527"/>
                </a:lnTo>
                <a:lnTo>
                  <a:pt x="2362862" y="2578767"/>
                </a:lnTo>
                <a:lnTo>
                  <a:pt x="2314623" y="2620148"/>
                </a:lnTo>
                <a:lnTo>
                  <a:pt x="2260375" y="2653817"/>
                </a:lnTo>
                <a:lnTo>
                  <a:pt x="2200972" y="2678921"/>
                </a:lnTo>
                <a:lnTo>
                  <a:pt x="2137267" y="2694609"/>
                </a:lnTo>
                <a:lnTo>
                  <a:pt x="2070110" y="2700028"/>
                </a:lnTo>
                <a:lnTo>
                  <a:pt x="414040" y="2700028"/>
                </a:lnTo>
                <a:lnTo>
                  <a:pt x="346882" y="2694609"/>
                </a:lnTo>
                <a:lnTo>
                  <a:pt x="283174" y="2678921"/>
                </a:lnTo>
                <a:lnTo>
                  <a:pt x="223768" y="2653817"/>
                </a:lnTo>
                <a:lnTo>
                  <a:pt x="169516" y="2620148"/>
                </a:lnTo>
                <a:lnTo>
                  <a:pt x="121272" y="2578767"/>
                </a:lnTo>
                <a:lnTo>
                  <a:pt x="79887" y="2530527"/>
                </a:lnTo>
                <a:lnTo>
                  <a:pt x="46215" y="2476279"/>
                </a:lnTo>
                <a:lnTo>
                  <a:pt x="21108" y="2416875"/>
                </a:lnTo>
                <a:lnTo>
                  <a:pt x="5419" y="2353169"/>
                </a:lnTo>
                <a:lnTo>
                  <a:pt x="0" y="2286012"/>
                </a:lnTo>
                <a:lnTo>
                  <a:pt x="0" y="414040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Ti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3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ab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6" name="object 6"/>
          <p:cNvSpPr/>
          <p:nvPr/>
        </p:nvSpPr>
        <p:spPr>
          <a:xfrm>
            <a:off x="2275844" y="1838959"/>
            <a:ext cx="1236975" cy="15062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52983" y="2981959"/>
            <a:ext cx="1236975" cy="15062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75079" y="2179964"/>
            <a:ext cx="395605" cy="185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5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5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735" y="2182796"/>
            <a:ext cx="2050414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ept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j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tiv</a:t>
            </a:r>
            <a:r>
              <a:rPr sz="1800" b="1" spc="-10" dirty="0">
                <a:latin typeface="Calibri"/>
                <a:cs typeface="Calibri"/>
              </a:rPr>
              <a:t>es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717" y="3502746"/>
            <a:ext cx="209105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9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Fun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ep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717" y="4051386"/>
            <a:ext cx="23183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if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op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ra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29489" y="1249689"/>
            <a:ext cx="1236975" cy="15062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51886" y="158981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7145" y="1766578"/>
            <a:ext cx="704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Sy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64988" y="2040898"/>
            <a:ext cx="12865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10" dirty="0">
                <a:latin typeface="Calibri"/>
                <a:cs typeface="Calibri"/>
              </a:rPr>
              <a:t>fi</a:t>
            </a:r>
            <a:r>
              <a:rPr sz="1800" b="1" spc="-15" dirty="0">
                <a:latin typeface="Calibri"/>
                <a:cs typeface="Calibri"/>
              </a:rPr>
              <a:t>c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11399" y="4638044"/>
            <a:ext cx="1236978" cy="15062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1717" y="4978754"/>
            <a:ext cx="263461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50"/>
              </a:lnSpc>
              <a:tabLst>
                <a:tab pos="2273935" algn="l"/>
              </a:tabLst>
            </a:pPr>
            <a:r>
              <a:rPr sz="1800" b="1" spc="-20" dirty="0">
                <a:latin typeface="Calibri"/>
                <a:cs typeface="Calibri"/>
              </a:rPr>
              <a:t>po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ssi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ts val="1035"/>
              </a:lnSpc>
            </a:pP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10" dirty="0">
                <a:latin typeface="Calibri"/>
                <a:cs typeface="Calibri"/>
              </a:rPr>
              <a:t>lo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ana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5" dirty="0">
                <a:latin typeface="Calibri"/>
                <a:cs typeface="Calibri"/>
              </a:rPr>
              <a:t>y</a:t>
            </a:r>
            <a:r>
              <a:rPr sz="1800" b="1" spc="-10" dirty="0">
                <a:latin typeface="Calibri"/>
                <a:cs typeface="Calibri"/>
              </a:rPr>
              <a:t>sis,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is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30" dirty="0">
                <a:latin typeface="Calibri"/>
                <a:cs typeface="Calibri"/>
              </a:rPr>
              <a:t>et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im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33610" y="3157218"/>
            <a:ext cx="1236978" cy="15062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255162" y="3497933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89903" y="3023663"/>
            <a:ext cx="173799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160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rodu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“</a:t>
            </a:r>
            <a:r>
              <a:rPr sz="1800" b="1" spc="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de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5684" y="3572304"/>
            <a:ext cx="6877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eo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98156" y="4018991"/>
            <a:ext cx="13246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v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ab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82139" y="4293311"/>
            <a:ext cx="175387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minim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pa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spc="-1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98966" y="5579414"/>
            <a:ext cx="1157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12089" y="2997199"/>
            <a:ext cx="1231903" cy="15062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33175" y="333784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68369" y="2362818"/>
            <a:ext cx="15170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54285" y="5675236"/>
            <a:ext cx="25679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lti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&amp;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20058" y="3154918"/>
            <a:ext cx="1410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obu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21069" y="4892508"/>
            <a:ext cx="20275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20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20" dirty="0">
                <a:latin typeface="Calibri"/>
                <a:cs typeface="Calibri"/>
              </a:rPr>
              <a:t>ar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17213" y="3965771"/>
            <a:ext cx="17075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29300" y="2678856"/>
            <a:ext cx="401320" cy="209550"/>
          </a:xfrm>
          <a:custGeom>
            <a:avLst/>
            <a:gdLst/>
            <a:ahLst/>
            <a:cxnLst/>
            <a:rect l="l" t="t" r="r" b="b"/>
            <a:pathLst>
              <a:path w="401320" h="209550">
                <a:moveTo>
                  <a:pt x="0" y="209184"/>
                </a:moveTo>
                <a:lnTo>
                  <a:pt x="40075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41933" y="2674711"/>
            <a:ext cx="88265" cy="79375"/>
          </a:xfrm>
          <a:custGeom>
            <a:avLst/>
            <a:gdLst/>
            <a:ahLst/>
            <a:cxnLst/>
            <a:rect l="l" t="t" r="r" b="b"/>
            <a:pathLst>
              <a:path w="88264" h="79375">
                <a:moveTo>
                  <a:pt x="41147" y="78821"/>
                </a:moveTo>
                <a:lnTo>
                  <a:pt x="88117" y="41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82639" y="3321893"/>
            <a:ext cx="441325" cy="104775"/>
          </a:xfrm>
          <a:custGeom>
            <a:avLst/>
            <a:gdLst/>
            <a:ahLst/>
            <a:cxnLst/>
            <a:rect l="l" t="t" r="r" b="b"/>
            <a:pathLst>
              <a:path w="441325" h="104775">
                <a:moveTo>
                  <a:pt x="0" y="104607"/>
                </a:moveTo>
                <a:lnTo>
                  <a:pt x="440984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39225" y="3296229"/>
            <a:ext cx="84455" cy="86995"/>
          </a:xfrm>
          <a:custGeom>
            <a:avLst/>
            <a:gdLst/>
            <a:ahLst/>
            <a:cxnLst/>
            <a:rect l="l" t="t" r="r" b="b"/>
            <a:pathLst>
              <a:path w="84454" h="86995">
                <a:moveTo>
                  <a:pt x="20543" y="86502"/>
                </a:moveTo>
                <a:lnTo>
                  <a:pt x="84399" y="25664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69929" y="4109097"/>
            <a:ext cx="551180" cy="52705"/>
          </a:xfrm>
          <a:custGeom>
            <a:avLst/>
            <a:gdLst/>
            <a:ahLst/>
            <a:cxnLst/>
            <a:rect l="l" t="t" r="r" b="b"/>
            <a:pathLst>
              <a:path w="551179" h="52704">
                <a:moveTo>
                  <a:pt x="0" y="52709"/>
                </a:moveTo>
                <a:lnTo>
                  <a:pt x="55062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340449" y="4072115"/>
            <a:ext cx="80645" cy="88900"/>
          </a:xfrm>
          <a:custGeom>
            <a:avLst/>
            <a:gdLst/>
            <a:ahLst/>
            <a:cxnLst/>
            <a:rect l="l" t="t" r="r" b="b"/>
            <a:pathLst>
              <a:path w="80645" h="88900">
                <a:moveTo>
                  <a:pt x="8473" y="88498"/>
                </a:moveTo>
                <a:lnTo>
                  <a:pt x="80070" y="36981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77549" y="4610100"/>
            <a:ext cx="445770" cy="177800"/>
          </a:xfrm>
          <a:custGeom>
            <a:avLst/>
            <a:gdLst/>
            <a:ahLst/>
            <a:cxnLst/>
            <a:rect l="l" t="t" r="r" b="b"/>
            <a:pathLst>
              <a:path w="445770" h="177800">
                <a:moveTo>
                  <a:pt x="0" y="0"/>
                </a:moveTo>
                <a:lnTo>
                  <a:pt x="445526" y="17722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35842" y="4717853"/>
            <a:ext cx="87630" cy="83185"/>
          </a:xfrm>
          <a:custGeom>
            <a:avLst/>
            <a:gdLst/>
            <a:ahLst/>
            <a:cxnLst/>
            <a:rect l="l" t="t" r="r" b="b"/>
            <a:pathLst>
              <a:path w="87629" h="83185">
                <a:moveTo>
                  <a:pt x="32857" y="0"/>
                </a:moveTo>
                <a:lnTo>
                  <a:pt x="87233" y="69473"/>
                </a:lnTo>
                <a:lnTo>
                  <a:pt x="0" y="82603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56569" y="5384804"/>
            <a:ext cx="408940" cy="365125"/>
          </a:xfrm>
          <a:custGeom>
            <a:avLst/>
            <a:gdLst/>
            <a:ahLst/>
            <a:cxnLst/>
            <a:rect l="l" t="t" r="r" b="b"/>
            <a:pathLst>
              <a:path w="408939" h="365125">
                <a:moveTo>
                  <a:pt x="0" y="0"/>
                </a:moveTo>
                <a:lnTo>
                  <a:pt x="408919" y="364723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79017" y="5665625"/>
            <a:ext cx="86995" cy="84455"/>
          </a:xfrm>
          <a:custGeom>
            <a:avLst/>
            <a:gdLst/>
            <a:ahLst/>
            <a:cxnLst/>
            <a:rect l="l" t="t" r="r" b="b"/>
            <a:pathLst>
              <a:path w="86995" h="84454">
                <a:moveTo>
                  <a:pt x="59192" y="0"/>
                </a:moveTo>
                <a:lnTo>
                  <a:pt x="86471" y="83902"/>
                </a:lnTo>
                <a:lnTo>
                  <a:pt x="0" y="66351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603504" y="3035289"/>
            <a:ext cx="760095" cy="274955"/>
          </a:xfrm>
          <a:custGeom>
            <a:avLst/>
            <a:gdLst/>
            <a:ahLst/>
            <a:cxnLst/>
            <a:rect l="l" t="t" r="r" b="b"/>
            <a:pathLst>
              <a:path w="760095" h="274954">
                <a:moveTo>
                  <a:pt x="0" y="0"/>
                </a:moveTo>
                <a:lnTo>
                  <a:pt x="759720" y="27474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276447" y="3242310"/>
            <a:ext cx="86995" cy="83820"/>
          </a:xfrm>
          <a:custGeom>
            <a:avLst/>
            <a:gdLst/>
            <a:ahLst/>
            <a:cxnLst/>
            <a:rect l="l" t="t" r="r" b="b"/>
            <a:pathLst>
              <a:path w="86995" h="83820">
                <a:moveTo>
                  <a:pt x="30236" y="0"/>
                </a:moveTo>
                <a:lnTo>
                  <a:pt x="86776" y="67726"/>
                </a:lnTo>
                <a:lnTo>
                  <a:pt x="0" y="8360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603504" y="3964935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50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285804" y="392049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0" y="88904"/>
                </a:moveTo>
                <a:lnTo>
                  <a:pt x="76199" y="44458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87323" y="4760046"/>
            <a:ext cx="648335" cy="172720"/>
          </a:xfrm>
          <a:custGeom>
            <a:avLst/>
            <a:gdLst/>
            <a:ahLst/>
            <a:cxnLst/>
            <a:rect l="l" t="t" r="r" b="b"/>
            <a:pathLst>
              <a:path w="648335" h="172720">
                <a:moveTo>
                  <a:pt x="0" y="172486"/>
                </a:moveTo>
                <a:lnTo>
                  <a:pt x="648285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50539" y="4736686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22859" y="85917"/>
                </a:moveTo>
                <a:lnTo>
                  <a:pt x="85069" y="23372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628400" y="1606539"/>
            <a:ext cx="1897380" cy="840740"/>
          </a:xfrm>
          <a:custGeom>
            <a:avLst/>
            <a:gdLst/>
            <a:ahLst/>
            <a:cxnLst/>
            <a:rect l="l" t="t" r="r" b="b"/>
            <a:pathLst>
              <a:path w="1897379" h="840739">
                <a:moveTo>
                  <a:pt x="0" y="140147"/>
                </a:moveTo>
                <a:lnTo>
                  <a:pt x="6613" y="97465"/>
                </a:lnTo>
                <a:lnTo>
                  <a:pt x="25089" y="60089"/>
                </a:lnTo>
                <a:lnTo>
                  <a:pt x="53377" y="30067"/>
                </a:lnTo>
                <a:lnTo>
                  <a:pt x="89428" y="9448"/>
                </a:lnTo>
                <a:lnTo>
                  <a:pt x="131192" y="279"/>
                </a:lnTo>
                <a:lnTo>
                  <a:pt x="1757232" y="0"/>
                </a:lnTo>
                <a:lnTo>
                  <a:pt x="1771916" y="760"/>
                </a:lnTo>
                <a:lnTo>
                  <a:pt x="1813045" y="11553"/>
                </a:lnTo>
                <a:lnTo>
                  <a:pt x="1848195" y="33525"/>
                </a:lnTo>
                <a:lnTo>
                  <a:pt x="1875315" y="64628"/>
                </a:lnTo>
                <a:lnTo>
                  <a:pt x="1892353" y="102814"/>
                </a:lnTo>
                <a:lnTo>
                  <a:pt x="1897379" y="700643"/>
                </a:lnTo>
                <a:lnTo>
                  <a:pt x="1896619" y="715324"/>
                </a:lnTo>
                <a:lnTo>
                  <a:pt x="1885816" y="756444"/>
                </a:lnTo>
                <a:lnTo>
                  <a:pt x="1863830" y="791584"/>
                </a:lnTo>
                <a:lnTo>
                  <a:pt x="1832712" y="818691"/>
                </a:lnTo>
                <a:lnTo>
                  <a:pt x="1794516" y="835716"/>
                </a:lnTo>
                <a:lnTo>
                  <a:pt x="140116" y="840729"/>
                </a:lnTo>
                <a:lnTo>
                  <a:pt x="125428" y="839969"/>
                </a:lnTo>
                <a:lnTo>
                  <a:pt x="84292" y="829169"/>
                </a:lnTo>
                <a:lnTo>
                  <a:pt x="49142" y="807189"/>
                </a:lnTo>
                <a:lnTo>
                  <a:pt x="22031" y="776079"/>
                </a:lnTo>
                <a:lnTo>
                  <a:pt x="5008" y="737892"/>
                </a:lnTo>
                <a:lnTo>
                  <a:pt x="0" y="140147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624059" y="2335530"/>
            <a:ext cx="0" cy="551180"/>
          </a:xfrm>
          <a:custGeom>
            <a:avLst/>
            <a:gdLst/>
            <a:ahLst/>
            <a:cxnLst/>
            <a:rect l="l" t="t" r="r" b="b"/>
            <a:pathLst>
              <a:path h="551180">
                <a:moveTo>
                  <a:pt x="0" y="0"/>
                </a:moveTo>
                <a:lnTo>
                  <a:pt x="0" y="550743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512960" y="2695742"/>
            <a:ext cx="222250" cy="191135"/>
          </a:xfrm>
          <a:custGeom>
            <a:avLst/>
            <a:gdLst/>
            <a:ahLst/>
            <a:cxnLst/>
            <a:rect l="l" t="t" r="r" b="b"/>
            <a:pathLst>
              <a:path w="222250" h="191135">
                <a:moveTo>
                  <a:pt x="222260" y="30"/>
                </a:moveTo>
                <a:lnTo>
                  <a:pt x="111099" y="190530"/>
                </a:lnTo>
                <a:lnTo>
                  <a:pt x="0" y="0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21314" y="2051060"/>
            <a:ext cx="2844800" cy="1066800"/>
          </a:xfrm>
          <a:custGeom>
            <a:avLst/>
            <a:gdLst/>
            <a:ahLst/>
            <a:cxnLst/>
            <a:rect l="l" t="t" r="r" b="b"/>
            <a:pathLst>
              <a:path w="2844800" h="1066800">
                <a:moveTo>
                  <a:pt x="0" y="177789"/>
                </a:moveTo>
                <a:lnTo>
                  <a:pt x="5271" y="134651"/>
                </a:lnTo>
                <a:lnTo>
                  <a:pt x="20235" y="95344"/>
                </a:lnTo>
                <a:lnTo>
                  <a:pt x="43618" y="61144"/>
                </a:lnTo>
                <a:lnTo>
                  <a:pt x="74147" y="33324"/>
                </a:lnTo>
                <a:lnTo>
                  <a:pt x="110548" y="13159"/>
                </a:lnTo>
                <a:lnTo>
                  <a:pt x="151546" y="1924"/>
                </a:lnTo>
                <a:lnTo>
                  <a:pt x="2666999" y="0"/>
                </a:lnTo>
                <a:lnTo>
                  <a:pt x="2681727" y="601"/>
                </a:lnTo>
                <a:lnTo>
                  <a:pt x="2723732" y="9245"/>
                </a:lnTo>
                <a:lnTo>
                  <a:pt x="2761480" y="27159"/>
                </a:lnTo>
                <a:lnTo>
                  <a:pt x="2793696" y="53066"/>
                </a:lnTo>
                <a:lnTo>
                  <a:pt x="2819106" y="85693"/>
                </a:lnTo>
                <a:lnTo>
                  <a:pt x="2836436" y="123766"/>
                </a:lnTo>
                <a:lnTo>
                  <a:pt x="2844411" y="166009"/>
                </a:lnTo>
                <a:lnTo>
                  <a:pt x="2844795" y="889010"/>
                </a:lnTo>
                <a:lnTo>
                  <a:pt x="2844194" y="903736"/>
                </a:lnTo>
                <a:lnTo>
                  <a:pt x="2835549" y="945739"/>
                </a:lnTo>
                <a:lnTo>
                  <a:pt x="2817636" y="983485"/>
                </a:lnTo>
                <a:lnTo>
                  <a:pt x="2791728" y="1015701"/>
                </a:lnTo>
                <a:lnTo>
                  <a:pt x="2759100" y="1041110"/>
                </a:lnTo>
                <a:lnTo>
                  <a:pt x="2721026" y="1058440"/>
                </a:lnTo>
                <a:lnTo>
                  <a:pt x="2678780" y="1066415"/>
                </a:lnTo>
                <a:lnTo>
                  <a:pt x="177795" y="1066799"/>
                </a:lnTo>
                <a:lnTo>
                  <a:pt x="163067" y="1066198"/>
                </a:lnTo>
                <a:lnTo>
                  <a:pt x="121059" y="1057554"/>
                </a:lnTo>
                <a:lnTo>
                  <a:pt x="83311" y="1039640"/>
                </a:lnTo>
                <a:lnTo>
                  <a:pt x="51096" y="1013733"/>
                </a:lnTo>
                <a:lnTo>
                  <a:pt x="25687" y="981106"/>
                </a:lnTo>
                <a:lnTo>
                  <a:pt x="8358" y="943033"/>
                </a:lnTo>
                <a:lnTo>
                  <a:pt x="384" y="900790"/>
                </a:lnTo>
                <a:lnTo>
                  <a:pt x="0" y="177789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21314" y="3315980"/>
            <a:ext cx="2844800" cy="1201420"/>
          </a:xfrm>
          <a:custGeom>
            <a:avLst/>
            <a:gdLst/>
            <a:ahLst/>
            <a:cxnLst/>
            <a:rect l="l" t="t" r="r" b="b"/>
            <a:pathLst>
              <a:path w="2844800" h="1201420">
                <a:moveTo>
                  <a:pt x="0" y="200223"/>
                </a:moveTo>
                <a:lnTo>
                  <a:pt x="5818" y="152106"/>
                </a:lnTo>
                <a:lnTo>
                  <a:pt x="22348" y="108208"/>
                </a:lnTo>
                <a:lnTo>
                  <a:pt x="48198" y="69919"/>
                </a:lnTo>
                <a:lnTo>
                  <a:pt x="81976" y="38631"/>
                </a:lnTo>
                <a:lnTo>
                  <a:pt x="122293" y="15734"/>
                </a:lnTo>
                <a:lnTo>
                  <a:pt x="167756" y="2620"/>
                </a:lnTo>
                <a:lnTo>
                  <a:pt x="200238" y="0"/>
                </a:lnTo>
                <a:lnTo>
                  <a:pt x="2644557" y="0"/>
                </a:lnTo>
                <a:lnTo>
                  <a:pt x="2692679" y="5818"/>
                </a:lnTo>
                <a:lnTo>
                  <a:pt x="2736582" y="22348"/>
                </a:lnTo>
                <a:lnTo>
                  <a:pt x="2774873" y="48196"/>
                </a:lnTo>
                <a:lnTo>
                  <a:pt x="2806163" y="81973"/>
                </a:lnTo>
                <a:lnTo>
                  <a:pt x="2829061" y="122286"/>
                </a:lnTo>
                <a:lnTo>
                  <a:pt x="2842175" y="167745"/>
                </a:lnTo>
                <a:lnTo>
                  <a:pt x="2844795" y="200223"/>
                </a:lnTo>
                <a:lnTo>
                  <a:pt x="2844795" y="1001167"/>
                </a:lnTo>
                <a:lnTo>
                  <a:pt x="2838976" y="1049289"/>
                </a:lnTo>
                <a:lnTo>
                  <a:pt x="2822447" y="1093192"/>
                </a:lnTo>
                <a:lnTo>
                  <a:pt x="2796597" y="1131483"/>
                </a:lnTo>
                <a:lnTo>
                  <a:pt x="2762819" y="1162773"/>
                </a:lnTo>
                <a:lnTo>
                  <a:pt x="2722502" y="1185671"/>
                </a:lnTo>
                <a:lnTo>
                  <a:pt x="2677039" y="1198785"/>
                </a:lnTo>
                <a:lnTo>
                  <a:pt x="2644557" y="1201405"/>
                </a:lnTo>
                <a:lnTo>
                  <a:pt x="200238" y="1201405"/>
                </a:lnTo>
                <a:lnTo>
                  <a:pt x="152116" y="1195586"/>
                </a:lnTo>
                <a:lnTo>
                  <a:pt x="108213" y="1179057"/>
                </a:lnTo>
                <a:lnTo>
                  <a:pt x="69922" y="1153207"/>
                </a:lnTo>
                <a:lnTo>
                  <a:pt x="38632" y="1119429"/>
                </a:lnTo>
                <a:lnTo>
                  <a:pt x="15734" y="1079112"/>
                </a:lnTo>
                <a:lnTo>
                  <a:pt x="2620" y="1033649"/>
                </a:lnTo>
                <a:lnTo>
                  <a:pt x="0" y="1001167"/>
                </a:lnTo>
                <a:lnTo>
                  <a:pt x="0" y="200223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91239" y="2853690"/>
            <a:ext cx="2268220" cy="2298700"/>
          </a:xfrm>
          <a:custGeom>
            <a:avLst/>
            <a:gdLst/>
            <a:ahLst/>
            <a:cxnLst/>
            <a:rect l="l" t="t" r="r" b="b"/>
            <a:pathLst>
              <a:path w="2268220" h="2298700">
                <a:moveTo>
                  <a:pt x="0" y="378043"/>
                </a:moveTo>
                <a:lnTo>
                  <a:pt x="4947" y="316722"/>
                </a:lnTo>
                <a:lnTo>
                  <a:pt x="19272" y="258552"/>
                </a:lnTo>
                <a:lnTo>
                  <a:pt x="42196" y="204310"/>
                </a:lnTo>
                <a:lnTo>
                  <a:pt x="72940" y="154775"/>
                </a:lnTo>
                <a:lnTo>
                  <a:pt x="110726" y="110726"/>
                </a:lnTo>
                <a:lnTo>
                  <a:pt x="154775" y="72940"/>
                </a:lnTo>
                <a:lnTo>
                  <a:pt x="204310" y="42196"/>
                </a:lnTo>
                <a:lnTo>
                  <a:pt x="258552" y="19272"/>
                </a:lnTo>
                <a:lnTo>
                  <a:pt x="316722" y="4947"/>
                </a:lnTo>
                <a:lnTo>
                  <a:pt x="378043" y="0"/>
                </a:lnTo>
                <a:lnTo>
                  <a:pt x="1890156" y="0"/>
                </a:lnTo>
                <a:lnTo>
                  <a:pt x="1951476" y="4947"/>
                </a:lnTo>
                <a:lnTo>
                  <a:pt x="2009647" y="19272"/>
                </a:lnTo>
                <a:lnTo>
                  <a:pt x="2063889" y="42196"/>
                </a:lnTo>
                <a:lnTo>
                  <a:pt x="2113423" y="72940"/>
                </a:lnTo>
                <a:lnTo>
                  <a:pt x="2157473" y="110726"/>
                </a:lnTo>
                <a:lnTo>
                  <a:pt x="2195259" y="154775"/>
                </a:lnTo>
                <a:lnTo>
                  <a:pt x="2226003" y="204310"/>
                </a:lnTo>
                <a:lnTo>
                  <a:pt x="2248926" y="258552"/>
                </a:lnTo>
                <a:lnTo>
                  <a:pt x="2263251" y="316722"/>
                </a:lnTo>
                <a:lnTo>
                  <a:pt x="2268199" y="378043"/>
                </a:lnTo>
                <a:lnTo>
                  <a:pt x="2268199" y="1920657"/>
                </a:lnTo>
                <a:lnTo>
                  <a:pt x="2263251" y="1981978"/>
                </a:lnTo>
                <a:lnTo>
                  <a:pt x="2248926" y="2040148"/>
                </a:lnTo>
                <a:lnTo>
                  <a:pt x="2226003" y="2094391"/>
                </a:lnTo>
                <a:lnTo>
                  <a:pt x="2195259" y="2143926"/>
                </a:lnTo>
                <a:lnTo>
                  <a:pt x="2157473" y="2187976"/>
                </a:lnTo>
                <a:lnTo>
                  <a:pt x="2113423" y="2225762"/>
                </a:lnTo>
                <a:lnTo>
                  <a:pt x="2063889" y="2256506"/>
                </a:lnTo>
                <a:lnTo>
                  <a:pt x="2009647" y="2279430"/>
                </a:lnTo>
                <a:lnTo>
                  <a:pt x="1951476" y="2293755"/>
                </a:lnTo>
                <a:lnTo>
                  <a:pt x="1890156" y="2298704"/>
                </a:lnTo>
                <a:lnTo>
                  <a:pt x="378043" y="2298704"/>
                </a:lnTo>
                <a:lnTo>
                  <a:pt x="316722" y="2293755"/>
                </a:lnTo>
                <a:lnTo>
                  <a:pt x="258552" y="2279430"/>
                </a:lnTo>
                <a:lnTo>
                  <a:pt x="204310" y="2256506"/>
                </a:lnTo>
                <a:lnTo>
                  <a:pt x="154775" y="2225762"/>
                </a:lnTo>
                <a:lnTo>
                  <a:pt x="110726" y="2187976"/>
                </a:lnTo>
                <a:lnTo>
                  <a:pt x="72940" y="2143926"/>
                </a:lnTo>
                <a:lnTo>
                  <a:pt x="42196" y="2094391"/>
                </a:lnTo>
                <a:lnTo>
                  <a:pt x="19272" y="2040148"/>
                </a:lnTo>
                <a:lnTo>
                  <a:pt x="4947" y="1981978"/>
                </a:lnTo>
                <a:lnTo>
                  <a:pt x="0" y="1920657"/>
                </a:lnTo>
                <a:lnTo>
                  <a:pt x="0" y="378043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21314" y="4822185"/>
            <a:ext cx="2844800" cy="1236980"/>
          </a:xfrm>
          <a:custGeom>
            <a:avLst/>
            <a:gdLst/>
            <a:ahLst/>
            <a:cxnLst/>
            <a:rect l="l" t="t" r="r" b="b"/>
            <a:pathLst>
              <a:path w="2844800" h="1236979">
                <a:moveTo>
                  <a:pt x="0" y="206169"/>
                </a:moveTo>
                <a:lnTo>
                  <a:pt x="5991" y="156625"/>
                </a:lnTo>
                <a:lnTo>
                  <a:pt x="23010" y="111424"/>
                </a:lnTo>
                <a:lnTo>
                  <a:pt x="49625" y="71998"/>
                </a:lnTo>
                <a:lnTo>
                  <a:pt x="84404" y="39779"/>
                </a:lnTo>
                <a:lnTo>
                  <a:pt x="125915" y="16202"/>
                </a:lnTo>
                <a:lnTo>
                  <a:pt x="172725" y="2698"/>
                </a:lnTo>
                <a:lnTo>
                  <a:pt x="206169" y="0"/>
                </a:lnTo>
                <a:lnTo>
                  <a:pt x="2638626" y="0"/>
                </a:lnTo>
                <a:lnTo>
                  <a:pt x="2688165" y="5992"/>
                </a:lnTo>
                <a:lnTo>
                  <a:pt x="2733364" y="23012"/>
                </a:lnTo>
                <a:lnTo>
                  <a:pt x="2772791" y="49629"/>
                </a:lnTo>
                <a:lnTo>
                  <a:pt x="2805011" y="84410"/>
                </a:lnTo>
                <a:lnTo>
                  <a:pt x="2828591" y="125920"/>
                </a:lnTo>
                <a:lnTo>
                  <a:pt x="2842096" y="172728"/>
                </a:lnTo>
                <a:lnTo>
                  <a:pt x="2844795" y="206169"/>
                </a:lnTo>
                <a:lnTo>
                  <a:pt x="2844795" y="1030818"/>
                </a:lnTo>
                <a:lnTo>
                  <a:pt x="2838802" y="1080361"/>
                </a:lnTo>
                <a:lnTo>
                  <a:pt x="2821780" y="1125561"/>
                </a:lnTo>
                <a:lnTo>
                  <a:pt x="2795160" y="1164984"/>
                </a:lnTo>
                <a:lnTo>
                  <a:pt x="2760379" y="1197200"/>
                </a:lnTo>
                <a:lnTo>
                  <a:pt x="2718868" y="1220775"/>
                </a:lnTo>
                <a:lnTo>
                  <a:pt x="2672063" y="1234277"/>
                </a:lnTo>
                <a:lnTo>
                  <a:pt x="2638626" y="1236975"/>
                </a:lnTo>
                <a:lnTo>
                  <a:pt x="206169" y="1236975"/>
                </a:lnTo>
                <a:lnTo>
                  <a:pt x="156621" y="1230984"/>
                </a:lnTo>
                <a:lnTo>
                  <a:pt x="111418" y="1213965"/>
                </a:lnTo>
                <a:lnTo>
                  <a:pt x="71993" y="1187351"/>
                </a:lnTo>
                <a:lnTo>
                  <a:pt x="39776" y="1152573"/>
                </a:lnTo>
                <a:lnTo>
                  <a:pt x="16200" y="1111065"/>
                </a:lnTo>
                <a:lnTo>
                  <a:pt x="2698" y="1064258"/>
                </a:lnTo>
                <a:lnTo>
                  <a:pt x="0" y="1030818"/>
                </a:lnTo>
                <a:lnTo>
                  <a:pt x="0" y="206169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476000" y="1504950"/>
            <a:ext cx="2283460" cy="1076960"/>
          </a:xfrm>
          <a:custGeom>
            <a:avLst/>
            <a:gdLst/>
            <a:ahLst/>
            <a:cxnLst/>
            <a:rect l="l" t="t" r="r" b="b"/>
            <a:pathLst>
              <a:path w="2283460" h="1076960">
                <a:moveTo>
                  <a:pt x="0" y="179496"/>
                </a:moveTo>
                <a:lnTo>
                  <a:pt x="5223" y="136340"/>
                </a:lnTo>
                <a:lnTo>
                  <a:pt x="20060" y="96968"/>
                </a:lnTo>
                <a:lnTo>
                  <a:pt x="43261" y="62630"/>
                </a:lnTo>
                <a:lnTo>
                  <a:pt x="73574" y="34576"/>
                </a:lnTo>
                <a:lnTo>
                  <a:pt x="109750" y="14058"/>
                </a:lnTo>
                <a:lnTo>
                  <a:pt x="150538" y="2324"/>
                </a:lnTo>
                <a:lnTo>
                  <a:pt x="2103942" y="0"/>
                </a:lnTo>
                <a:lnTo>
                  <a:pt x="2118671" y="595"/>
                </a:lnTo>
                <a:lnTo>
                  <a:pt x="2160705" y="9162"/>
                </a:lnTo>
                <a:lnTo>
                  <a:pt x="2198538" y="26926"/>
                </a:lnTo>
                <a:lnTo>
                  <a:pt x="2230920" y="52636"/>
                </a:lnTo>
                <a:lnTo>
                  <a:pt x="2256601" y="85043"/>
                </a:lnTo>
                <a:lnTo>
                  <a:pt x="2274330" y="122895"/>
                </a:lnTo>
                <a:lnTo>
                  <a:pt x="2282858" y="164944"/>
                </a:lnTo>
                <a:lnTo>
                  <a:pt x="2283439" y="897483"/>
                </a:lnTo>
                <a:lnTo>
                  <a:pt x="2282843" y="912209"/>
                </a:lnTo>
                <a:lnTo>
                  <a:pt x="2274275" y="954235"/>
                </a:lnTo>
                <a:lnTo>
                  <a:pt x="2256508" y="992063"/>
                </a:lnTo>
                <a:lnTo>
                  <a:pt x="2230794" y="1024442"/>
                </a:lnTo>
                <a:lnTo>
                  <a:pt x="2198383" y="1050120"/>
                </a:lnTo>
                <a:lnTo>
                  <a:pt x="2160525" y="1067847"/>
                </a:lnTo>
                <a:lnTo>
                  <a:pt x="2118472" y="1076370"/>
                </a:lnTo>
                <a:lnTo>
                  <a:pt x="179496" y="1076949"/>
                </a:lnTo>
                <a:lnTo>
                  <a:pt x="164766" y="1076353"/>
                </a:lnTo>
                <a:lnTo>
                  <a:pt x="122729" y="1067785"/>
                </a:lnTo>
                <a:lnTo>
                  <a:pt x="84894" y="1050020"/>
                </a:lnTo>
                <a:lnTo>
                  <a:pt x="52510" y="1024308"/>
                </a:lnTo>
                <a:lnTo>
                  <a:pt x="26830" y="991901"/>
                </a:lnTo>
                <a:lnTo>
                  <a:pt x="9103" y="954051"/>
                </a:lnTo>
                <a:lnTo>
                  <a:pt x="579" y="912008"/>
                </a:lnTo>
                <a:lnTo>
                  <a:pt x="0" y="179496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066799" y="2193279"/>
            <a:ext cx="1968500" cy="660400"/>
          </a:xfrm>
          <a:custGeom>
            <a:avLst/>
            <a:gdLst/>
            <a:ahLst/>
            <a:cxnLst/>
            <a:rect l="l" t="t" r="r" b="b"/>
            <a:pathLst>
              <a:path w="1968500" h="660400">
                <a:moveTo>
                  <a:pt x="0" y="110093"/>
                </a:moveTo>
                <a:lnTo>
                  <a:pt x="8298" y="68071"/>
                </a:lnTo>
                <a:lnTo>
                  <a:pt x="30982" y="33511"/>
                </a:lnTo>
                <a:lnTo>
                  <a:pt x="64735" y="9735"/>
                </a:lnTo>
                <a:lnTo>
                  <a:pt x="106241" y="65"/>
                </a:lnTo>
                <a:lnTo>
                  <a:pt x="1858426" y="0"/>
                </a:lnTo>
                <a:lnTo>
                  <a:pt x="1873051" y="963"/>
                </a:lnTo>
                <a:lnTo>
                  <a:pt x="1912941" y="14432"/>
                </a:lnTo>
                <a:lnTo>
                  <a:pt x="1944268" y="41185"/>
                </a:lnTo>
                <a:lnTo>
                  <a:pt x="1963709" y="77901"/>
                </a:lnTo>
                <a:lnTo>
                  <a:pt x="1968489" y="550346"/>
                </a:lnTo>
                <a:lnTo>
                  <a:pt x="1967525" y="564973"/>
                </a:lnTo>
                <a:lnTo>
                  <a:pt x="1954054" y="604868"/>
                </a:lnTo>
                <a:lnTo>
                  <a:pt x="1927299" y="636197"/>
                </a:lnTo>
                <a:lnTo>
                  <a:pt x="1890586" y="655635"/>
                </a:lnTo>
                <a:lnTo>
                  <a:pt x="110063" y="660410"/>
                </a:lnTo>
                <a:lnTo>
                  <a:pt x="95430" y="659446"/>
                </a:lnTo>
                <a:lnTo>
                  <a:pt x="55528" y="645974"/>
                </a:lnTo>
                <a:lnTo>
                  <a:pt x="24203" y="619219"/>
                </a:lnTo>
                <a:lnTo>
                  <a:pt x="4772" y="582506"/>
                </a:lnTo>
                <a:lnTo>
                  <a:pt x="0" y="110093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914399" y="5502914"/>
            <a:ext cx="2915920" cy="556260"/>
          </a:xfrm>
          <a:custGeom>
            <a:avLst/>
            <a:gdLst/>
            <a:ahLst/>
            <a:cxnLst/>
            <a:rect l="l" t="t" r="r" b="b"/>
            <a:pathLst>
              <a:path w="2915920" h="556260">
                <a:moveTo>
                  <a:pt x="0" y="92701"/>
                </a:moveTo>
                <a:lnTo>
                  <a:pt x="9737" y="51299"/>
                </a:lnTo>
                <a:lnTo>
                  <a:pt x="35824" y="19495"/>
                </a:lnTo>
                <a:lnTo>
                  <a:pt x="73566" y="1976"/>
                </a:lnTo>
                <a:lnTo>
                  <a:pt x="2823209" y="0"/>
                </a:lnTo>
                <a:lnTo>
                  <a:pt x="2837782" y="1139"/>
                </a:lnTo>
                <a:lnTo>
                  <a:pt x="2876497" y="16846"/>
                </a:lnTo>
                <a:lnTo>
                  <a:pt x="2904060" y="47341"/>
                </a:lnTo>
                <a:lnTo>
                  <a:pt x="2915779" y="87937"/>
                </a:lnTo>
                <a:lnTo>
                  <a:pt x="2915899" y="463545"/>
                </a:lnTo>
                <a:lnTo>
                  <a:pt x="2914759" y="478126"/>
                </a:lnTo>
                <a:lnTo>
                  <a:pt x="2899053" y="516853"/>
                </a:lnTo>
                <a:lnTo>
                  <a:pt x="2868563" y="544419"/>
                </a:lnTo>
                <a:lnTo>
                  <a:pt x="2827982" y="556139"/>
                </a:lnTo>
                <a:lnTo>
                  <a:pt x="92689" y="556259"/>
                </a:lnTo>
                <a:lnTo>
                  <a:pt x="78118" y="555120"/>
                </a:lnTo>
                <a:lnTo>
                  <a:pt x="39404" y="539414"/>
                </a:lnTo>
                <a:lnTo>
                  <a:pt x="11842" y="508920"/>
                </a:lnTo>
                <a:lnTo>
                  <a:pt x="120" y="468321"/>
                </a:lnTo>
                <a:lnTo>
                  <a:pt x="0" y="92701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2B1EEA94-B900-5262-A3C7-ABB836A2C8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13084" y="6341991"/>
            <a:ext cx="473716" cy="439809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25</a:t>
            </a:fld>
            <a:endParaRPr lang="en-US" spc="-1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4323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75" dirty="0">
                <a:latin typeface="Calibri"/>
                <a:cs typeface="Calibri"/>
              </a:rPr>
              <a:t>x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ci</a:t>
            </a:r>
            <a:r>
              <a:rPr spc="-15" dirty="0">
                <a:latin typeface="Calibri"/>
                <a:cs typeface="Calibri"/>
              </a:rPr>
              <a:t>se</a:t>
            </a:r>
            <a:r>
              <a:rPr dirty="0">
                <a:latin typeface="Calibri"/>
                <a:cs typeface="Calibri"/>
              </a:rPr>
              <a:t>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778" y="2095544"/>
            <a:ext cx="7359015" cy="1343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y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u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y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u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xp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ct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eng</a:t>
            </a:r>
            <a:r>
              <a:rPr sz="2600" spc="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64210F-F271-E20F-0451-26D9EB837B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58201" y="6362701"/>
            <a:ext cx="380999" cy="342899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26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2377588"/>
            <a:ext cx="3555365" cy="1243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sz="45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45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4500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sz="4500" spc="-25" dirty="0">
                <a:solidFill>
                  <a:srgbClr val="B5121B"/>
                </a:solidFill>
                <a:latin typeface="Calibri"/>
                <a:cs typeface="Calibri"/>
              </a:rPr>
              <a:t>506</a:t>
            </a:r>
            <a:endParaRPr sz="4500" dirty="0">
              <a:latin typeface="Calibri"/>
              <a:cs typeface="Calibri"/>
            </a:endParaRPr>
          </a:p>
          <a:p>
            <a:pPr marL="12700">
              <a:lnSpc>
                <a:spcPts val="4270"/>
              </a:lnSpc>
            </a:pP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.</a:t>
            </a:r>
            <a:r>
              <a:rPr sz="3600" spc="-20" dirty="0">
                <a:solidFill>
                  <a:srgbClr val="B5121B"/>
                </a:solidFill>
                <a:latin typeface="Calibri"/>
                <a:cs typeface="Calibri"/>
              </a:rPr>
              <a:t>3</a:t>
            </a:r>
            <a:r>
              <a:rPr sz="36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5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db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ack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4798-E6C7-2436-3A75-A93C170E90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65484" y="6286501"/>
            <a:ext cx="397516" cy="342899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27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</a:t>
            </a:r>
            <a:r>
              <a:rPr spc="-10" dirty="0">
                <a:latin typeface="Calibri"/>
                <a:cs typeface="Calibri"/>
              </a:rPr>
              <a:t>as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udy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9797" y="2116233"/>
            <a:ext cx="4880610" cy="3840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68580" indent="-228600">
              <a:lnSpc>
                <a:spcPct val="9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DC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ect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dru</a:t>
            </a:r>
            <a:r>
              <a:rPr sz="2600" dirty="0">
                <a:latin typeface="Calibri"/>
                <a:cs typeface="Calibri"/>
              </a:rPr>
              <a:t>ms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sl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  <a:p>
            <a:pPr marL="241300" marR="5080" indent="-228600">
              <a:lnSpc>
                <a:spcPct val="90100"/>
              </a:lnSpc>
              <a:spcBef>
                <a:spcPts val="100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purp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ex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put</a:t>
            </a:r>
            <a:r>
              <a:rPr sz="26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U</a:t>
            </a:r>
            <a:r>
              <a:rPr sz="2600" i="1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utput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X</a:t>
            </a:r>
            <a:endParaRPr sz="2600" dirty="0">
              <a:latin typeface="Calibri"/>
              <a:cs typeface="Calibri"/>
            </a:endParaRPr>
          </a:p>
          <a:p>
            <a:pPr marL="241300" marR="500380" indent="-228600">
              <a:lnSpc>
                <a:spcPct val="90100"/>
              </a:lnSpc>
              <a:spcBef>
                <a:spcPts val="9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U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X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ugh</a:t>
            </a:r>
            <a:r>
              <a:rPr sz="2600" spc="1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(e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X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Y</a:t>
            </a:r>
            <a:r>
              <a:rPr sz="2600" i="1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)</a:t>
            </a:r>
          </a:p>
        </p:txBody>
      </p:sp>
      <p:sp>
        <p:nvSpPr>
          <p:cNvPr id="6" name="object 6"/>
          <p:cNvSpPr/>
          <p:nvPr/>
        </p:nvSpPr>
        <p:spPr>
          <a:xfrm>
            <a:off x="5938510" y="2230124"/>
            <a:ext cx="2735579" cy="27381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47388" y="5024131"/>
            <a:ext cx="21767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spc="5" dirty="0">
                <a:latin typeface="Calibri"/>
                <a:cs typeface="Calibri"/>
              </a:rPr>
              <a:t>tt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//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.w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ip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spc="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i/</a:t>
            </a:r>
            <a:r>
              <a:rPr sz="1000" dirty="0">
                <a:latin typeface="Calibri"/>
                <a:cs typeface="Calibri"/>
              </a:rPr>
              <a:t>D</a:t>
            </a:r>
            <a:r>
              <a:rPr sz="1000" spc="5" dirty="0">
                <a:latin typeface="Calibri"/>
                <a:cs typeface="Calibri"/>
              </a:rPr>
              <a:t>C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0" dirty="0">
                <a:latin typeface="Calibri"/>
                <a:cs typeface="Calibri"/>
              </a:rPr>
              <a:t>mo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#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/medi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dirty="0">
                <a:latin typeface="Calibri"/>
                <a:cs typeface="Calibri"/>
              </a:rPr>
              <a:t>F</a:t>
            </a:r>
            <a:r>
              <a:rPr sz="1000" spc="-10" dirty="0">
                <a:latin typeface="Calibri"/>
                <a:cs typeface="Calibri"/>
              </a:rPr>
              <a:t>il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El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c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15" dirty="0">
                <a:latin typeface="Calibri"/>
                <a:cs typeface="Calibri"/>
              </a:rPr>
              <a:t>ri</a:t>
            </a:r>
            <a:r>
              <a:rPr sz="1000" spc="-10" dirty="0">
                <a:latin typeface="Calibri"/>
                <a:cs typeface="Calibri"/>
              </a:rPr>
              <a:t>c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0" dirty="0">
                <a:latin typeface="Calibri"/>
                <a:cs typeface="Calibri"/>
              </a:rPr>
              <a:t>mo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spc="-5" dirty="0">
                <a:latin typeface="Calibri"/>
                <a:cs typeface="Calibri"/>
              </a:rPr>
              <a:t>_</a:t>
            </a:r>
            <a:r>
              <a:rPr sz="1000" spc="-10" dirty="0">
                <a:latin typeface="Calibri"/>
                <a:cs typeface="Calibri"/>
              </a:rPr>
              <a:t>c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0" dirty="0">
                <a:latin typeface="Calibri"/>
                <a:cs typeface="Calibri"/>
              </a:rPr>
              <a:t>cl</a:t>
            </a:r>
            <a:r>
              <a:rPr sz="1000" dirty="0">
                <a:latin typeface="Calibri"/>
                <a:cs typeface="Calibri"/>
              </a:rPr>
              <a:t>e_</a:t>
            </a:r>
            <a:r>
              <a:rPr sz="1000" spc="-15" dirty="0">
                <a:latin typeface="Calibri"/>
                <a:cs typeface="Calibri"/>
              </a:rPr>
              <a:t>2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pn</a:t>
            </a:r>
            <a:r>
              <a:rPr sz="1000" spc="-5" dirty="0">
                <a:latin typeface="Calibri"/>
                <a:cs typeface="Calibri"/>
              </a:rPr>
              <a:t>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C15E65-FF1E-3C12-C97C-8A1BB079EE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40720" y="6286500"/>
            <a:ext cx="422280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28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4538" y="3073399"/>
            <a:ext cx="3901101" cy="33832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33700" y="3784604"/>
            <a:ext cx="1435100" cy="368300"/>
          </a:xfrm>
          <a:custGeom>
            <a:avLst/>
            <a:gdLst/>
            <a:ahLst/>
            <a:cxnLst/>
            <a:rect l="l" t="t" r="r" b="b"/>
            <a:pathLst>
              <a:path w="1435100" h="368300">
                <a:moveTo>
                  <a:pt x="0" y="368295"/>
                </a:moveTo>
                <a:lnTo>
                  <a:pt x="1435095" y="368295"/>
                </a:lnTo>
                <a:lnTo>
                  <a:pt x="1435095" y="0"/>
                </a:lnTo>
                <a:lnTo>
                  <a:pt x="0" y="0"/>
                </a:lnTo>
                <a:lnTo>
                  <a:pt x="0" y="3682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12582" y="3858740"/>
            <a:ext cx="1212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-25" dirty="0">
                <a:latin typeface="Calibri"/>
                <a:cs typeface="Calibri"/>
              </a:rPr>
              <a:t>to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pee</a:t>
            </a:r>
            <a:r>
              <a:rPr sz="180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2583" y="4396740"/>
            <a:ext cx="1574800" cy="368300"/>
          </a:xfrm>
          <a:custGeom>
            <a:avLst/>
            <a:gdLst/>
            <a:ahLst/>
            <a:cxnLst/>
            <a:rect l="l" t="t" r="r" b="b"/>
            <a:pathLst>
              <a:path w="1574800" h="368300">
                <a:moveTo>
                  <a:pt x="0" y="368295"/>
                </a:moveTo>
                <a:lnTo>
                  <a:pt x="1574791" y="368295"/>
                </a:lnTo>
                <a:lnTo>
                  <a:pt x="1574791" y="0"/>
                </a:lnTo>
                <a:lnTo>
                  <a:pt x="0" y="0"/>
                </a:lnTo>
                <a:lnTo>
                  <a:pt x="0" y="3682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40573" y="4470804"/>
            <a:ext cx="10991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npu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20" dirty="0">
                <a:latin typeface="Calibri"/>
                <a:cs typeface="Calibri"/>
              </a:rPr>
              <a:t>g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p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sp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ns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88994" y="3942331"/>
            <a:ext cx="55499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10" dirty="0">
                <a:latin typeface="Calibri"/>
                <a:cs typeface="Calibri"/>
              </a:rPr>
              <a:t>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77789" y="2289810"/>
            <a:ext cx="2001520" cy="1501140"/>
          </a:xfrm>
          <a:custGeom>
            <a:avLst/>
            <a:gdLst/>
            <a:ahLst/>
            <a:cxnLst/>
            <a:rect l="l" t="t" r="r" b="b"/>
            <a:pathLst>
              <a:path w="2001520" h="1501139">
                <a:moveTo>
                  <a:pt x="0" y="1501139"/>
                </a:moveTo>
                <a:lnTo>
                  <a:pt x="2001524" y="1501139"/>
                </a:lnTo>
                <a:lnTo>
                  <a:pt x="2001524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77789" y="2289810"/>
            <a:ext cx="2001520" cy="1501140"/>
          </a:xfrm>
          <a:custGeom>
            <a:avLst/>
            <a:gdLst/>
            <a:ahLst/>
            <a:cxnLst/>
            <a:rect l="l" t="t" r="r" b="b"/>
            <a:pathLst>
              <a:path w="2001520" h="1501139">
                <a:moveTo>
                  <a:pt x="0" y="1501139"/>
                </a:moveTo>
                <a:lnTo>
                  <a:pt x="2001524" y="1501139"/>
                </a:lnTo>
                <a:lnTo>
                  <a:pt x="2001524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79319" y="3074670"/>
            <a:ext cx="1034415" cy="1905"/>
          </a:xfrm>
          <a:custGeom>
            <a:avLst/>
            <a:gdLst/>
            <a:ahLst/>
            <a:cxnLst/>
            <a:rect l="l" t="t" r="r" b="b"/>
            <a:pathLst>
              <a:path w="1034415" h="1905">
                <a:moveTo>
                  <a:pt x="0" y="0"/>
                </a:moveTo>
                <a:lnTo>
                  <a:pt x="1033851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98749" y="300935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213" y="0"/>
                </a:moveTo>
                <a:lnTo>
                  <a:pt x="114421" y="6684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12579" y="3074670"/>
            <a:ext cx="962660" cy="1905"/>
          </a:xfrm>
          <a:custGeom>
            <a:avLst/>
            <a:gdLst/>
            <a:ahLst/>
            <a:cxnLst/>
            <a:rect l="l" t="t" r="r" b="b"/>
            <a:pathLst>
              <a:path w="962660" h="1905">
                <a:moveTo>
                  <a:pt x="0" y="0"/>
                </a:moveTo>
                <a:lnTo>
                  <a:pt x="962436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60594" y="300935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13" y="0"/>
                </a:moveTo>
                <a:lnTo>
                  <a:pt x="114421" y="6684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592434" y="2556513"/>
            <a:ext cx="325120" cy="51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X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89707" y="2533620"/>
            <a:ext cx="37973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U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47095" y="1890098"/>
            <a:ext cx="139954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" marR="5080" indent="-508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77608" y="1866226"/>
            <a:ext cx="12420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npu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Si</a:t>
            </a:r>
            <a:r>
              <a:rPr sz="2000" spc="-15" dirty="0">
                <a:latin typeface="Calibri"/>
                <a:cs typeface="Calibri"/>
              </a:rPr>
              <a:t>g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51929" y="2171026"/>
            <a:ext cx="6921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41329" y="2473964"/>
            <a:ext cx="1130295" cy="11302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088ACB5-F003-4B8D-171E-5CB09ADE0E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21186" y="6342689"/>
            <a:ext cx="418014" cy="362911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29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8034" y="3846826"/>
            <a:ext cx="1463040" cy="1905"/>
          </a:xfrm>
          <a:custGeom>
            <a:avLst/>
            <a:gdLst/>
            <a:ahLst/>
            <a:cxnLst/>
            <a:rect l="l" t="t" r="r" b="b"/>
            <a:pathLst>
              <a:path w="1463039" h="1904">
                <a:moveTo>
                  <a:pt x="0" y="0"/>
                </a:moveTo>
                <a:lnTo>
                  <a:pt x="1462479" y="154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96130" y="3781592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155" y="0"/>
                </a:moveTo>
                <a:lnTo>
                  <a:pt x="114370" y="66781"/>
                </a:lnTo>
                <a:lnTo>
                  <a:pt x="0" y="13333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3004" y="3326060"/>
            <a:ext cx="37782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spc="-30" dirty="0">
                <a:latin typeface="Times New Roman"/>
                <a:cs typeface="Times New Roman"/>
              </a:rPr>
              <a:t>D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6535" y="2425594"/>
            <a:ext cx="152908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 marR="5080" indent="-7112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p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n</a:t>
            </a:r>
            <a:r>
              <a:rPr spc="5" dirty="0">
                <a:latin typeface="Calibri"/>
                <a:cs typeface="Calibri"/>
              </a:rPr>
              <a:t>–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oo</a:t>
            </a:r>
            <a:r>
              <a:rPr dirty="0">
                <a:latin typeface="Calibri"/>
                <a:cs typeface="Calibri"/>
              </a:rPr>
              <a:t>p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55187" y="4669838"/>
            <a:ext cx="55499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10" dirty="0">
                <a:latin typeface="Calibri"/>
                <a:cs typeface="Calibri"/>
              </a:rPr>
              <a:t>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61900" y="3061966"/>
            <a:ext cx="2001520" cy="1498600"/>
          </a:xfrm>
          <a:custGeom>
            <a:avLst/>
            <a:gdLst/>
            <a:ahLst/>
            <a:cxnLst/>
            <a:rect l="l" t="t" r="r" b="b"/>
            <a:pathLst>
              <a:path w="2001520" h="1498600">
                <a:moveTo>
                  <a:pt x="0" y="1498604"/>
                </a:moveTo>
                <a:lnTo>
                  <a:pt x="2001511" y="1498604"/>
                </a:lnTo>
                <a:lnTo>
                  <a:pt x="2001511" y="0"/>
                </a:lnTo>
                <a:lnTo>
                  <a:pt x="0" y="0"/>
                </a:lnTo>
                <a:lnTo>
                  <a:pt x="0" y="1498604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61900" y="3061966"/>
            <a:ext cx="2001520" cy="1498600"/>
          </a:xfrm>
          <a:custGeom>
            <a:avLst/>
            <a:gdLst/>
            <a:ahLst/>
            <a:cxnLst/>
            <a:rect l="l" t="t" r="r" b="b"/>
            <a:pathLst>
              <a:path w="2001520" h="1498600">
                <a:moveTo>
                  <a:pt x="0" y="1498604"/>
                </a:moveTo>
                <a:lnTo>
                  <a:pt x="2001511" y="1498604"/>
                </a:lnTo>
                <a:lnTo>
                  <a:pt x="2001511" y="0"/>
                </a:lnTo>
                <a:lnTo>
                  <a:pt x="0" y="0"/>
                </a:lnTo>
                <a:lnTo>
                  <a:pt x="0" y="1498604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3399" y="3846826"/>
            <a:ext cx="1034415" cy="1905"/>
          </a:xfrm>
          <a:custGeom>
            <a:avLst/>
            <a:gdLst/>
            <a:ahLst/>
            <a:cxnLst/>
            <a:rect l="l" t="t" r="r" b="b"/>
            <a:pathLst>
              <a:path w="1034415" h="1904">
                <a:moveTo>
                  <a:pt x="0" y="0"/>
                </a:moveTo>
                <a:lnTo>
                  <a:pt x="1033851" y="1536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82859" y="378150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213" y="0"/>
                </a:moveTo>
                <a:lnTo>
                  <a:pt x="114391" y="66860"/>
                </a:lnTo>
                <a:lnTo>
                  <a:pt x="0" y="133356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83979" y="3846826"/>
            <a:ext cx="962660" cy="1905"/>
          </a:xfrm>
          <a:custGeom>
            <a:avLst/>
            <a:gdLst/>
            <a:ahLst/>
            <a:cxnLst/>
            <a:rect l="l" t="t" r="r" b="b"/>
            <a:pathLst>
              <a:path w="962660" h="1904">
                <a:moveTo>
                  <a:pt x="0" y="0"/>
                </a:moveTo>
                <a:lnTo>
                  <a:pt x="962436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31994" y="378150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13" y="0"/>
                </a:moveTo>
                <a:lnTo>
                  <a:pt x="114421" y="66860"/>
                </a:lnTo>
                <a:lnTo>
                  <a:pt x="0" y="13334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76534" y="3326096"/>
            <a:ext cx="32512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X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1407" y="3305781"/>
            <a:ext cx="37973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U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44085" y="2582312"/>
            <a:ext cx="139954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 marR="5080" indent="-762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74265" y="2389526"/>
            <a:ext cx="124206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925" marR="5080" indent="-27686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npu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Si</a:t>
            </a:r>
            <a:r>
              <a:rPr sz="2000" spc="-15" dirty="0">
                <a:latin typeface="Calibri"/>
                <a:cs typeface="Calibri"/>
              </a:rPr>
              <a:t>g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40679" y="3246120"/>
            <a:ext cx="1130298" cy="11302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46625" y="3077205"/>
            <a:ext cx="1729739" cy="1501140"/>
          </a:xfrm>
          <a:custGeom>
            <a:avLst/>
            <a:gdLst/>
            <a:ahLst/>
            <a:cxnLst/>
            <a:rect l="l" t="t" r="r" b="b"/>
            <a:pathLst>
              <a:path w="1729739" h="1501139">
                <a:moveTo>
                  <a:pt x="0" y="1501139"/>
                </a:moveTo>
                <a:lnTo>
                  <a:pt x="1729739" y="1501139"/>
                </a:lnTo>
                <a:lnTo>
                  <a:pt x="1729739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6625" y="3077205"/>
            <a:ext cx="1729739" cy="1501140"/>
          </a:xfrm>
          <a:custGeom>
            <a:avLst/>
            <a:gdLst/>
            <a:ahLst/>
            <a:cxnLst/>
            <a:rect l="l" t="t" r="r" b="b"/>
            <a:pathLst>
              <a:path w="1729739" h="1501139">
                <a:moveTo>
                  <a:pt x="0" y="1501139"/>
                </a:moveTo>
                <a:lnTo>
                  <a:pt x="1729739" y="1501139"/>
                </a:lnTo>
                <a:lnTo>
                  <a:pt x="1729739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656207" y="4641314"/>
            <a:ext cx="10642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lle</a:t>
            </a:r>
            <a:r>
              <a:rPr sz="2000" spc="-10" dirty="0"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85060" y="3238500"/>
            <a:ext cx="1490981" cy="1176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AC61B31-CCF1-1457-9E40-10B463A932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8201" y="6365549"/>
            <a:ext cx="420999" cy="187651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30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8064" y="4809838"/>
            <a:ext cx="2142490" cy="575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500" i="1" dirty="0">
                <a:latin typeface="Times New Roman"/>
                <a:cs typeface="Times New Roman"/>
              </a:rPr>
              <a:t>U</a:t>
            </a:r>
            <a:r>
              <a:rPr sz="3500" i="1" spc="37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Symbol"/>
                <a:cs typeface="Symbol"/>
              </a:rPr>
              <a:t></a:t>
            </a:r>
            <a:r>
              <a:rPr sz="3500" spc="50" dirty="0">
                <a:latin typeface="Times New Roman"/>
                <a:cs typeface="Times New Roman"/>
              </a:rPr>
              <a:t> </a:t>
            </a:r>
            <a:r>
              <a:rPr sz="3500" i="1" spc="490" dirty="0">
                <a:latin typeface="Times New Roman"/>
                <a:cs typeface="Times New Roman"/>
              </a:rPr>
              <a:t>K</a:t>
            </a:r>
            <a:r>
              <a:rPr sz="3975" i="1" spc="-22" baseline="-18867" dirty="0">
                <a:latin typeface="Times New Roman"/>
                <a:cs typeface="Times New Roman"/>
              </a:rPr>
              <a:t>p</a:t>
            </a:r>
            <a:r>
              <a:rPr sz="3975" i="1" spc="172" baseline="-18867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Symbol"/>
                <a:cs typeface="Symbol"/>
              </a:rPr>
              <a:t></a:t>
            </a:r>
            <a:r>
              <a:rPr sz="3500" spc="-27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D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5166" y="4879097"/>
            <a:ext cx="262763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(C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m)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993" y="5666945"/>
            <a:ext cx="8154670" cy="806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820" indent="-325120">
              <a:lnSpc>
                <a:spcPct val="100000"/>
              </a:lnSpc>
              <a:buFont typeface="Calibri"/>
              <a:buAutoNum type="arabicPeriod"/>
              <a:tabLst>
                <a:tab pos="338455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ect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(he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l)</a:t>
            </a:r>
            <a:endParaRPr sz="2600">
              <a:latin typeface="Calibri"/>
              <a:cs typeface="Calibri"/>
            </a:endParaRPr>
          </a:p>
          <a:p>
            <a:pPr marL="337820" indent="-325120">
              <a:lnSpc>
                <a:spcPct val="100000"/>
              </a:lnSpc>
              <a:buFont typeface="Calibri"/>
              <a:buAutoNum type="arabicPeriod"/>
              <a:tabLst>
                <a:tab pos="338455" algn="l"/>
              </a:tabLst>
            </a:pP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imi</a:t>
            </a:r>
            <a:r>
              <a:rPr sz="2600" spc="-15" dirty="0">
                <a:latin typeface="Calibri"/>
                <a:cs typeface="Calibri"/>
              </a:rPr>
              <a:t>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“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nu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i="1" spc="-30" dirty="0">
                <a:latin typeface="Calibri"/>
                <a:cs typeface="Calibri"/>
              </a:rPr>
              <a:t>K</a:t>
            </a:r>
            <a:r>
              <a:rPr sz="2625" i="1" spc="-7" baseline="-20634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567" y="728606"/>
            <a:ext cx="36195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r>
              <a:rPr sz="3400" spc="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0305" y="4178729"/>
            <a:ext cx="55499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10" dirty="0">
                <a:latin typeface="Calibri"/>
                <a:cs typeface="Calibri"/>
              </a:rPr>
              <a:t>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17770" y="2569214"/>
            <a:ext cx="1998980" cy="1501140"/>
          </a:xfrm>
          <a:custGeom>
            <a:avLst/>
            <a:gdLst/>
            <a:ahLst/>
            <a:cxnLst/>
            <a:rect l="l" t="t" r="r" b="b"/>
            <a:pathLst>
              <a:path w="1998979" h="1501139">
                <a:moveTo>
                  <a:pt x="0" y="1501139"/>
                </a:moveTo>
                <a:lnTo>
                  <a:pt x="1998975" y="1501139"/>
                </a:lnTo>
                <a:lnTo>
                  <a:pt x="1998975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17770" y="2569214"/>
            <a:ext cx="1998980" cy="1501140"/>
          </a:xfrm>
          <a:custGeom>
            <a:avLst/>
            <a:gdLst/>
            <a:ahLst/>
            <a:cxnLst/>
            <a:rect l="l" t="t" r="r" b="b"/>
            <a:pathLst>
              <a:path w="1998979" h="1501139">
                <a:moveTo>
                  <a:pt x="0" y="1501139"/>
                </a:moveTo>
                <a:lnTo>
                  <a:pt x="1998975" y="1501139"/>
                </a:lnTo>
                <a:lnTo>
                  <a:pt x="1998975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16739" y="3356610"/>
            <a:ext cx="1034415" cy="1905"/>
          </a:xfrm>
          <a:custGeom>
            <a:avLst/>
            <a:gdLst/>
            <a:ahLst/>
            <a:cxnLst/>
            <a:rect l="l" t="t" r="r" b="b"/>
            <a:pathLst>
              <a:path w="1034415" h="1904">
                <a:moveTo>
                  <a:pt x="0" y="0"/>
                </a:moveTo>
                <a:lnTo>
                  <a:pt x="1033851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36199" y="329129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182" y="0"/>
                </a:moveTo>
                <a:lnTo>
                  <a:pt x="114391" y="6684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24639" y="3356610"/>
            <a:ext cx="962660" cy="1905"/>
          </a:xfrm>
          <a:custGeom>
            <a:avLst/>
            <a:gdLst/>
            <a:ahLst/>
            <a:cxnLst/>
            <a:rect l="l" t="t" r="r" b="b"/>
            <a:pathLst>
              <a:path w="962660" h="1904">
                <a:moveTo>
                  <a:pt x="0" y="0"/>
                </a:moveTo>
                <a:lnTo>
                  <a:pt x="962405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72624" y="329129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13" y="0"/>
                </a:moveTo>
                <a:lnTo>
                  <a:pt x="114421" y="6684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32414" y="2835876"/>
            <a:ext cx="32512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X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7363" y="2815560"/>
            <a:ext cx="377825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spc="-30" dirty="0">
                <a:latin typeface="Times New Roman"/>
                <a:cs typeface="Times New Roman"/>
              </a:rPr>
              <a:t>U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99204" y="2126700"/>
            <a:ext cx="139954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" marR="5080" indent="-762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29370" y="1934425"/>
            <a:ext cx="124206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60" marR="5080" indent="-27686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npu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Si</a:t>
            </a:r>
            <a:r>
              <a:rPr sz="2000" spc="-15" dirty="0">
                <a:latin typeface="Calibri"/>
                <a:cs typeface="Calibri"/>
              </a:rPr>
              <a:t>g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02514" y="2586990"/>
            <a:ext cx="1729739" cy="1498600"/>
          </a:xfrm>
          <a:custGeom>
            <a:avLst/>
            <a:gdLst/>
            <a:ahLst/>
            <a:cxnLst/>
            <a:rect l="l" t="t" r="r" b="b"/>
            <a:pathLst>
              <a:path w="1729739" h="1498600">
                <a:moveTo>
                  <a:pt x="0" y="1498604"/>
                </a:moveTo>
                <a:lnTo>
                  <a:pt x="1729739" y="1498604"/>
                </a:lnTo>
                <a:lnTo>
                  <a:pt x="1729739" y="0"/>
                </a:lnTo>
                <a:lnTo>
                  <a:pt x="0" y="0"/>
                </a:lnTo>
                <a:lnTo>
                  <a:pt x="0" y="1498604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02514" y="2586990"/>
            <a:ext cx="1729739" cy="1498600"/>
          </a:xfrm>
          <a:custGeom>
            <a:avLst/>
            <a:gdLst/>
            <a:ahLst/>
            <a:cxnLst/>
            <a:rect l="l" t="t" r="r" b="b"/>
            <a:pathLst>
              <a:path w="1729739" h="1498600">
                <a:moveTo>
                  <a:pt x="0" y="1498604"/>
                </a:moveTo>
                <a:lnTo>
                  <a:pt x="1729739" y="1498604"/>
                </a:lnTo>
                <a:lnTo>
                  <a:pt x="1729739" y="0"/>
                </a:lnTo>
                <a:lnTo>
                  <a:pt x="0" y="0"/>
                </a:lnTo>
                <a:lnTo>
                  <a:pt x="0" y="1498604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3909" y="3356610"/>
            <a:ext cx="1463040" cy="1905"/>
          </a:xfrm>
          <a:custGeom>
            <a:avLst/>
            <a:gdLst/>
            <a:ahLst/>
            <a:cxnLst/>
            <a:rect l="l" t="t" r="r" b="b"/>
            <a:pathLst>
              <a:path w="1463039" h="1904">
                <a:moveTo>
                  <a:pt x="0" y="0"/>
                </a:moveTo>
                <a:lnTo>
                  <a:pt x="1462479" y="155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52006" y="3291352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155" y="0"/>
                </a:moveTo>
                <a:lnTo>
                  <a:pt x="114382" y="6681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91662" y="2090695"/>
            <a:ext cx="1529080" cy="1261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85" marR="5080" indent="-7112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R="131445" algn="ctr">
              <a:lnSpc>
                <a:spcPct val="100000"/>
              </a:lnSpc>
              <a:spcBef>
                <a:spcPts val="825"/>
              </a:spcBef>
            </a:pPr>
            <a:r>
              <a:rPr sz="3850" i="1" dirty="0">
                <a:latin typeface="Times New Roman"/>
                <a:cs typeface="Times New Roman"/>
              </a:rPr>
              <a:t>D</a:t>
            </a:r>
            <a:endParaRPr sz="385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48730" y="4150129"/>
            <a:ext cx="10642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lle</a:t>
            </a:r>
            <a:r>
              <a:rPr sz="2000" spc="-10" dirty="0"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44967" y="3019161"/>
            <a:ext cx="655320" cy="640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K</a:t>
            </a:r>
            <a:r>
              <a:rPr sz="3850" i="1" spc="-345" dirty="0">
                <a:latin typeface="Times New Roman"/>
                <a:cs typeface="Times New Roman"/>
              </a:rPr>
              <a:t> </a:t>
            </a:r>
            <a:r>
              <a:rPr sz="5325" i="1" spc="-30" baseline="-16431" dirty="0">
                <a:latin typeface="Times New Roman"/>
                <a:cs typeface="Times New Roman"/>
              </a:rPr>
              <a:t>p</a:t>
            </a:r>
            <a:endParaRPr sz="5325" baseline="-1643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506730" y="2743200"/>
            <a:ext cx="1130295" cy="1127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2E175EF-3F2A-D648-7FCF-CDC89418F6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42001" y="6346294"/>
            <a:ext cx="573399" cy="283106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31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479933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Z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urban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92480" y="2288462"/>
            <a:ext cx="4126865" cy="789305"/>
          </a:xfrm>
          <a:custGeom>
            <a:avLst/>
            <a:gdLst/>
            <a:ahLst/>
            <a:cxnLst/>
            <a:rect l="l" t="t" r="r" b="b"/>
            <a:pathLst>
              <a:path w="4126865" h="789305">
                <a:moveTo>
                  <a:pt x="0" y="788706"/>
                </a:moveTo>
                <a:lnTo>
                  <a:pt x="4126290" y="788706"/>
                </a:lnTo>
                <a:lnTo>
                  <a:pt x="4126290" y="0"/>
                </a:lnTo>
                <a:lnTo>
                  <a:pt x="0" y="0"/>
                </a:lnTo>
                <a:lnTo>
                  <a:pt x="0" y="7887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92454" y="2288460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18731" y="228847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92454" y="3077157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82951" y="2283676"/>
            <a:ext cx="4154794" cy="7982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49165" y="3029667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49165" y="3029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49165" y="2297952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49165" y="233598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84374" y="31148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5978" y="3029667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5978" y="3029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75978" y="2297952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75978" y="233598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411183" y="31148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12303" y="3029667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12303" y="3029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12303" y="2297952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12303" y="233598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47517" y="3114791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39117" y="3029667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39117" y="302963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39117" y="2297952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39117" y="233598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474338" y="3114791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32584" y="2269072"/>
            <a:ext cx="234950" cy="852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22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1650" spc="-10" dirty="0">
                <a:latin typeface="Times New Roman"/>
                <a:cs typeface="Times New Roman"/>
              </a:rPr>
              <a:t>20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650" spc="-10" dirty="0">
                <a:latin typeface="Times New Roman"/>
                <a:cs typeface="Times New Roman"/>
              </a:rPr>
              <a:t>18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92480" y="2687563"/>
            <a:ext cx="4135754" cy="0"/>
          </a:xfrm>
          <a:custGeom>
            <a:avLst/>
            <a:gdLst/>
            <a:ahLst/>
            <a:cxnLst/>
            <a:rect l="l" t="t" r="r" b="b"/>
            <a:pathLst>
              <a:path w="4135754">
                <a:moveTo>
                  <a:pt x="0" y="0"/>
                </a:moveTo>
                <a:lnTo>
                  <a:pt x="4135763" y="0"/>
                </a:lnTo>
              </a:path>
            </a:pathLst>
          </a:custGeom>
          <a:ln w="1900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92480" y="3485769"/>
            <a:ext cx="4126865" cy="789305"/>
          </a:xfrm>
          <a:custGeom>
            <a:avLst/>
            <a:gdLst/>
            <a:ahLst/>
            <a:cxnLst/>
            <a:rect l="l" t="t" r="r" b="b"/>
            <a:pathLst>
              <a:path w="4126865" h="789304">
                <a:moveTo>
                  <a:pt x="0" y="788694"/>
                </a:moveTo>
                <a:lnTo>
                  <a:pt x="4126290" y="788694"/>
                </a:lnTo>
                <a:lnTo>
                  <a:pt x="4126290" y="0"/>
                </a:lnTo>
                <a:lnTo>
                  <a:pt x="0" y="0"/>
                </a:lnTo>
                <a:lnTo>
                  <a:pt x="0" y="788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92454" y="3485767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18731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92454" y="4274457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18731" y="42744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18746" y="3485767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696"/>
                </a:moveTo>
                <a:lnTo>
                  <a:pt x="0" y="0"/>
                </a:lnTo>
              </a:path>
            </a:pathLst>
          </a:custGeom>
          <a:ln w="95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418731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292454" y="3485767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696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292454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18731" y="42744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292454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49165" y="4226958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49165" y="42269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49165" y="3485767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49165" y="35237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384374" y="4312098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575978" y="4226946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575978" y="42269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75978" y="3485767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575978" y="35237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411183" y="4312098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612303" y="4226946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612303" y="42269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612303" y="3485767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612303" y="35237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447517" y="4312098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639117" y="4226946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639117" y="42269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639117" y="3485767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639117" y="35237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474338" y="4312098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330503" y="42744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371200" y="42744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292454" y="387535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49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330503" y="38753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371200" y="387535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371200" y="38753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330503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371200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2975548" y="3380856"/>
            <a:ext cx="292100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5</a:t>
            </a:r>
            <a:endParaRPr sz="1650">
              <a:latin typeface="Times New Roman"/>
              <a:cs typeface="Times New Roman"/>
            </a:endParaRPr>
          </a:p>
          <a:p>
            <a:pPr marL="173990">
              <a:lnSpc>
                <a:spcPct val="100000"/>
              </a:lnSpc>
              <a:spcBef>
                <a:spcPts val="1160"/>
              </a:spcBef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418761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418761" y="42744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418761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292454" y="34857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292480" y="3875365"/>
            <a:ext cx="4135754" cy="0"/>
          </a:xfrm>
          <a:custGeom>
            <a:avLst/>
            <a:gdLst/>
            <a:ahLst/>
            <a:cxnLst/>
            <a:rect l="l" t="t" r="r" b="b"/>
            <a:pathLst>
              <a:path w="4135754">
                <a:moveTo>
                  <a:pt x="0" y="0"/>
                </a:moveTo>
                <a:lnTo>
                  <a:pt x="4135763" y="0"/>
                </a:lnTo>
              </a:path>
            </a:pathLst>
          </a:custGeom>
          <a:ln w="19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292480" y="4683059"/>
            <a:ext cx="4126865" cy="789305"/>
          </a:xfrm>
          <a:custGeom>
            <a:avLst/>
            <a:gdLst/>
            <a:ahLst/>
            <a:cxnLst/>
            <a:rect l="l" t="t" r="r" b="b"/>
            <a:pathLst>
              <a:path w="4126865" h="789304">
                <a:moveTo>
                  <a:pt x="0" y="788706"/>
                </a:moveTo>
                <a:lnTo>
                  <a:pt x="4126290" y="788706"/>
                </a:lnTo>
                <a:lnTo>
                  <a:pt x="4126290" y="0"/>
                </a:lnTo>
                <a:lnTo>
                  <a:pt x="0" y="0"/>
                </a:lnTo>
                <a:lnTo>
                  <a:pt x="0" y="7887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292454" y="4683062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418731" y="46830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292454" y="5471760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418731" y="54717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418746" y="4683051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715"/>
                </a:moveTo>
                <a:lnTo>
                  <a:pt x="0" y="0"/>
                </a:lnTo>
              </a:path>
            </a:pathLst>
          </a:custGeom>
          <a:ln w="95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418731" y="46830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292454" y="4683051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71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292454" y="46830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418731" y="54717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292454" y="46830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549165" y="5424249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549165" y="542424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549165" y="46830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19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549165" y="472108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384374" y="5509398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575978" y="5424249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575978" y="542424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575978" y="46830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19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575978" y="472108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4411183" y="5509398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612303" y="5424249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612303" y="542424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612303" y="46830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07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612303" y="47210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639117" y="5424249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639117" y="542424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639117" y="46830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07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639117" y="47210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292454" y="531972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49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330503" y="53197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371200" y="531971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371200" y="531971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292454" y="507265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49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330503" y="50726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371200" y="5072658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371200" y="50726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292454" y="482559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49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330503" y="48255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371200" y="482559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371200" y="48255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418761" y="46830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418761" y="54717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418761" y="46830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292454" y="46830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292480" y="5072670"/>
            <a:ext cx="4135754" cy="0"/>
          </a:xfrm>
          <a:custGeom>
            <a:avLst/>
            <a:gdLst/>
            <a:ahLst/>
            <a:cxnLst/>
            <a:rect l="l" t="t" r="r" b="b"/>
            <a:pathLst>
              <a:path w="4135754">
                <a:moveTo>
                  <a:pt x="0" y="0"/>
                </a:moveTo>
                <a:lnTo>
                  <a:pt x="4135763" y="0"/>
                </a:lnTo>
              </a:path>
            </a:pathLst>
          </a:custGeom>
          <a:ln w="19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4991142" y="5509398"/>
            <a:ext cx="79565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8630">
              <a:lnSpc>
                <a:spcPts val="1889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ts val="1889"/>
              </a:lnSpc>
            </a:pPr>
            <a:r>
              <a:rPr sz="1650" spc="20" dirty="0">
                <a:latin typeface="Times New Roman"/>
                <a:cs typeface="Times New Roman"/>
              </a:rPr>
              <a:t>s</a:t>
            </a:r>
            <a:r>
              <a:rPr sz="1650" spc="0" dirty="0">
                <a:latin typeface="Times New Roman"/>
                <a:cs typeface="Times New Roman"/>
              </a:rPr>
              <a:t>a</a:t>
            </a:r>
            <a:r>
              <a:rPr sz="1650" spc="-100" dirty="0">
                <a:latin typeface="Times New Roman"/>
                <a:cs typeface="Times New Roman"/>
              </a:rPr>
              <a:t>m</a:t>
            </a:r>
            <a:r>
              <a:rPr sz="1650" spc="-10" dirty="0">
                <a:latin typeface="Times New Roman"/>
                <a:cs typeface="Times New Roman"/>
              </a:rPr>
              <a:t>p</a:t>
            </a:r>
            <a:r>
              <a:rPr sz="1650" spc="-15" dirty="0">
                <a:latin typeface="Times New Roman"/>
                <a:cs typeface="Times New Roman"/>
              </a:rPr>
              <a:t>l</a:t>
            </a:r>
            <a:r>
              <a:rPr sz="1650" spc="0" dirty="0">
                <a:latin typeface="Times New Roman"/>
                <a:cs typeface="Times New Roman"/>
              </a:rPr>
              <a:t>es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6474338" y="5509398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804403" y="4720695"/>
            <a:ext cx="462915" cy="728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964"/>
              </a:lnSpc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05</a:t>
            </a:r>
            <a:endParaRPr sz="1650">
              <a:latin typeface="Times New Roman"/>
              <a:cs typeface="Times New Roman"/>
            </a:endParaRPr>
          </a:p>
          <a:p>
            <a:pPr marR="5080" algn="r">
              <a:lnSpc>
                <a:spcPts val="1945"/>
              </a:lnSpc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  <a:p>
            <a:pPr marR="5080" algn="r">
              <a:lnSpc>
                <a:spcPts val="1964"/>
              </a:lnSpc>
            </a:pPr>
            <a:r>
              <a:rPr sz="1650" spc="-35" dirty="0">
                <a:latin typeface="Times New Roman"/>
                <a:cs typeface="Times New Roman"/>
              </a:rPr>
              <a:t>-</a:t>
            </a: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05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873899" y="2630966"/>
            <a:ext cx="76962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238129" y="3773967"/>
            <a:ext cx="13970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63152" y="4975642"/>
            <a:ext cx="192151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tu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ce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30" dirty="0">
                <a:latin typeface="Calibri"/>
                <a:cs typeface="Calibri"/>
              </a:rPr>
              <a:t>z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9" name="Slide Number Placeholder 128">
            <a:extLst>
              <a:ext uri="{FF2B5EF4-FFF2-40B4-BE49-F238E27FC236}">
                <a16:creationId xmlns:a16="http://schemas.microsoft.com/office/drawing/2014/main" id="{A526C13C-A31B-9565-1CFA-6169A11404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82000" y="6286501"/>
            <a:ext cx="397516" cy="342899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32</a:t>
            </a:fld>
            <a:endParaRPr lang="en-US" spc="-10" dirty="0">
              <a:latin typeface="Calibri"/>
              <a:cs typeface="Calibri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381B6BD-BC05-0279-9CD1-E95C33E5F128}"/>
              </a:ext>
            </a:extLst>
          </p:cNvPr>
          <p:cNvSpPr txBox="1"/>
          <p:nvPr/>
        </p:nvSpPr>
        <p:spPr>
          <a:xfrm>
            <a:off x="7371200" y="5744348"/>
            <a:ext cx="79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/>
              <a:t>Kp</a:t>
            </a:r>
            <a:r>
              <a:rPr lang="en-NZ" dirty="0"/>
              <a:t>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50863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qua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62275" y="2414805"/>
            <a:ext cx="4126865" cy="779780"/>
          </a:xfrm>
          <a:custGeom>
            <a:avLst/>
            <a:gdLst/>
            <a:ahLst/>
            <a:cxnLst/>
            <a:rect l="l" t="t" r="r" b="b"/>
            <a:pathLst>
              <a:path w="4126865" h="779780">
                <a:moveTo>
                  <a:pt x="0" y="779193"/>
                </a:moveTo>
                <a:lnTo>
                  <a:pt x="4126290" y="779193"/>
                </a:lnTo>
                <a:lnTo>
                  <a:pt x="4126290" y="0"/>
                </a:lnTo>
                <a:lnTo>
                  <a:pt x="0" y="0"/>
                </a:lnTo>
                <a:lnTo>
                  <a:pt x="0" y="7791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62260" y="2414796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283" y="0"/>
                </a:lnTo>
              </a:path>
            </a:pathLst>
          </a:custGeom>
          <a:ln w="9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88544" y="24148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62260" y="3194001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283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2756" y="2410021"/>
            <a:ext cx="4154803" cy="7887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10524" y="3231631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11651" y="241481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11651" y="24528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46857" y="3231631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73678" y="3231631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74789" y="241481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74789" y="24528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10012" y="3231631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2397" y="2404911"/>
            <a:ext cx="234950" cy="757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25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10" dirty="0">
                <a:latin typeface="Times New Roman"/>
                <a:cs typeface="Times New Roman"/>
              </a:rPr>
              <a:t>20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650" spc="-10" dirty="0">
                <a:latin typeface="Times New Roman"/>
                <a:cs typeface="Times New Roman"/>
              </a:rPr>
              <a:t>15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62275" y="2775900"/>
            <a:ext cx="4136390" cy="0"/>
          </a:xfrm>
          <a:custGeom>
            <a:avLst/>
            <a:gdLst/>
            <a:ahLst/>
            <a:cxnLst/>
            <a:rect l="l" t="t" r="r" b="b"/>
            <a:pathLst>
              <a:path w="4136390">
                <a:moveTo>
                  <a:pt x="0" y="0"/>
                </a:moveTo>
                <a:lnTo>
                  <a:pt x="4135781" y="0"/>
                </a:lnTo>
              </a:path>
            </a:pathLst>
          </a:custGeom>
          <a:ln w="1900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62275" y="3602604"/>
            <a:ext cx="4126865" cy="789305"/>
          </a:xfrm>
          <a:custGeom>
            <a:avLst/>
            <a:gdLst/>
            <a:ahLst/>
            <a:cxnLst/>
            <a:rect l="l" t="t" r="r" b="b"/>
            <a:pathLst>
              <a:path w="4126865" h="789304">
                <a:moveTo>
                  <a:pt x="0" y="788706"/>
                </a:moveTo>
                <a:lnTo>
                  <a:pt x="4126290" y="788706"/>
                </a:lnTo>
                <a:lnTo>
                  <a:pt x="4126290" y="0"/>
                </a:lnTo>
                <a:lnTo>
                  <a:pt x="0" y="0"/>
                </a:lnTo>
                <a:lnTo>
                  <a:pt x="0" y="7887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62260" y="3602610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283" y="0"/>
                </a:lnTo>
              </a:path>
            </a:pathLst>
          </a:custGeom>
          <a:ln w="9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88544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62260" y="4391299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283" y="0"/>
                </a:lnTo>
              </a:path>
            </a:pathLst>
          </a:custGeom>
          <a:ln w="95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88544" y="43913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88544" y="3602595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71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88544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62266" y="3602595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715"/>
                </a:moveTo>
                <a:lnTo>
                  <a:pt x="0" y="0"/>
                </a:lnTo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62260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88544" y="43913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62260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75325" y="4343792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675325" y="43437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75325" y="360259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75325" y="36406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10524" y="4428937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11651" y="4343792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11651" y="43437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11651" y="360259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711651" y="36406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546857" y="4428925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738464" y="4343792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38464" y="43437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738464" y="360259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738464" y="36406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573678" y="4428925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774789" y="4343780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774789" y="434378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774789" y="360259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774789" y="36406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610012" y="4428925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000300" y="439129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41012" y="439129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2273" y="399220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000300" y="3992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041012" y="399219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041012" y="39921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00300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041012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088544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088544" y="43912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088544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62273" y="360259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962275" y="3992214"/>
            <a:ext cx="4136390" cy="0"/>
          </a:xfrm>
          <a:custGeom>
            <a:avLst/>
            <a:gdLst/>
            <a:ahLst/>
            <a:cxnLst/>
            <a:rect l="l" t="t" r="r" b="b"/>
            <a:pathLst>
              <a:path w="4136390">
                <a:moveTo>
                  <a:pt x="0" y="0"/>
                </a:moveTo>
                <a:lnTo>
                  <a:pt x="4135781" y="0"/>
                </a:lnTo>
              </a:path>
            </a:pathLst>
          </a:custGeom>
          <a:ln w="19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962275" y="4799908"/>
            <a:ext cx="4126865" cy="789305"/>
          </a:xfrm>
          <a:custGeom>
            <a:avLst/>
            <a:gdLst/>
            <a:ahLst/>
            <a:cxnLst/>
            <a:rect l="l" t="t" r="r" b="b"/>
            <a:pathLst>
              <a:path w="4126865" h="789304">
                <a:moveTo>
                  <a:pt x="0" y="788694"/>
                </a:moveTo>
                <a:lnTo>
                  <a:pt x="4126290" y="788694"/>
                </a:lnTo>
                <a:lnTo>
                  <a:pt x="4126290" y="0"/>
                </a:lnTo>
                <a:lnTo>
                  <a:pt x="0" y="0"/>
                </a:lnTo>
                <a:lnTo>
                  <a:pt x="0" y="788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962260" y="4799904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283" y="0"/>
                </a:lnTo>
              </a:path>
            </a:pathLst>
          </a:custGeom>
          <a:ln w="95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088544" y="47999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962260" y="5588598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283" y="0"/>
                </a:lnTo>
              </a:path>
            </a:pathLst>
          </a:custGeom>
          <a:ln w="95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088544" y="55886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088544" y="4799898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706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088544" y="47999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962266" y="4799898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706"/>
                </a:moveTo>
                <a:lnTo>
                  <a:pt x="0" y="0"/>
                </a:lnTo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962260" y="47999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088544" y="55886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962260" y="47999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675325" y="5541098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675325" y="55410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675325" y="4799910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04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675325" y="48379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3510524" y="5626235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4711651" y="5541086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711651" y="55410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711651" y="4799910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04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711651" y="48379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738464" y="5541086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738464" y="55410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738464" y="479989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16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738464" y="48379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774789" y="5541086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774789" y="55410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774789" y="479989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16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774789" y="48379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962273" y="543656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000300" y="54365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041012" y="543656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041012" y="54365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962273" y="518949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000300" y="51894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041012" y="5189492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041012" y="51894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962273" y="494242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000300" y="49424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041012" y="4942429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041012" y="49424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088544" y="479989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088544" y="55885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088544" y="479989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962273" y="479989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962275" y="4942450"/>
            <a:ext cx="1198245" cy="494665"/>
          </a:xfrm>
          <a:custGeom>
            <a:avLst/>
            <a:gdLst/>
            <a:ahLst/>
            <a:cxnLst/>
            <a:rect l="l" t="t" r="r" b="b"/>
            <a:pathLst>
              <a:path w="1198245" h="494664">
                <a:moveTo>
                  <a:pt x="14" y="494121"/>
                </a:moveTo>
                <a:lnTo>
                  <a:pt x="14" y="494121"/>
                </a:lnTo>
                <a:lnTo>
                  <a:pt x="408822" y="494121"/>
                </a:lnTo>
                <a:lnTo>
                  <a:pt x="408822" y="0"/>
                </a:lnTo>
                <a:lnTo>
                  <a:pt x="1188437" y="0"/>
                </a:lnTo>
                <a:lnTo>
                  <a:pt x="1197949" y="0"/>
                </a:lnTo>
              </a:path>
            </a:pathLst>
          </a:custGeom>
          <a:ln w="190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160210" y="4942450"/>
            <a:ext cx="1207770" cy="494665"/>
          </a:xfrm>
          <a:custGeom>
            <a:avLst/>
            <a:gdLst/>
            <a:ahLst/>
            <a:cxnLst/>
            <a:rect l="l" t="t" r="r" b="b"/>
            <a:pathLst>
              <a:path w="1207770" h="494664">
                <a:moveTo>
                  <a:pt x="0" y="0"/>
                </a:moveTo>
                <a:lnTo>
                  <a:pt x="0" y="0"/>
                </a:lnTo>
                <a:lnTo>
                  <a:pt x="237686" y="0"/>
                </a:lnTo>
                <a:lnTo>
                  <a:pt x="247198" y="494121"/>
                </a:lnTo>
                <a:lnTo>
                  <a:pt x="1197943" y="494121"/>
                </a:lnTo>
                <a:lnTo>
                  <a:pt x="1207455" y="494121"/>
                </a:lnTo>
              </a:path>
            </a:pathLst>
          </a:custGeom>
          <a:ln w="190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367666" y="4942450"/>
            <a:ext cx="1198245" cy="494665"/>
          </a:xfrm>
          <a:custGeom>
            <a:avLst/>
            <a:gdLst/>
            <a:ahLst/>
            <a:cxnLst/>
            <a:rect l="l" t="t" r="r" b="b"/>
            <a:pathLst>
              <a:path w="1198245" h="494664">
                <a:moveTo>
                  <a:pt x="0" y="494121"/>
                </a:moveTo>
                <a:lnTo>
                  <a:pt x="0" y="494121"/>
                </a:lnTo>
                <a:lnTo>
                  <a:pt x="66555" y="494121"/>
                </a:lnTo>
                <a:lnTo>
                  <a:pt x="66555" y="0"/>
                </a:lnTo>
                <a:lnTo>
                  <a:pt x="1093368" y="0"/>
                </a:lnTo>
                <a:lnTo>
                  <a:pt x="1102881" y="494121"/>
                </a:lnTo>
                <a:lnTo>
                  <a:pt x="1188461" y="494121"/>
                </a:lnTo>
                <a:lnTo>
                  <a:pt x="1197943" y="494121"/>
                </a:lnTo>
              </a:path>
            </a:pathLst>
          </a:custGeom>
          <a:ln w="190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565610" y="5436572"/>
            <a:ext cx="532765" cy="0"/>
          </a:xfrm>
          <a:custGeom>
            <a:avLst/>
            <a:gdLst/>
            <a:ahLst/>
            <a:cxnLst/>
            <a:rect l="l" t="t" r="r" b="b"/>
            <a:pathLst>
              <a:path w="532765">
                <a:moveTo>
                  <a:pt x="0" y="0"/>
                </a:moveTo>
                <a:lnTo>
                  <a:pt x="0" y="0"/>
                </a:lnTo>
                <a:lnTo>
                  <a:pt x="522934" y="0"/>
                </a:lnTo>
                <a:lnTo>
                  <a:pt x="532446" y="0"/>
                </a:lnTo>
              </a:path>
            </a:pathLst>
          </a:custGeom>
          <a:ln w="19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125986" y="3497696"/>
            <a:ext cx="1811020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735"/>
              </a:spcBef>
              <a:tabLst>
                <a:tab pos="1518920" algn="l"/>
              </a:tabLst>
            </a:pPr>
            <a:r>
              <a:rPr sz="3000" spc="-15" baseline="1388" dirty="0">
                <a:latin typeface="Calibri"/>
                <a:cs typeface="Calibri"/>
              </a:rPr>
              <a:t>C</a:t>
            </a:r>
            <a:r>
              <a:rPr sz="3000" spc="7" baseline="1388" dirty="0">
                <a:latin typeface="Calibri"/>
                <a:cs typeface="Calibri"/>
              </a:rPr>
              <a:t>o</a:t>
            </a:r>
            <a:r>
              <a:rPr sz="3000" spc="-22" baseline="1388" dirty="0">
                <a:latin typeface="Calibri"/>
                <a:cs typeface="Calibri"/>
              </a:rPr>
              <a:t>n</a:t>
            </a:r>
            <a:r>
              <a:rPr sz="3000" baseline="1388" dirty="0">
                <a:latin typeface="Calibri"/>
                <a:cs typeface="Calibri"/>
              </a:rPr>
              <a:t>t</a:t>
            </a:r>
            <a:r>
              <a:rPr sz="3000" spc="-75" baseline="1388" dirty="0">
                <a:latin typeface="Calibri"/>
                <a:cs typeface="Calibri"/>
              </a:rPr>
              <a:t>r</a:t>
            </a:r>
            <a:r>
              <a:rPr sz="3000" spc="7" baseline="1388" dirty="0">
                <a:latin typeface="Calibri"/>
                <a:cs typeface="Calibri"/>
              </a:rPr>
              <a:t>o</a:t>
            </a:r>
            <a:r>
              <a:rPr sz="3000" baseline="1388" dirty="0">
                <a:latin typeface="Calibri"/>
                <a:cs typeface="Calibri"/>
              </a:rPr>
              <a:t>l</a:t>
            </a:r>
            <a:r>
              <a:rPr sz="3000" spc="-120" baseline="1388" dirty="0">
                <a:latin typeface="Times New Roman"/>
                <a:cs typeface="Times New Roman"/>
              </a:rPr>
              <a:t> </a:t>
            </a:r>
            <a:r>
              <a:rPr sz="3000" spc="-15" baseline="1388" dirty="0">
                <a:latin typeface="Calibri"/>
                <a:cs typeface="Calibri"/>
              </a:rPr>
              <a:t>I</a:t>
            </a:r>
            <a:r>
              <a:rPr sz="3000" spc="7" baseline="1388" dirty="0">
                <a:latin typeface="Calibri"/>
                <a:cs typeface="Calibri"/>
              </a:rPr>
              <a:t>npu</a:t>
            </a:r>
            <a:r>
              <a:rPr sz="3000" baseline="1388" dirty="0">
                <a:latin typeface="Calibri"/>
                <a:cs typeface="Calibri"/>
              </a:rPr>
              <a:t>t</a:t>
            </a:r>
            <a:r>
              <a:rPr sz="3000" baseline="1388" dirty="0">
                <a:latin typeface="Times New Roman"/>
                <a:cs typeface="Times New Roman"/>
              </a:rPr>
              <a:t>	</a:t>
            </a: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5</a:t>
            </a:r>
            <a:endParaRPr sz="16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090"/>
              </a:spcBef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546857" y="5626235"/>
            <a:ext cx="77470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  <a:p>
            <a:pPr marL="173990">
              <a:lnSpc>
                <a:spcPts val="1889"/>
              </a:lnSpc>
            </a:pPr>
            <a:r>
              <a:rPr sz="1650" spc="20" dirty="0">
                <a:latin typeface="Times New Roman"/>
                <a:cs typeface="Times New Roman"/>
              </a:rPr>
              <a:t>s</a:t>
            </a:r>
            <a:r>
              <a:rPr sz="1650" spc="0" dirty="0">
                <a:latin typeface="Times New Roman"/>
                <a:cs typeface="Times New Roman"/>
              </a:rPr>
              <a:t>a</a:t>
            </a:r>
            <a:r>
              <a:rPr sz="1650" spc="-100" dirty="0">
                <a:latin typeface="Times New Roman"/>
                <a:cs typeface="Times New Roman"/>
              </a:rPr>
              <a:t>m</a:t>
            </a:r>
            <a:r>
              <a:rPr sz="1650" spc="-10" dirty="0">
                <a:latin typeface="Times New Roman"/>
                <a:cs typeface="Times New Roman"/>
              </a:rPr>
              <a:t>p</a:t>
            </a:r>
            <a:r>
              <a:rPr sz="1650" spc="-15" dirty="0">
                <a:latin typeface="Times New Roman"/>
                <a:cs typeface="Times New Roman"/>
              </a:rPr>
              <a:t>l</a:t>
            </a:r>
            <a:r>
              <a:rPr sz="1650" spc="-10" dirty="0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573678" y="5626235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610012" y="5626235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474203" y="5331667"/>
            <a:ext cx="46291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35" dirty="0">
                <a:latin typeface="Times New Roman"/>
                <a:cs typeface="Times New Roman"/>
              </a:rPr>
              <a:t>-</a:t>
            </a: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05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540764" y="4837522"/>
            <a:ext cx="396240" cy="48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964"/>
              </a:lnSpc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05</a:t>
            </a:r>
            <a:endParaRPr sz="1650">
              <a:latin typeface="Times New Roman"/>
              <a:cs typeface="Times New Roman"/>
            </a:endParaRPr>
          </a:p>
          <a:p>
            <a:pPr marR="5080" algn="r">
              <a:lnSpc>
                <a:spcPts val="1964"/>
              </a:lnSpc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761745" y="2715409"/>
            <a:ext cx="76962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259336" y="5072777"/>
            <a:ext cx="127254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tu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0" name="Slide Number Placeholder 119">
            <a:extLst>
              <a:ext uri="{FF2B5EF4-FFF2-40B4-BE49-F238E27FC236}">
                <a16:creationId xmlns:a16="http://schemas.microsoft.com/office/drawing/2014/main" id="{02BBA125-CD58-9280-44F7-50704C04B5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65484" y="6362701"/>
            <a:ext cx="397516" cy="342899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33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50101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3335" y="4390058"/>
            <a:ext cx="55499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10" dirty="0">
                <a:latin typeface="Calibri"/>
                <a:cs typeface="Calibri"/>
              </a:rPr>
              <a:t>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31779" y="2782574"/>
            <a:ext cx="1998980" cy="1498600"/>
          </a:xfrm>
          <a:custGeom>
            <a:avLst/>
            <a:gdLst/>
            <a:ahLst/>
            <a:cxnLst/>
            <a:rect l="l" t="t" r="r" b="b"/>
            <a:pathLst>
              <a:path w="1998979" h="1498600">
                <a:moveTo>
                  <a:pt x="0" y="1498591"/>
                </a:moveTo>
                <a:lnTo>
                  <a:pt x="1998988" y="1498591"/>
                </a:lnTo>
                <a:lnTo>
                  <a:pt x="1998988" y="0"/>
                </a:lnTo>
                <a:lnTo>
                  <a:pt x="0" y="0"/>
                </a:lnTo>
                <a:lnTo>
                  <a:pt x="0" y="1498591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31779" y="2782574"/>
            <a:ext cx="1998980" cy="1498600"/>
          </a:xfrm>
          <a:custGeom>
            <a:avLst/>
            <a:gdLst/>
            <a:ahLst/>
            <a:cxnLst/>
            <a:rect l="l" t="t" r="r" b="b"/>
            <a:pathLst>
              <a:path w="1998979" h="1498600">
                <a:moveTo>
                  <a:pt x="0" y="1498591"/>
                </a:moveTo>
                <a:lnTo>
                  <a:pt x="1998988" y="1498591"/>
                </a:lnTo>
                <a:lnTo>
                  <a:pt x="1998988" y="0"/>
                </a:lnTo>
                <a:lnTo>
                  <a:pt x="0" y="0"/>
                </a:lnTo>
                <a:lnTo>
                  <a:pt x="0" y="1498591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30779" y="3567440"/>
            <a:ext cx="1034415" cy="1905"/>
          </a:xfrm>
          <a:custGeom>
            <a:avLst/>
            <a:gdLst/>
            <a:ahLst/>
            <a:cxnLst/>
            <a:rect l="l" t="t" r="r" b="b"/>
            <a:pathLst>
              <a:path w="1034415" h="1904">
                <a:moveTo>
                  <a:pt x="0" y="0"/>
                </a:moveTo>
                <a:lnTo>
                  <a:pt x="1033851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50208" y="350209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213" y="0"/>
                </a:moveTo>
                <a:lnTo>
                  <a:pt x="114421" y="6687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31029" y="3567440"/>
            <a:ext cx="962660" cy="1905"/>
          </a:xfrm>
          <a:custGeom>
            <a:avLst/>
            <a:gdLst/>
            <a:ahLst/>
            <a:cxnLst/>
            <a:rect l="l" t="t" r="r" b="b"/>
            <a:pathLst>
              <a:path w="962660" h="1904">
                <a:moveTo>
                  <a:pt x="0" y="0"/>
                </a:moveTo>
                <a:lnTo>
                  <a:pt x="962405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79044" y="350209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13" y="0"/>
                </a:moveTo>
                <a:lnTo>
                  <a:pt x="114391" y="6687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46066" y="3046696"/>
            <a:ext cx="32385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spc="-25" dirty="0">
                <a:latin typeface="Times New Roman"/>
                <a:cs typeface="Times New Roman"/>
              </a:rPr>
              <a:t>X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8767" y="3026380"/>
            <a:ext cx="37973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U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6356" y="2361840"/>
            <a:ext cx="139954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42455" y="2109868"/>
            <a:ext cx="124206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60" marR="5080" indent="-27686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npu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Si</a:t>
            </a:r>
            <a:r>
              <a:rPr sz="2000" spc="-15" dirty="0">
                <a:latin typeface="Calibri"/>
                <a:cs typeface="Calibri"/>
              </a:rPr>
              <a:t>g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72139" y="2782574"/>
            <a:ext cx="1358900" cy="1498600"/>
          </a:xfrm>
          <a:custGeom>
            <a:avLst/>
            <a:gdLst/>
            <a:ahLst/>
            <a:cxnLst/>
            <a:rect l="l" t="t" r="r" b="b"/>
            <a:pathLst>
              <a:path w="1358900" h="1498600">
                <a:moveTo>
                  <a:pt x="0" y="1498591"/>
                </a:moveTo>
                <a:lnTo>
                  <a:pt x="1358895" y="1498591"/>
                </a:lnTo>
                <a:lnTo>
                  <a:pt x="1358895" y="0"/>
                </a:lnTo>
                <a:lnTo>
                  <a:pt x="0" y="0"/>
                </a:lnTo>
                <a:lnTo>
                  <a:pt x="0" y="1498591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72139" y="2782574"/>
            <a:ext cx="1358900" cy="1498600"/>
          </a:xfrm>
          <a:custGeom>
            <a:avLst/>
            <a:gdLst/>
            <a:ahLst/>
            <a:cxnLst/>
            <a:rect l="l" t="t" r="r" b="b"/>
            <a:pathLst>
              <a:path w="1358900" h="1498600">
                <a:moveTo>
                  <a:pt x="0" y="1498591"/>
                </a:moveTo>
                <a:lnTo>
                  <a:pt x="1358895" y="1498591"/>
                </a:lnTo>
                <a:lnTo>
                  <a:pt x="1358895" y="0"/>
                </a:lnTo>
                <a:lnTo>
                  <a:pt x="0" y="0"/>
                </a:lnTo>
                <a:lnTo>
                  <a:pt x="0" y="1498591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64740" y="3229981"/>
            <a:ext cx="655320" cy="640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K</a:t>
            </a:r>
            <a:r>
              <a:rPr sz="3850" i="1" spc="-345" dirty="0">
                <a:latin typeface="Times New Roman"/>
                <a:cs typeface="Times New Roman"/>
              </a:rPr>
              <a:t> </a:t>
            </a:r>
            <a:r>
              <a:rPr sz="5325" i="1" spc="-30" baseline="-16431" dirty="0">
                <a:latin typeface="Times New Roman"/>
                <a:cs typeface="Times New Roman"/>
              </a:rPr>
              <a:t>p</a:t>
            </a:r>
            <a:endParaRPr sz="5325" baseline="-16431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83244" y="4361533"/>
            <a:ext cx="10642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lle</a:t>
            </a:r>
            <a:r>
              <a:rPr sz="2000" spc="-10" dirty="0"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73529" y="3568209"/>
            <a:ext cx="1463040" cy="0"/>
          </a:xfrm>
          <a:custGeom>
            <a:avLst/>
            <a:gdLst/>
            <a:ahLst/>
            <a:cxnLst/>
            <a:rect l="l" t="t" r="r" b="b"/>
            <a:pathLst>
              <a:path w="1463039">
                <a:moveTo>
                  <a:pt x="0" y="0"/>
                </a:moveTo>
                <a:lnTo>
                  <a:pt x="1462479" y="0"/>
                </a:lnTo>
              </a:path>
            </a:pathLst>
          </a:custGeom>
          <a:ln w="381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20639" y="350209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25" y="0"/>
                </a:moveTo>
                <a:lnTo>
                  <a:pt x="114418" y="6687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41070" y="2951478"/>
            <a:ext cx="1130295" cy="1127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21626" y="3502182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155" y="0"/>
                </a:moveTo>
                <a:lnTo>
                  <a:pt x="114382" y="6681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28750" y="3209300"/>
            <a:ext cx="713740" cy="716280"/>
          </a:xfrm>
          <a:custGeom>
            <a:avLst/>
            <a:gdLst/>
            <a:ahLst/>
            <a:cxnLst/>
            <a:rect l="l" t="t" r="r" b="b"/>
            <a:pathLst>
              <a:path w="713739" h="716279">
                <a:moveTo>
                  <a:pt x="356865" y="0"/>
                </a:moveTo>
                <a:lnTo>
                  <a:pt x="298982" y="4686"/>
                </a:lnTo>
                <a:lnTo>
                  <a:pt x="244071" y="18256"/>
                </a:lnTo>
                <a:lnTo>
                  <a:pt x="192868" y="39971"/>
                </a:lnTo>
                <a:lnTo>
                  <a:pt x="146108" y="69094"/>
                </a:lnTo>
                <a:lnTo>
                  <a:pt x="104526" y="104889"/>
                </a:lnTo>
                <a:lnTo>
                  <a:pt x="68856" y="146618"/>
                </a:lnTo>
                <a:lnTo>
                  <a:pt x="39834" y="193545"/>
                </a:lnTo>
                <a:lnTo>
                  <a:pt x="18194" y="244932"/>
                </a:lnTo>
                <a:lnTo>
                  <a:pt x="4670" y="300042"/>
                </a:lnTo>
                <a:lnTo>
                  <a:pt x="0" y="358139"/>
                </a:lnTo>
                <a:lnTo>
                  <a:pt x="1183" y="387511"/>
                </a:lnTo>
                <a:lnTo>
                  <a:pt x="10371" y="444201"/>
                </a:lnTo>
                <a:lnTo>
                  <a:pt x="28045" y="497538"/>
                </a:lnTo>
                <a:lnTo>
                  <a:pt x="53468" y="546786"/>
                </a:lnTo>
                <a:lnTo>
                  <a:pt x="85906" y="591206"/>
                </a:lnTo>
                <a:lnTo>
                  <a:pt x="124624" y="630062"/>
                </a:lnTo>
                <a:lnTo>
                  <a:pt x="168887" y="662615"/>
                </a:lnTo>
                <a:lnTo>
                  <a:pt x="217960" y="688128"/>
                </a:lnTo>
                <a:lnTo>
                  <a:pt x="271109" y="705865"/>
                </a:lnTo>
                <a:lnTo>
                  <a:pt x="327598" y="715086"/>
                </a:lnTo>
                <a:lnTo>
                  <a:pt x="356865" y="716273"/>
                </a:lnTo>
                <a:lnTo>
                  <a:pt x="386135" y="715086"/>
                </a:lnTo>
                <a:lnTo>
                  <a:pt x="442627" y="705865"/>
                </a:lnTo>
                <a:lnTo>
                  <a:pt x="495777" y="688128"/>
                </a:lnTo>
                <a:lnTo>
                  <a:pt x="544852" y="662615"/>
                </a:lnTo>
                <a:lnTo>
                  <a:pt x="589117" y="630062"/>
                </a:lnTo>
                <a:lnTo>
                  <a:pt x="627836" y="591206"/>
                </a:lnTo>
                <a:lnTo>
                  <a:pt x="660274" y="546786"/>
                </a:lnTo>
                <a:lnTo>
                  <a:pt x="685698" y="497538"/>
                </a:lnTo>
                <a:lnTo>
                  <a:pt x="703372" y="444201"/>
                </a:lnTo>
                <a:lnTo>
                  <a:pt x="712560" y="387511"/>
                </a:lnTo>
                <a:lnTo>
                  <a:pt x="713744" y="358139"/>
                </a:lnTo>
                <a:lnTo>
                  <a:pt x="712560" y="328764"/>
                </a:lnTo>
                <a:lnTo>
                  <a:pt x="703372" y="272068"/>
                </a:lnTo>
                <a:lnTo>
                  <a:pt x="685698" y="218727"/>
                </a:lnTo>
                <a:lnTo>
                  <a:pt x="660274" y="169478"/>
                </a:lnTo>
                <a:lnTo>
                  <a:pt x="627836" y="125058"/>
                </a:lnTo>
                <a:lnTo>
                  <a:pt x="589117" y="86204"/>
                </a:lnTo>
                <a:lnTo>
                  <a:pt x="544852" y="53652"/>
                </a:lnTo>
                <a:lnTo>
                  <a:pt x="495777" y="28141"/>
                </a:lnTo>
                <a:lnTo>
                  <a:pt x="442627" y="10407"/>
                </a:lnTo>
                <a:lnTo>
                  <a:pt x="386135" y="1187"/>
                </a:lnTo>
                <a:lnTo>
                  <a:pt x="356865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28750" y="3209300"/>
            <a:ext cx="713740" cy="716280"/>
          </a:xfrm>
          <a:custGeom>
            <a:avLst/>
            <a:gdLst/>
            <a:ahLst/>
            <a:cxnLst/>
            <a:rect l="l" t="t" r="r" b="b"/>
            <a:pathLst>
              <a:path w="713739" h="716279">
                <a:moveTo>
                  <a:pt x="0" y="358139"/>
                </a:moveTo>
                <a:lnTo>
                  <a:pt x="4670" y="300042"/>
                </a:lnTo>
                <a:lnTo>
                  <a:pt x="18194" y="244932"/>
                </a:lnTo>
                <a:lnTo>
                  <a:pt x="39834" y="193545"/>
                </a:lnTo>
                <a:lnTo>
                  <a:pt x="68856" y="146618"/>
                </a:lnTo>
                <a:lnTo>
                  <a:pt x="104526" y="104889"/>
                </a:lnTo>
                <a:lnTo>
                  <a:pt x="146108" y="69094"/>
                </a:lnTo>
                <a:lnTo>
                  <a:pt x="192868" y="39971"/>
                </a:lnTo>
                <a:lnTo>
                  <a:pt x="244071" y="18256"/>
                </a:lnTo>
                <a:lnTo>
                  <a:pt x="298982" y="4686"/>
                </a:lnTo>
                <a:lnTo>
                  <a:pt x="356865" y="0"/>
                </a:lnTo>
                <a:lnTo>
                  <a:pt x="386135" y="1187"/>
                </a:lnTo>
                <a:lnTo>
                  <a:pt x="442627" y="10407"/>
                </a:lnTo>
                <a:lnTo>
                  <a:pt x="495777" y="28141"/>
                </a:lnTo>
                <a:lnTo>
                  <a:pt x="544852" y="53652"/>
                </a:lnTo>
                <a:lnTo>
                  <a:pt x="589117" y="86204"/>
                </a:lnTo>
                <a:lnTo>
                  <a:pt x="627836" y="125058"/>
                </a:lnTo>
                <a:lnTo>
                  <a:pt x="660274" y="169478"/>
                </a:lnTo>
                <a:lnTo>
                  <a:pt x="685698" y="218727"/>
                </a:lnTo>
                <a:lnTo>
                  <a:pt x="703372" y="272068"/>
                </a:lnTo>
                <a:lnTo>
                  <a:pt x="712560" y="328764"/>
                </a:lnTo>
                <a:lnTo>
                  <a:pt x="713744" y="358139"/>
                </a:lnTo>
                <a:lnTo>
                  <a:pt x="712560" y="387511"/>
                </a:lnTo>
                <a:lnTo>
                  <a:pt x="703372" y="444201"/>
                </a:lnTo>
                <a:lnTo>
                  <a:pt x="685698" y="497538"/>
                </a:lnTo>
                <a:lnTo>
                  <a:pt x="660274" y="546786"/>
                </a:lnTo>
                <a:lnTo>
                  <a:pt x="627836" y="591206"/>
                </a:lnTo>
                <a:lnTo>
                  <a:pt x="589117" y="630062"/>
                </a:lnTo>
                <a:lnTo>
                  <a:pt x="544852" y="662615"/>
                </a:lnTo>
                <a:lnTo>
                  <a:pt x="495777" y="688128"/>
                </a:lnTo>
                <a:lnTo>
                  <a:pt x="442627" y="705865"/>
                </a:lnTo>
                <a:lnTo>
                  <a:pt x="386135" y="715086"/>
                </a:lnTo>
                <a:lnTo>
                  <a:pt x="356865" y="716273"/>
                </a:lnTo>
                <a:lnTo>
                  <a:pt x="327598" y="715086"/>
                </a:lnTo>
                <a:lnTo>
                  <a:pt x="271109" y="705865"/>
                </a:lnTo>
                <a:lnTo>
                  <a:pt x="217960" y="688128"/>
                </a:lnTo>
                <a:lnTo>
                  <a:pt x="168887" y="662615"/>
                </a:lnTo>
                <a:lnTo>
                  <a:pt x="124624" y="630062"/>
                </a:lnTo>
                <a:lnTo>
                  <a:pt x="85906" y="591206"/>
                </a:lnTo>
                <a:lnTo>
                  <a:pt x="53468" y="546786"/>
                </a:lnTo>
                <a:lnTo>
                  <a:pt x="28045" y="497538"/>
                </a:lnTo>
                <a:lnTo>
                  <a:pt x="10371" y="444201"/>
                </a:lnTo>
                <a:lnTo>
                  <a:pt x="1183" y="387511"/>
                </a:lnTo>
                <a:lnTo>
                  <a:pt x="0" y="3581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5750" y="3567440"/>
            <a:ext cx="1105535" cy="1905"/>
          </a:xfrm>
          <a:custGeom>
            <a:avLst/>
            <a:gdLst/>
            <a:ahLst/>
            <a:cxnLst/>
            <a:rect l="l" t="t" r="r" b="b"/>
            <a:pathLst>
              <a:path w="1105535" h="1904">
                <a:moveTo>
                  <a:pt x="0" y="0"/>
                </a:moveTo>
                <a:lnTo>
                  <a:pt x="1105293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76648" y="350212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188" y="0"/>
                </a:moveTo>
                <a:lnTo>
                  <a:pt x="114382" y="6684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84354" y="3963280"/>
            <a:ext cx="1905" cy="1175385"/>
          </a:xfrm>
          <a:custGeom>
            <a:avLst/>
            <a:gdLst/>
            <a:ahLst/>
            <a:cxnLst/>
            <a:rect l="l" t="t" r="r" b="b"/>
            <a:pathLst>
              <a:path w="1905" h="1175385">
                <a:moveTo>
                  <a:pt x="0" y="1175147"/>
                </a:moveTo>
                <a:lnTo>
                  <a:pt x="153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19059" y="3963292"/>
            <a:ext cx="133350" cy="114935"/>
          </a:xfrm>
          <a:custGeom>
            <a:avLst/>
            <a:gdLst/>
            <a:ahLst/>
            <a:cxnLst/>
            <a:rect l="l" t="t" r="r" b="b"/>
            <a:pathLst>
              <a:path w="133350" h="114935">
                <a:moveTo>
                  <a:pt x="0" y="114205"/>
                </a:moveTo>
                <a:lnTo>
                  <a:pt x="66830" y="0"/>
                </a:lnTo>
                <a:lnTo>
                  <a:pt x="133349" y="11438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84354" y="5139690"/>
            <a:ext cx="6215380" cy="1905"/>
          </a:xfrm>
          <a:custGeom>
            <a:avLst/>
            <a:gdLst/>
            <a:ahLst/>
            <a:cxnLst/>
            <a:rect l="l" t="t" r="r" b="b"/>
            <a:pathLst>
              <a:path w="6215380" h="1904">
                <a:moveTo>
                  <a:pt x="0" y="0"/>
                </a:moveTo>
                <a:lnTo>
                  <a:pt x="6215091" y="158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99719" y="3567409"/>
            <a:ext cx="1905" cy="1570355"/>
          </a:xfrm>
          <a:custGeom>
            <a:avLst/>
            <a:gdLst/>
            <a:ahLst/>
            <a:cxnLst/>
            <a:rect l="l" t="t" r="r" b="b"/>
            <a:pathLst>
              <a:path w="1904" h="1570354">
                <a:moveTo>
                  <a:pt x="0" y="1570064"/>
                </a:moveTo>
                <a:lnTo>
                  <a:pt x="1615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87018" y="3044119"/>
            <a:ext cx="1664970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255"/>
              </a:lnSpc>
              <a:tabLst>
                <a:tab pos="1297305" algn="l"/>
              </a:tabLst>
            </a:pPr>
            <a:r>
              <a:rPr sz="3850" i="1" dirty="0">
                <a:latin typeface="Times New Roman"/>
                <a:cs typeface="Times New Roman"/>
              </a:rPr>
              <a:t>D	</a:t>
            </a:r>
            <a:endParaRPr sz="3850" dirty="0">
              <a:latin typeface="Times New Roman"/>
              <a:cs typeface="Times New Roman"/>
            </a:endParaRPr>
          </a:p>
          <a:p>
            <a:pPr marL="372745">
              <a:lnSpc>
                <a:spcPts val="4315"/>
              </a:lnSpc>
            </a:pPr>
            <a:r>
              <a:rPr sz="3900" spc="-25" dirty="0">
                <a:latin typeface="Symbol"/>
                <a:cs typeface="Symbol"/>
              </a:rPr>
              <a:t></a:t>
            </a:r>
            <a:endParaRPr sz="3900" dirty="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5440" y="5684082"/>
            <a:ext cx="7483475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F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9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outpu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me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h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0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ally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mall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rma</a:t>
            </a:r>
            <a:r>
              <a:rPr sz="2000" spc="-10" dirty="0">
                <a:latin typeface="Calibri"/>
                <a:cs typeface="Calibri"/>
              </a:rPr>
              <a:t>ne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t–</a:t>
            </a:r>
            <a:r>
              <a:rPr sz="2000" spc="-2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g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spc="-3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libri"/>
                <a:cs typeface="Calibri"/>
              </a:rPr>
              <a:t>th</a:t>
            </a:r>
            <a:r>
              <a:rPr sz="2000" spc="-2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Calibri"/>
                <a:cs typeface="Calibri"/>
              </a:rPr>
              <a:t>re</a:t>
            </a:r>
            <a:r>
              <a:rPr sz="2000" dirty="0">
                <a:latin typeface="Calibri"/>
                <a:cs typeface="Calibri"/>
              </a:rPr>
              <a:t>tu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g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p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opo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spc="-2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F566A885-88F6-38BF-A198-77F8B0A3FB85}"/>
              </a:ext>
            </a:extLst>
          </p:cNvPr>
          <p:cNvSpPr txBox="1"/>
          <p:nvPr/>
        </p:nvSpPr>
        <p:spPr>
          <a:xfrm>
            <a:off x="476846" y="2194335"/>
            <a:ext cx="152908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85" marR="5080" indent="-7112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99D2B012-4465-A0AC-E691-51A57AD05D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3905" y="6362700"/>
            <a:ext cx="583895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34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50101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urban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11189" y="2148773"/>
            <a:ext cx="4126865" cy="789305"/>
          </a:xfrm>
          <a:custGeom>
            <a:avLst/>
            <a:gdLst/>
            <a:ahLst/>
            <a:cxnLst/>
            <a:rect l="l" t="t" r="r" b="b"/>
            <a:pathLst>
              <a:path w="4126865" h="789305">
                <a:moveTo>
                  <a:pt x="0" y="788706"/>
                </a:moveTo>
                <a:lnTo>
                  <a:pt x="4126290" y="788706"/>
                </a:lnTo>
                <a:lnTo>
                  <a:pt x="4126290" y="0"/>
                </a:lnTo>
                <a:lnTo>
                  <a:pt x="0" y="0"/>
                </a:lnTo>
                <a:lnTo>
                  <a:pt x="0" y="7887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11172" y="2148763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37480" y="21487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11172" y="2937460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1668" y="2143994"/>
            <a:ext cx="4154800" cy="7982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67883" y="2889955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67883" y="28899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03094" y="29751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94696" y="2158270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94696" y="21962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29915" y="29751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31022" y="2889955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31022" y="28899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66249" y="29751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57865" y="2158270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57865" y="21962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93071" y="29751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51329" y="2129385"/>
            <a:ext cx="234950" cy="852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22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1650" spc="-10" dirty="0">
                <a:latin typeface="Times New Roman"/>
                <a:cs typeface="Times New Roman"/>
              </a:rPr>
              <a:t>20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650" spc="-10" dirty="0">
                <a:latin typeface="Times New Roman"/>
                <a:cs typeface="Times New Roman"/>
              </a:rPr>
              <a:t>18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11189" y="2547881"/>
            <a:ext cx="4136390" cy="0"/>
          </a:xfrm>
          <a:custGeom>
            <a:avLst/>
            <a:gdLst/>
            <a:ahLst/>
            <a:cxnLst/>
            <a:rect l="l" t="t" r="r" b="b"/>
            <a:pathLst>
              <a:path w="4136390">
                <a:moveTo>
                  <a:pt x="0" y="0"/>
                </a:moveTo>
                <a:lnTo>
                  <a:pt x="4135800" y="0"/>
                </a:lnTo>
              </a:path>
            </a:pathLst>
          </a:custGeom>
          <a:ln w="1900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11189" y="3346073"/>
            <a:ext cx="4126865" cy="789305"/>
          </a:xfrm>
          <a:custGeom>
            <a:avLst/>
            <a:gdLst/>
            <a:ahLst/>
            <a:cxnLst/>
            <a:rect l="l" t="t" r="r" b="b"/>
            <a:pathLst>
              <a:path w="4126865" h="789304">
                <a:moveTo>
                  <a:pt x="0" y="788694"/>
                </a:moveTo>
                <a:lnTo>
                  <a:pt x="4126290" y="788694"/>
                </a:lnTo>
                <a:lnTo>
                  <a:pt x="4126290" y="0"/>
                </a:lnTo>
                <a:lnTo>
                  <a:pt x="0" y="0"/>
                </a:lnTo>
                <a:lnTo>
                  <a:pt x="0" y="788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11172" y="3346085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37480" y="334608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11172" y="4134766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01669" y="3341316"/>
            <a:ext cx="4154799" cy="798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67883" y="4087261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67883" y="40872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467883" y="334608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467883" y="33840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303094" y="4172410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94696" y="4087261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94696" y="40872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94696" y="334608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94696" y="33840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329915" y="4172410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31022" y="4087261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531022" y="40872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31022" y="334608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531022" y="33840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366249" y="4172410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557865" y="4087261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57865" y="40872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57865" y="334608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9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557865" y="33840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393071" y="4172410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94268" y="3241169"/>
            <a:ext cx="292100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5</a:t>
            </a:r>
            <a:endParaRPr sz="1650">
              <a:latin typeface="Times New Roman"/>
              <a:cs typeface="Times New Roman"/>
            </a:endParaRPr>
          </a:p>
          <a:p>
            <a:pPr marL="173990">
              <a:lnSpc>
                <a:spcPct val="100000"/>
              </a:lnSpc>
              <a:spcBef>
                <a:spcPts val="1160"/>
              </a:spcBef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211189" y="4543376"/>
            <a:ext cx="4126865" cy="789305"/>
          </a:xfrm>
          <a:custGeom>
            <a:avLst/>
            <a:gdLst/>
            <a:ahLst/>
            <a:cxnLst/>
            <a:rect l="l" t="t" r="r" b="b"/>
            <a:pathLst>
              <a:path w="4126865" h="789304">
                <a:moveTo>
                  <a:pt x="0" y="788694"/>
                </a:moveTo>
                <a:lnTo>
                  <a:pt x="4126290" y="788694"/>
                </a:lnTo>
                <a:lnTo>
                  <a:pt x="4126290" y="0"/>
                </a:lnTo>
                <a:lnTo>
                  <a:pt x="0" y="0"/>
                </a:lnTo>
                <a:lnTo>
                  <a:pt x="0" y="788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211172" y="4543378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37480" y="45433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211172" y="5332072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337480" y="53320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337480" y="4543378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693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337480" y="45433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211188" y="4543378"/>
            <a:ext cx="0" cy="789305"/>
          </a:xfrm>
          <a:custGeom>
            <a:avLst/>
            <a:gdLst/>
            <a:ahLst/>
            <a:cxnLst/>
            <a:rect l="l" t="t" r="r" b="b"/>
            <a:pathLst>
              <a:path h="789304">
                <a:moveTo>
                  <a:pt x="0" y="788693"/>
                </a:moveTo>
                <a:lnTo>
                  <a:pt x="0" y="0"/>
                </a:lnTo>
              </a:path>
            </a:pathLst>
          </a:custGeom>
          <a:ln w="95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211172" y="45433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337480" y="53320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211172" y="45433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467883" y="5284552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20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467883" y="52845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467883" y="454337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04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467883" y="45813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3303094" y="53697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494696" y="5284552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20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494696" y="52845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494696" y="454337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04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494727" y="45813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329915" y="53697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531022" y="5284552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20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531022" y="52845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531022" y="454337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04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531052" y="45813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557865" y="5284552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20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557865" y="52845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557865" y="454337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04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557865" y="45813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211203" y="518002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18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249222" y="51800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289948" y="5180028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289948" y="51800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211203" y="493297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18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249222" y="49329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289948" y="493297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289948" y="49329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211203" y="468590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18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249222" y="46859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289948" y="468590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289948" y="46859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37480" y="45433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337480" y="533207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337480" y="45433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211203" y="45433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211189" y="4685907"/>
            <a:ext cx="1207770" cy="494665"/>
          </a:xfrm>
          <a:custGeom>
            <a:avLst/>
            <a:gdLst/>
            <a:ahLst/>
            <a:cxnLst/>
            <a:rect l="l" t="t" r="r" b="b"/>
            <a:pathLst>
              <a:path w="1207770" h="494664">
                <a:moveTo>
                  <a:pt x="17" y="494121"/>
                </a:moveTo>
                <a:lnTo>
                  <a:pt x="17" y="494121"/>
                </a:lnTo>
                <a:lnTo>
                  <a:pt x="399334" y="494121"/>
                </a:lnTo>
                <a:lnTo>
                  <a:pt x="408847" y="0"/>
                </a:lnTo>
                <a:lnTo>
                  <a:pt x="1197974" y="0"/>
                </a:lnTo>
                <a:lnTo>
                  <a:pt x="1207455" y="0"/>
                </a:lnTo>
              </a:path>
            </a:pathLst>
          </a:custGeom>
          <a:ln w="190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418628" y="4685907"/>
            <a:ext cx="1198245" cy="494665"/>
          </a:xfrm>
          <a:custGeom>
            <a:avLst/>
            <a:gdLst/>
            <a:ahLst/>
            <a:cxnLst/>
            <a:rect l="l" t="t" r="r" b="b"/>
            <a:pathLst>
              <a:path w="1198245" h="494664">
                <a:moveTo>
                  <a:pt x="0" y="0"/>
                </a:moveTo>
                <a:lnTo>
                  <a:pt x="0" y="0"/>
                </a:lnTo>
                <a:lnTo>
                  <a:pt x="228204" y="0"/>
                </a:lnTo>
                <a:lnTo>
                  <a:pt x="228204" y="494121"/>
                </a:lnTo>
                <a:lnTo>
                  <a:pt x="1188461" y="494121"/>
                </a:lnTo>
                <a:lnTo>
                  <a:pt x="1197974" y="494121"/>
                </a:lnTo>
              </a:path>
            </a:pathLst>
          </a:custGeom>
          <a:ln w="190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616602" y="4685907"/>
            <a:ext cx="1198245" cy="494665"/>
          </a:xfrm>
          <a:custGeom>
            <a:avLst/>
            <a:gdLst/>
            <a:ahLst/>
            <a:cxnLst/>
            <a:rect l="l" t="t" r="r" b="b"/>
            <a:pathLst>
              <a:path w="1198245" h="494664">
                <a:moveTo>
                  <a:pt x="0" y="494121"/>
                </a:moveTo>
                <a:lnTo>
                  <a:pt x="0" y="494121"/>
                </a:lnTo>
                <a:lnTo>
                  <a:pt x="57043" y="494121"/>
                </a:lnTo>
                <a:lnTo>
                  <a:pt x="66555" y="0"/>
                </a:lnTo>
                <a:lnTo>
                  <a:pt x="1093368" y="0"/>
                </a:lnTo>
                <a:lnTo>
                  <a:pt x="1093368" y="494121"/>
                </a:lnTo>
                <a:lnTo>
                  <a:pt x="1188431" y="494121"/>
                </a:lnTo>
                <a:lnTo>
                  <a:pt x="1197943" y="494121"/>
                </a:lnTo>
              </a:path>
            </a:pathLst>
          </a:custGeom>
          <a:ln w="190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814546" y="5180028"/>
            <a:ext cx="532765" cy="0"/>
          </a:xfrm>
          <a:custGeom>
            <a:avLst/>
            <a:gdLst/>
            <a:ahLst/>
            <a:cxnLst/>
            <a:rect l="l" t="t" r="r" b="b"/>
            <a:pathLst>
              <a:path w="532765">
                <a:moveTo>
                  <a:pt x="0" y="0"/>
                </a:moveTo>
                <a:lnTo>
                  <a:pt x="0" y="0"/>
                </a:lnTo>
                <a:lnTo>
                  <a:pt x="522934" y="0"/>
                </a:lnTo>
                <a:lnTo>
                  <a:pt x="532415" y="0"/>
                </a:lnTo>
              </a:path>
            </a:pathLst>
          </a:custGeom>
          <a:ln w="19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4909874" y="5369704"/>
            <a:ext cx="79565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8630">
              <a:lnSpc>
                <a:spcPts val="1889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ts val="1889"/>
              </a:lnSpc>
            </a:pPr>
            <a:r>
              <a:rPr sz="1650" spc="20" dirty="0">
                <a:latin typeface="Times New Roman"/>
                <a:cs typeface="Times New Roman"/>
              </a:rPr>
              <a:t>s</a:t>
            </a:r>
            <a:r>
              <a:rPr sz="1650" spc="0" dirty="0">
                <a:latin typeface="Times New Roman"/>
                <a:cs typeface="Times New Roman"/>
              </a:rPr>
              <a:t>a</a:t>
            </a:r>
            <a:r>
              <a:rPr sz="1650" spc="-100" dirty="0">
                <a:latin typeface="Times New Roman"/>
                <a:cs typeface="Times New Roman"/>
              </a:rPr>
              <a:t>m</a:t>
            </a:r>
            <a:r>
              <a:rPr sz="1650" spc="-10" dirty="0">
                <a:latin typeface="Times New Roman"/>
                <a:cs typeface="Times New Roman"/>
              </a:rPr>
              <a:t>p</a:t>
            </a:r>
            <a:r>
              <a:rPr sz="1650" spc="-15" dirty="0">
                <a:latin typeface="Times New Roman"/>
                <a:cs typeface="Times New Roman"/>
              </a:rPr>
              <a:t>l</a:t>
            </a:r>
            <a:r>
              <a:rPr sz="1650" spc="0" dirty="0">
                <a:latin typeface="Times New Roman"/>
                <a:cs typeface="Times New Roman"/>
              </a:rPr>
              <a:t>es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393071" y="5369704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723148" y="4581007"/>
            <a:ext cx="462915" cy="728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964"/>
              </a:lnSpc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05</a:t>
            </a:r>
            <a:endParaRPr sz="1650">
              <a:latin typeface="Times New Roman"/>
              <a:cs typeface="Times New Roman"/>
            </a:endParaRPr>
          </a:p>
          <a:p>
            <a:pPr marR="5080" algn="r">
              <a:lnSpc>
                <a:spcPts val="1945"/>
              </a:lnSpc>
            </a:pPr>
            <a:r>
              <a:rPr sz="1650" spc="-10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  <a:p>
            <a:pPr marR="5080" algn="r">
              <a:lnSpc>
                <a:spcPts val="1964"/>
              </a:lnSpc>
            </a:pPr>
            <a:r>
              <a:rPr sz="1650" spc="-35" dirty="0">
                <a:latin typeface="Times New Roman"/>
                <a:cs typeface="Times New Roman"/>
              </a:rPr>
              <a:t>-</a:t>
            </a:r>
            <a:r>
              <a:rPr sz="1650" spc="-10" dirty="0">
                <a:latin typeface="Times New Roman"/>
                <a:cs typeface="Times New Roman"/>
              </a:rPr>
              <a:t>0</a:t>
            </a:r>
            <a:r>
              <a:rPr sz="1650" spc="25" dirty="0">
                <a:latin typeface="Times New Roman"/>
                <a:cs typeface="Times New Roman"/>
              </a:rPr>
              <a:t>.</a:t>
            </a:r>
            <a:r>
              <a:rPr sz="1650" spc="-10" dirty="0">
                <a:latin typeface="Times New Roman"/>
                <a:cs typeface="Times New Roman"/>
              </a:rPr>
              <a:t>05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831658" y="2436250"/>
            <a:ext cx="76962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195888" y="3579250"/>
            <a:ext cx="13970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329238" y="4793629"/>
            <a:ext cx="127254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tu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216154" y="6161916"/>
            <a:ext cx="577124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595620" algn="l"/>
              </a:tabLst>
            </a:pPr>
            <a:r>
              <a:rPr sz="3000" spc="-15" baseline="1388" dirty="0">
                <a:latin typeface="Calibri"/>
                <a:cs typeface="Calibri"/>
              </a:rPr>
              <a:t>(</a:t>
            </a:r>
            <a:r>
              <a:rPr sz="3000" spc="-97" baseline="1388" dirty="0">
                <a:latin typeface="Calibri"/>
                <a:cs typeface="Calibri"/>
              </a:rPr>
              <a:t>R</a:t>
            </a:r>
            <a:r>
              <a:rPr sz="3000" spc="-15" baseline="1388" dirty="0">
                <a:latin typeface="Calibri"/>
                <a:cs typeface="Calibri"/>
              </a:rPr>
              <a:t>e</a:t>
            </a:r>
            <a:r>
              <a:rPr sz="3000" spc="-22" baseline="1388" dirty="0">
                <a:latin typeface="Calibri"/>
                <a:cs typeface="Calibri"/>
              </a:rPr>
              <a:t>s</a:t>
            </a:r>
            <a:r>
              <a:rPr sz="3000" spc="7" baseline="1388" dirty="0">
                <a:latin typeface="Calibri"/>
                <a:cs typeface="Calibri"/>
              </a:rPr>
              <a:t>u</a:t>
            </a:r>
            <a:r>
              <a:rPr sz="3000" baseline="1388" dirty="0">
                <a:latin typeface="Calibri"/>
                <a:cs typeface="Calibri"/>
              </a:rPr>
              <a:t>lts</a:t>
            </a:r>
            <a:r>
              <a:rPr sz="3000" spc="-37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Calibri"/>
                <a:cs typeface="Calibri"/>
              </a:rPr>
              <a:t>a</a:t>
            </a:r>
            <a:r>
              <a:rPr sz="3000" spc="7" baseline="1388" dirty="0">
                <a:latin typeface="Calibri"/>
                <a:cs typeface="Calibri"/>
              </a:rPr>
              <a:t>bo</a:t>
            </a:r>
            <a:r>
              <a:rPr sz="3000" spc="-52" baseline="1388" dirty="0">
                <a:latin typeface="Calibri"/>
                <a:cs typeface="Calibri"/>
              </a:rPr>
              <a:t>v</a:t>
            </a:r>
            <a:r>
              <a:rPr sz="3000" spc="-15" baseline="1388" dirty="0">
                <a:latin typeface="Calibri"/>
                <a:cs typeface="Calibri"/>
              </a:rPr>
              <a:t>e</a:t>
            </a:r>
            <a:r>
              <a:rPr sz="3000" spc="-112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Calibri"/>
                <a:cs typeface="Calibri"/>
              </a:rPr>
              <a:t>a</a:t>
            </a:r>
            <a:r>
              <a:rPr sz="3000" spc="-44" baseline="1388" dirty="0">
                <a:latin typeface="Calibri"/>
                <a:cs typeface="Calibri"/>
              </a:rPr>
              <a:t>r</a:t>
            </a:r>
            <a:r>
              <a:rPr sz="3000" spc="-15" baseline="1388" dirty="0">
                <a:latin typeface="Calibri"/>
                <a:cs typeface="Calibri"/>
              </a:rPr>
              <a:t>e</a:t>
            </a:r>
            <a:r>
              <a:rPr sz="3000" spc="-89" baseline="1388" dirty="0">
                <a:latin typeface="Times New Roman"/>
                <a:cs typeface="Times New Roman"/>
              </a:rPr>
              <a:t> </a:t>
            </a:r>
            <a:r>
              <a:rPr sz="3000" spc="-52" baseline="1388" dirty="0">
                <a:latin typeface="Calibri"/>
                <a:cs typeface="Calibri"/>
              </a:rPr>
              <a:t>f</a:t>
            </a:r>
            <a:r>
              <a:rPr sz="3000" spc="7" baseline="1388" dirty="0">
                <a:latin typeface="Calibri"/>
                <a:cs typeface="Calibri"/>
              </a:rPr>
              <a:t>o</a:t>
            </a:r>
            <a:r>
              <a:rPr sz="3000" spc="-15" baseline="1388" dirty="0">
                <a:latin typeface="Calibri"/>
                <a:cs typeface="Calibri"/>
              </a:rPr>
              <a:t>r</a:t>
            </a:r>
            <a:r>
              <a:rPr sz="3000" spc="-89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Calibri"/>
                <a:cs typeface="Calibri"/>
              </a:rPr>
              <a:t>“</a:t>
            </a:r>
            <a:r>
              <a:rPr sz="3000" spc="-7" baseline="1388" dirty="0">
                <a:latin typeface="Calibri"/>
                <a:cs typeface="Calibri"/>
              </a:rPr>
              <a:t>I</a:t>
            </a:r>
            <a:r>
              <a:rPr sz="3000" spc="-22" baseline="1388" dirty="0">
                <a:latin typeface="Calibri"/>
                <a:cs typeface="Calibri"/>
              </a:rPr>
              <a:t>n</a:t>
            </a:r>
            <a:r>
              <a:rPr sz="3000" spc="-30" baseline="1388" dirty="0">
                <a:latin typeface="Calibri"/>
                <a:cs typeface="Calibri"/>
              </a:rPr>
              <a:t>t</a:t>
            </a:r>
            <a:r>
              <a:rPr sz="3000" spc="-15" baseline="1388" dirty="0">
                <a:latin typeface="Calibri"/>
                <a:cs typeface="Calibri"/>
              </a:rPr>
              <a:t>e</a:t>
            </a:r>
            <a:r>
              <a:rPr sz="3000" spc="-22" baseline="1388" dirty="0">
                <a:latin typeface="Calibri"/>
                <a:cs typeface="Calibri"/>
              </a:rPr>
              <a:t>g</a:t>
            </a:r>
            <a:r>
              <a:rPr sz="3000" spc="-75" baseline="1388" dirty="0">
                <a:latin typeface="Calibri"/>
                <a:cs typeface="Calibri"/>
              </a:rPr>
              <a:t>r</a:t>
            </a:r>
            <a:r>
              <a:rPr sz="3000" baseline="1388" dirty="0">
                <a:latin typeface="Calibri"/>
                <a:cs typeface="Calibri"/>
              </a:rPr>
              <a:t>al”</a:t>
            </a:r>
            <a:r>
              <a:rPr sz="3000" spc="-120" baseline="1388" dirty="0">
                <a:latin typeface="Times New Roman"/>
                <a:cs typeface="Times New Roman"/>
              </a:rPr>
              <a:t> </a:t>
            </a:r>
            <a:r>
              <a:rPr sz="3000" spc="-60" baseline="1388" dirty="0">
                <a:latin typeface="Calibri"/>
                <a:cs typeface="Calibri"/>
              </a:rPr>
              <a:t>c</a:t>
            </a:r>
            <a:r>
              <a:rPr sz="3000" spc="7" baseline="1388" dirty="0">
                <a:latin typeface="Calibri"/>
                <a:cs typeface="Calibri"/>
              </a:rPr>
              <a:t>o</a:t>
            </a:r>
            <a:r>
              <a:rPr sz="3000" spc="-22" baseline="1388" dirty="0">
                <a:latin typeface="Calibri"/>
                <a:cs typeface="Calibri"/>
              </a:rPr>
              <a:t>n</a:t>
            </a:r>
            <a:r>
              <a:rPr sz="3000" baseline="1388" dirty="0">
                <a:latin typeface="Calibri"/>
                <a:cs typeface="Calibri"/>
              </a:rPr>
              <a:t>t</a:t>
            </a:r>
            <a:r>
              <a:rPr sz="3000" spc="-75" baseline="1388" dirty="0">
                <a:latin typeface="Calibri"/>
                <a:cs typeface="Calibri"/>
              </a:rPr>
              <a:t>r</a:t>
            </a:r>
            <a:r>
              <a:rPr sz="3000" spc="7" baseline="1388" dirty="0">
                <a:latin typeface="Calibri"/>
                <a:cs typeface="Calibri"/>
              </a:rPr>
              <a:t>o</a:t>
            </a:r>
            <a:r>
              <a:rPr sz="3000" baseline="1388" dirty="0">
                <a:latin typeface="Calibri"/>
                <a:cs typeface="Calibri"/>
              </a:rPr>
              <a:t>l</a:t>
            </a:r>
            <a:r>
              <a:rPr sz="3000" spc="-15" baseline="1388" dirty="0">
                <a:latin typeface="Calibri"/>
                <a:cs typeface="Calibri"/>
              </a:rPr>
              <a:t>:</a:t>
            </a:r>
            <a:r>
              <a:rPr sz="3000" spc="-89" baseline="1388" dirty="0">
                <a:latin typeface="Times New Roman"/>
                <a:cs typeface="Times New Roman"/>
              </a:rPr>
              <a:t> </a:t>
            </a:r>
            <a:r>
              <a:rPr sz="3000" spc="-7" baseline="1388" dirty="0">
                <a:latin typeface="Calibri"/>
                <a:cs typeface="Calibri"/>
              </a:rPr>
              <a:t>se</a:t>
            </a:r>
            <a:r>
              <a:rPr sz="3000" spc="-15" baseline="1388" dirty="0">
                <a:latin typeface="Calibri"/>
                <a:cs typeface="Calibri"/>
              </a:rPr>
              <a:t>e</a:t>
            </a:r>
            <a:r>
              <a:rPr sz="3000" spc="-60" baseline="1388" dirty="0">
                <a:latin typeface="Times New Roman"/>
                <a:cs typeface="Times New Roman"/>
              </a:rPr>
              <a:t> </a:t>
            </a:r>
            <a:r>
              <a:rPr sz="3000" baseline="1388" dirty="0">
                <a:latin typeface="Calibri"/>
                <a:cs typeface="Calibri"/>
              </a:rPr>
              <a:t>l</a:t>
            </a:r>
            <a:r>
              <a:rPr sz="3000" spc="-30" baseline="1388" dirty="0">
                <a:latin typeface="Calibri"/>
                <a:cs typeface="Calibri"/>
              </a:rPr>
              <a:t>at</a:t>
            </a:r>
            <a:r>
              <a:rPr sz="3000" spc="-15" baseline="1388" dirty="0">
                <a:latin typeface="Calibri"/>
                <a:cs typeface="Calibri"/>
              </a:rPr>
              <a:t>er</a:t>
            </a:r>
            <a:r>
              <a:rPr sz="3000" baseline="1388" dirty="0">
                <a:latin typeface="Calibri"/>
                <a:cs typeface="Calibri"/>
              </a:rPr>
              <a:t>)</a:t>
            </a:r>
            <a:r>
              <a:rPr sz="3000" baseline="1388" dirty="0">
                <a:latin typeface="Times New Roman"/>
                <a:cs typeface="Times New Roman"/>
              </a:rPr>
              <a:t>	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1" name="Slide Number Placeholder 110">
            <a:extLst>
              <a:ext uri="{FF2B5EF4-FFF2-40B4-BE49-F238E27FC236}">
                <a16:creationId xmlns:a16="http://schemas.microsoft.com/office/drawing/2014/main" id="{8B80E540-1D52-6A5D-5E5F-0DC3078B2D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74752" y="6348508"/>
            <a:ext cx="464448" cy="433292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35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39356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par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and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5690" y="2539279"/>
            <a:ext cx="4126865" cy="3174365"/>
          </a:xfrm>
          <a:custGeom>
            <a:avLst/>
            <a:gdLst/>
            <a:ahLst/>
            <a:cxnLst/>
            <a:rect l="l" t="t" r="r" b="b"/>
            <a:pathLst>
              <a:path w="4126865" h="3174365">
                <a:moveTo>
                  <a:pt x="0" y="3173790"/>
                </a:moveTo>
                <a:lnTo>
                  <a:pt x="4126290" y="3173790"/>
                </a:lnTo>
                <a:lnTo>
                  <a:pt x="4126290" y="0"/>
                </a:lnTo>
                <a:lnTo>
                  <a:pt x="0" y="0"/>
                </a:lnTo>
                <a:lnTo>
                  <a:pt x="0" y="31737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85679" y="2539257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1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11950" y="25392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85679" y="5713059"/>
            <a:ext cx="4126865" cy="0"/>
          </a:xfrm>
          <a:custGeom>
            <a:avLst/>
            <a:gdLst/>
            <a:ahLst/>
            <a:cxnLst/>
            <a:rect l="l" t="t" r="r" b="b"/>
            <a:pathLst>
              <a:path w="4126865">
                <a:moveTo>
                  <a:pt x="0" y="0"/>
                </a:moveTo>
                <a:lnTo>
                  <a:pt x="4126301" y="0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1950" y="57130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11966" y="2539257"/>
            <a:ext cx="0" cy="3174365"/>
          </a:xfrm>
          <a:custGeom>
            <a:avLst/>
            <a:gdLst/>
            <a:ahLst/>
            <a:cxnLst/>
            <a:rect l="l" t="t" r="r" b="b"/>
            <a:pathLst>
              <a:path h="3174365">
                <a:moveTo>
                  <a:pt x="0" y="3173813"/>
                </a:moveTo>
                <a:lnTo>
                  <a:pt x="0" y="0"/>
                </a:lnTo>
              </a:path>
            </a:pathLst>
          </a:custGeom>
          <a:ln w="95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11950" y="25392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85691" y="2539257"/>
            <a:ext cx="0" cy="3174365"/>
          </a:xfrm>
          <a:custGeom>
            <a:avLst/>
            <a:gdLst/>
            <a:ahLst/>
            <a:cxnLst/>
            <a:rect l="l" t="t" r="r" b="b"/>
            <a:pathLst>
              <a:path h="3174365">
                <a:moveTo>
                  <a:pt x="0" y="3173813"/>
                </a:moveTo>
                <a:lnTo>
                  <a:pt x="0" y="0"/>
                </a:lnTo>
              </a:path>
            </a:pathLst>
          </a:custGeom>
          <a:ln w="95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85679" y="25392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11950" y="57130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85691" y="25392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98762" y="5665554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8762" y="56655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98762" y="2539257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98762" y="25772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33943" y="5750690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35087" y="5665554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35087" y="56655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35087" y="2539257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35087" y="25772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61901" y="5665554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05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61901" y="56655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61901" y="2539257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61901" y="25772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98226" y="5665542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47517"/>
                </a:moveTo>
                <a:lnTo>
                  <a:pt x="0" y="0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98226" y="56655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98226" y="2539257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8028"/>
                </a:lnTo>
              </a:path>
            </a:pathLst>
          </a:custGeom>
          <a:ln w="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98226" y="25772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23719" y="57130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64419" y="57130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385691" y="528544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23719" y="52854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64419" y="5285448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464419" y="52854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85691" y="485784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423719" y="48578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464419" y="485783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64419" y="48578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85691" y="443973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423719" y="44397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64419" y="4439732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464419" y="44397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85691" y="401212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423719" y="401212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464419" y="401212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464419" y="401212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385691" y="359403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4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423731" y="35940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464419" y="3594032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6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464419" y="35940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385691" y="316639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4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423731" y="31663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64449" y="316639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464449" y="316639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385703" y="274832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027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423731" y="27483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64449" y="274832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531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464449" y="27483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511980" y="25392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511980" y="57130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511980" y="25392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385703" y="25392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3970277" y="5750690"/>
            <a:ext cx="77470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89"/>
              </a:lnSpc>
            </a:pPr>
            <a:r>
              <a:rPr sz="1650" spc="-10" dirty="0">
                <a:latin typeface="Times New Roman"/>
                <a:cs typeface="Times New Roman"/>
              </a:rPr>
              <a:t>400</a:t>
            </a:r>
            <a:endParaRPr sz="1650">
              <a:latin typeface="Times New Roman"/>
              <a:cs typeface="Times New Roman"/>
            </a:endParaRPr>
          </a:p>
          <a:p>
            <a:pPr marL="173990">
              <a:lnSpc>
                <a:spcPts val="1889"/>
              </a:lnSpc>
            </a:pPr>
            <a:r>
              <a:rPr sz="1650" spc="20" dirty="0">
                <a:latin typeface="Times New Roman"/>
                <a:cs typeface="Times New Roman"/>
              </a:rPr>
              <a:t>s</a:t>
            </a:r>
            <a:r>
              <a:rPr sz="1650" spc="0" dirty="0">
                <a:latin typeface="Times New Roman"/>
                <a:cs typeface="Times New Roman"/>
              </a:rPr>
              <a:t>a</a:t>
            </a:r>
            <a:r>
              <a:rPr sz="1650" spc="-100" dirty="0">
                <a:latin typeface="Times New Roman"/>
                <a:cs typeface="Times New Roman"/>
              </a:rPr>
              <a:t>m</a:t>
            </a:r>
            <a:r>
              <a:rPr sz="1650" spc="-10" dirty="0">
                <a:latin typeface="Times New Roman"/>
                <a:cs typeface="Times New Roman"/>
              </a:rPr>
              <a:t>p</a:t>
            </a:r>
            <a:r>
              <a:rPr sz="1650" spc="-15" dirty="0">
                <a:latin typeface="Times New Roman"/>
                <a:cs typeface="Times New Roman"/>
              </a:rPr>
              <a:t>l</a:t>
            </a:r>
            <a:r>
              <a:rPr sz="1650" spc="-10" dirty="0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997098" y="5750690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600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033432" y="5750690"/>
            <a:ext cx="33972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800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125803" y="5608160"/>
            <a:ext cx="23495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125803" y="5180550"/>
            <a:ext cx="23495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14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25803" y="3489124"/>
            <a:ext cx="234950" cy="149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22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10" dirty="0">
                <a:latin typeface="Times New Roman"/>
                <a:cs typeface="Times New Roman"/>
              </a:rPr>
              <a:t>20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650" spc="-10" dirty="0">
                <a:latin typeface="Times New Roman"/>
                <a:cs typeface="Times New Roman"/>
              </a:rPr>
              <a:t>18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10" dirty="0">
                <a:latin typeface="Times New Roman"/>
                <a:cs typeface="Times New Roman"/>
              </a:rPr>
              <a:t>16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125803" y="2643392"/>
            <a:ext cx="234950" cy="652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10" dirty="0">
                <a:latin typeface="Times New Roman"/>
                <a:cs typeface="Times New Roman"/>
              </a:rPr>
              <a:t>26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10" dirty="0">
                <a:latin typeface="Times New Roman"/>
                <a:cs typeface="Times New Roman"/>
              </a:rPr>
              <a:t>24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385690" y="3128426"/>
            <a:ext cx="656590" cy="2166620"/>
          </a:xfrm>
          <a:custGeom>
            <a:avLst/>
            <a:gdLst/>
            <a:ahLst/>
            <a:cxnLst/>
            <a:rect l="l" t="t" r="r" b="b"/>
            <a:pathLst>
              <a:path w="656589" h="2166620">
                <a:moveTo>
                  <a:pt x="11" y="1900520"/>
                </a:moveTo>
                <a:lnTo>
                  <a:pt x="9512" y="1938482"/>
                </a:lnTo>
                <a:lnTo>
                  <a:pt x="9512" y="2043006"/>
                </a:lnTo>
                <a:lnTo>
                  <a:pt x="19015" y="2033505"/>
                </a:lnTo>
                <a:lnTo>
                  <a:pt x="19015" y="1957484"/>
                </a:lnTo>
                <a:lnTo>
                  <a:pt x="28527" y="1900475"/>
                </a:lnTo>
                <a:lnTo>
                  <a:pt x="28527" y="1938482"/>
                </a:lnTo>
                <a:lnTo>
                  <a:pt x="38027" y="1976486"/>
                </a:lnTo>
                <a:lnTo>
                  <a:pt x="38027" y="1928981"/>
                </a:lnTo>
                <a:lnTo>
                  <a:pt x="47540" y="1976486"/>
                </a:lnTo>
                <a:lnTo>
                  <a:pt x="47540" y="1985999"/>
                </a:lnTo>
                <a:lnTo>
                  <a:pt x="57055" y="2043006"/>
                </a:lnTo>
                <a:lnTo>
                  <a:pt x="66555" y="1995500"/>
                </a:lnTo>
                <a:lnTo>
                  <a:pt x="66555" y="2166532"/>
                </a:lnTo>
                <a:lnTo>
                  <a:pt x="76068" y="1957484"/>
                </a:lnTo>
                <a:lnTo>
                  <a:pt x="76068" y="1938482"/>
                </a:lnTo>
                <a:lnTo>
                  <a:pt x="85571" y="1976486"/>
                </a:lnTo>
                <a:lnTo>
                  <a:pt x="85571" y="2005001"/>
                </a:lnTo>
                <a:lnTo>
                  <a:pt x="95083" y="1957484"/>
                </a:lnTo>
                <a:lnTo>
                  <a:pt x="95083" y="1919480"/>
                </a:lnTo>
                <a:lnTo>
                  <a:pt x="104583" y="1928981"/>
                </a:lnTo>
                <a:lnTo>
                  <a:pt x="104583" y="1909976"/>
                </a:lnTo>
                <a:lnTo>
                  <a:pt x="114096" y="1919480"/>
                </a:lnTo>
                <a:lnTo>
                  <a:pt x="123599" y="1852957"/>
                </a:lnTo>
                <a:lnTo>
                  <a:pt x="123599" y="1938482"/>
                </a:lnTo>
                <a:lnTo>
                  <a:pt x="133111" y="1814953"/>
                </a:lnTo>
                <a:lnTo>
                  <a:pt x="133111" y="1805452"/>
                </a:lnTo>
                <a:lnTo>
                  <a:pt x="142611" y="1985999"/>
                </a:lnTo>
                <a:lnTo>
                  <a:pt x="142611" y="1900475"/>
                </a:lnTo>
                <a:lnTo>
                  <a:pt x="152124" y="1852957"/>
                </a:lnTo>
                <a:lnTo>
                  <a:pt x="152124" y="1881460"/>
                </a:lnTo>
                <a:lnTo>
                  <a:pt x="161627" y="2014503"/>
                </a:lnTo>
                <a:lnTo>
                  <a:pt x="161627" y="1957484"/>
                </a:lnTo>
                <a:lnTo>
                  <a:pt x="171139" y="1805452"/>
                </a:lnTo>
                <a:lnTo>
                  <a:pt x="171139" y="1909976"/>
                </a:lnTo>
                <a:lnTo>
                  <a:pt x="180651" y="1947983"/>
                </a:lnTo>
                <a:lnTo>
                  <a:pt x="190155" y="1976486"/>
                </a:lnTo>
                <a:lnTo>
                  <a:pt x="190155" y="1900475"/>
                </a:lnTo>
                <a:lnTo>
                  <a:pt x="199667" y="1852957"/>
                </a:lnTo>
                <a:lnTo>
                  <a:pt x="199667" y="1909976"/>
                </a:lnTo>
                <a:lnTo>
                  <a:pt x="209167" y="1928981"/>
                </a:lnTo>
                <a:lnTo>
                  <a:pt x="209167" y="2128527"/>
                </a:lnTo>
                <a:lnTo>
                  <a:pt x="218679" y="1995500"/>
                </a:lnTo>
                <a:lnTo>
                  <a:pt x="218679" y="1909976"/>
                </a:lnTo>
                <a:lnTo>
                  <a:pt x="228183" y="2052507"/>
                </a:lnTo>
                <a:lnTo>
                  <a:pt x="228183" y="2147529"/>
                </a:lnTo>
                <a:lnTo>
                  <a:pt x="237695" y="1947983"/>
                </a:lnTo>
                <a:lnTo>
                  <a:pt x="247195" y="1909976"/>
                </a:lnTo>
                <a:lnTo>
                  <a:pt x="247195" y="2033505"/>
                </a:lnTo>
                <a:lnTo>
                  <a:pt x="256710" y="1976486"/>
                </a:lnTo>
                <a:lnTo>
                  <a:pt x="256710" y="2043006"/>
                </a:lnTo>
                <a:lnTo>
                  <a:pt x="266211" y="1947983"/>
                </a:lnTo>
                <a:lnTo>
                  <a:pt x="266211" y="1928981"/>
                </a:lnTo>
                <a:lnTo>
                  <a:pt x="275723" y="1938482"/>
                </a:lnTo>
                <a:lnTo>
                  <a:pt x="275723" y="1900475"/>
                </a:lnTo>
                <a:lnTo>
                  <a:pt x="285223" y="2100024"/>
                </a:lnTo>
                <a:lnTo>
                  <a:pt x="285223" y="1966985"/>
                </a:lnTo>
                <a:lnTo>
                  <a:pt x="294738" y="1871959"/>
                </a:lnTo>
                <a:lnTo>
                  <a:pt x="304251" y="1928981"/>
                </a:lnTo>
                <a:lnTo>
                  <a:pt x="304251" y="2033505"/>
                </a:lnTo>
                <a:lnTo>
                  <a:pt x="313751" y="1900475"/>
                </a:lnTo>
                <a:lnTo>
                  <a:pt x="313751" y="1814953"/>
                </a:lnTo>
                <a:lnTo>
                  <a:pt x="323263" y="1852957"/>
                </a:lnTo>
                <a:lnTo>
                  <a:pt x="323263" y="1871959"/>
                </a:lnTo>
                <a:lnTo>
                  <a:pt x="332766" y="1909976"/>
                </a:lnTo>
                <a:lnTo>
                  <a:pt x="332766" y="1795951"/>
                </a:lnTo>
                <a:lnTo>
                  <a:pt x="342279" y="1881460"/>
                </a:lnTo>
                <a:lnTo>
                  <a:pt x="342279" y="1776937"/>
                </a:lnTo>
                <a:lnTo>
                  <a:pt x="351779" y="1795951"/>
                </a:lnTo>
                <a:lnTo>
                  <a:pt x="351779" y="1900475"/>
                </a:lnTo>
                <a:lnTo>
                  <a:pt x="361294" y="1871959"/>
                </a:lnTo>
                <a:lnTo>
                  <a:pt x="370794" y="1748433"/>
                </a:lnTo>
                <a:lnTo>
                  <a:pt x="370794" y="1890974"/>
                </a:lnTo>
                <a:lnTo>
                  <a:pt x="380307" y="2005001"/>
                </a:lnTo>
                <a:lnTo>
                  <a:pt x="380307" y="1909976"/>
                </a:lnTo>
                <a:lnTo>
                  <a:pt x="389810" y="1833955"/>
                </a:lnTo>
                <a:lnTo>
                  <a:pt x="389810" y="1814953"/>
                </a:lnTo>
                <a:lnTo>
                  <a:pt x="399322" y="1919480"/>
                </a:lnTo>
                <a:lnTo>
                  <a:pt x="399322" y="2033505"/>
                </a:lnTo>
                <a:lnTo>
                  <a:pt x="408822" y="1890974"/>
                </a:lnTo>
                <a:lnTo>
                  <a:pt x="408822" y="1833955"/>
                </a:lnTo>
                <a:lnTo>
                  <a:pt x="418335" y="1862458"/>
                </a:lnTo>
                <a:lnTo>
                  <a:pt x="427850" y="1843456"/>
                </a:lnTo>
                <a:lnTo>
                  <a:pt x="427850" y="1710429"/>
                </a:lnTo>
                <a:lnTo>
                  <a:pt x="437350" y="1577387"/>
                </a:lnTo>
                <a:lnTo>
                  <a:pt x="437350" y="1491866"/>
                </a:lnTo>
                <a:lnTo>
                  <a:pt x="446862" y="1577387"/>
                </a:lnTo>
                <a:lnTo>
                  <a:pt x="446862" y="1463362"/>
                </a:lnTo>
                <a:lnTo>
                  <a:pt x="456363" y="1159289"/>
                </a:lnTo>
                <a:lnTo>
                  <a:pt x="456363" y="1168790"/>
                </a:lnTo>
                <a:lnTo>
                  <a:pt x="465878" y="1102271"/>
                </a:lnTo>
                <a:lnTo>
                  <a:pt x="465878" y="1007245"/>
                </a:lnTo>
                <a:lnTo>
                  <a:pt x="475378" y="1102271"/>
                </a:lnTo>
                <a:lnTo>
                  <a:pt x="475378" y="1092770"/>
                </a:lnTo>
                <a:lnTo>
                  <a:pt x="484890" y="988243"/>
                </a:lnTo>
                <a:lnTo>
                  <a:pt x="494394" y="988243"/>
                </a:lnTo>
                <a:lnTo>
                  <a:pt x="494394" y="874218"/>
                </a:lnTo>
                <a:lnTo>
                  <a:pt x="503906" y="722174"/>
                </a:lnTo>
                <a:lnTo>
                  <a:pt x="503906" y="807695"/>
                </a:lnTo>
                <a:lnTo>
                  <a:pt x="513406" y="684170"/>
                </a:lnTo>
                <a:lnTo>
                  <a:pt x="513406" y="465606"/>
                </a:lnTo>
                <a:lnTo>
                  <a:pt x="522918" y="674672"/>
                </a:lnTo>
                <a:lnTo>
                  <a:pt x="522918" y="579631"/>
                </a:lnTo>
                <a:lnTo>
                  <a:pt x="532422" y="589138"/>
                </a:lnTo>
                <a:lnTo>
                  <a:pt x="532422" y="627136"/>
                </a:lnTo>
                <a:lnTo>
                  <a:pt x="541934" y="418101"/>
                </a:lnTo>
                <a:lnTo>
                  <a:pt x="551446" y="399086"/>
                </a:lnTo>
                <a:lnTo>
                  <a:pt x="551446" y="579631"/>
                </a:lnTo>
                <a:lnTo>
                  <a:pt x="560949" y="342074"/>
                </a:lnTo>
                <a:lnTo>
                  <a:pt x="560949" y="351581"/>
                </a:lnTo>
                <a:lnTo>
                  <a:pt x="570462" y="332567"/>
                </a:lnTo>
                <a:lnTo>
                  <a:pt x="570462" y="304076"/>
                </a:lnTo>
                <a:lnTo>
                  <a:pt x="579962" y="247063"/>
                </a:lnTo>
                <a:lnTo>
                  <a:pt x="589474" y="332567"/>
                </a:lnTo>
                <a:lnTo>
                  <a:pt x="589474" y="304076"/>
                </a:lnTo>
                <a:lnTo>
                  <a:pt x="598977" y="408593"/>
                </a:lnTo>
                <a:lnTo>
                  <a:pt x="608490" y="294569"/>
                </a:lnTo>
                <a:lnTo>
                  <a:pt x="608490" y="209065"/>
                </a:lnTo>
                <a:lnTo>
                  <a:pt x="617990" y="256571"/>
                </a:lnTo>
                <a:lnTo>
                  <a:pt x="617990" y="323090"/>
                </a:lnTo>
                <a:lnTo>
                  <a:pt x="627502" y="266047"/>
                </a:lnTo>
                <a:lnTo>
                  <a:pt x="627502" y="57012"/>
                </a:lnTo>
                <a:lnTo>
                  <a:pt x="637005" y="332567"/>
                </a:lnTo>
                <a:lnTo>
                  <a:pt x="637005" y="180544"/>
                </a:lnTo>
                <a:lnTo>
                  <a:pt x="646518" y="199558"/>
                </a:lnTo>
                <a:lnTo>
                  <a:pt x="646518" y="247063"/>
                </a:lnTo>
                <a:lnTo>
                  <a:pt x="656018" y="0"/>
                </a:lnTo>
              </a:path>
            </a:pathLst>
          </a:custGeom>
          <a:ln w="190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041710" y="2985880"/>
            <a:ext cx="666115" cy="427990"/>
          </a:xfrm>
          <a:custGeom>
            <a:avLst/>
            <a:gdLst/>
            <a:ahLst/>
            <a:cxnLst/>
            <a:rect l="l" t="t" r="r" b="b"/>
            <a:pathLst>
              <a:path w="666114" h="427989">
                <a:moveTo>
                  <a:pt x="0" y="142546"/>
                </a:moveTo>
                <a:lnTo>
                  <a:pt x="0" y="228080"/>
                </a:lnTo>
                <a:lnTo>
                  <a:pt x="9490" y="266078"/>
                </a:lnTo>
                <a:lnTo>
                  <a:pt x="19003" y="304076"/>
                </a:lnTo>
                <a:lnTo>
                  <a:pt x="19003" y="418131"/>
                </a:lnTo>
                <a:lnTo>
                  <a:pt x="28515" y="323090"/>
                </a:lnTo>
                <a:lnTo>
                  <a:pt x="28515" y="104517"/>
                </a:lnTo>
                <a:lnTo>
                  <a:pt x="38027" y="266078"/>
                </a:lnTo>
                <a:lnTo>
                  <a:pt x="38027" y="142546"/>
                </a:lnTo>
                <a:lnTo>
                  <a:pt x="47540" y="256571"/>
                </a:lnTo>
                <a:lnTo>
                  <a:pt x="47540" y="237556"/>
                </a:lnTo>
                <a:lnTo>
                  <a:pt x="57052" y="285092"/>
                </a:lnTo>
                <a:lnTo>
                  <a:pt x="57052" y="180544"/>
                </a:lnTo>
                <a:lnTo>
                  <a:pt x="66534" y="199558"/>
                </a:lnTo>
                <a:lnTo>
                  <a:pt x="76046" y="266078"/>
                </a:lnTo>
                <a:lnTo>
                  <a:pt x="76046" y="294569"/>
                </a:lnTo>
                <a:lnTo>
                  <a:pt x="85559" y="199558"/>
                </a:lnTo>
                <a:lnTo>
                  <a:pt x="85559" y="342104"/>
                </a:lnTo>
                <a:lnTo>
                  <a:pt x="95071" y="228080"/>
                </a:lnTo>
                <a:lnTo>
                  <a:pt x="95071" y="209065"/>
                </a:lnTo>
                <a:lnTo>
                  <a:pt x="104583" y="152053"/>
                </a:lnTo>
                <a:lnTo>
                  <a:pt x="104583" y="171037"/>
                </a:lnTo>
                <a:lnTo>
                  <a:pt x="114096" y="427608"/>
                </a:lnTo>
                <a:lnTo>
                  <a:pt x="114096" y="266078"/>
                </a:lnTo>
                <a:lnTo>
                  <a:pt x="123608" y="85533"/>
                </a:lnTo>
                <a:lnTo>
                  <a:pt x="133090" y="275585"/>
                </a:lnTo>
                <a:lnTo>
                  <a:pt x="133090" y="104517"/>
                </a:lnTo>
                <a:lnTo>
                  <a:pt x="142602" y="133039"/>
                </a:lnTo>
                <a:lnTo>
                  <a:pt x="142602" y="285092"/>
                </a:lnTo>
                <a:lnTo>
                  <a:pt x="152114" y="123531"/>
                </a:lnTo>
                <a:lnTo>
                  <a:pt x="152114" y="161560"/>
                </a:lnTo>
                <a:lnTo>
                  <a:pt x="161627" y="199558"/>
                </a:lnTo>
                <a:lnTo>
                  <a:pt x="161627" y="247063"/>
                </a:lnTo>
                <a:lnTo>
                  <a:pt x="171139" y="95040"/>
                </a:lnTo>
                <a:lnTo>
                  <a:pt x="171139" y="190051"/>
                </a:lnTo>
                <a:lnTo>
                  <a:pt x="180651" y="171037"/>
                </a:lnTo>
                <a:lnTo>
                  <a:pt x="180651" y="304076"/>
                </a:lnTo>
                <a:lnTo>
                  <a:pt x="190133" y="19014"/>
                </a:lnTo>
                <a:lnTo>
                  <a:pt x="199646" y="294569"/>
                </a:lnTo>
                <a:lnTo>
                  <a:pt x="199646" y="256571"/>
                </a:lnTo>
                <a:lnTo>
                  <a:pt x="209158" y="294569"/>
                </a:lnTo>
                <a:lnTo>
                  <a:pt x="209158" y="275585"/>
                </a:lnTo>
                <a:lnTo>
                  <a:pt x="218670" y="399117"/>
                </a:lnTo>
                <a:lnTo>
                  <a:pt x="218670" y="247063"/>
                </a:lnTo>
                <a:lnTo>
                  <a:pt x="228183" y="228080"/>
                </a:lnTo>
                <a:lnTo>
                  <a:pt x="228183" y="209065"/>
                </a:lnTo>
                <a:lnTo>
                  <a:pt x="237695" y="342104"/>
                </a:lnTo>
                <a:lnTo>
                  <a:pt x="237695" y="228080"/>
                </a:lnTo>
                <a:lnTo>
                  <a:pt x="247207" y="114024"/>
                </a:lnTo>
                <a:lnTo>
                  <a:pt x="256689" y="361088"/>
                </a:lnTo>
                <a:lnTo>
                  <a:pt x="256689" y="294569"/>
                </a:lnTo>
                <a:lnTo>
                  <a:pt x="266201" y="114024"/>
                </a:lnTo>
                <a:lnTo>
                  <a:pt x="266201" y="304076"/>
                </a:lnTo>
                <a:lnTo>
                  <a:pt x="275714" y="256571"/>
                </a:lnTo>
                <a:lnTo>
                  <a:pt x="275714" y="152053"/>
                </a:lnTo>
                <a:lnTo>
                  <a:pt x="285226" y="123531"/>
                </a:lnTo>
                <a:lnTo>
                  <a:pt x="285226" y="161560"/>
                </a:lnTo>
                <a:lnTo>
                  <a:pt x="294738" y="285092"/>
                </a:lnTo>
                <a:lnTo>
                  <a:pt x="294738" y="133039"/>
                </a:lnTo>
                <a:lnTo>
                  <a:pt x="304251" y="114024"/>
                </a:lnTo>
                <a:lnTo>
                  <a:pt x="304251" y="266078"/>
                </a:lnTo>
                <a:lnTo>
                  <a:pt x="313733" y="19014"/>
                </a:lnTo>
                <a:lnTo>
                  <a:pt x="323245" y="152053"/>
                </a:lnTo>
                <a:lnTo>
                  <a:pt x="323245" y="114024"/>
                </a:lnTo>
                <a:lnTo>
                  <a:pt x="332757" y="19014"/>
                </a:lnTo>
                <a:lnTo>
                  <a:pt x="332757" y="171037"/>
                </a:lnTo>
                <a:lnTo>
                  <a:pt x="342270" y="408593"/>
                </a:lnTo>
                <a:lnTo>
                  <a:pt x="342270" y="247063"/>
                </a:lnTo>
                <a:lnTo>
                  <a:pt x="351782" y="218542"/>
                </a:lnTo>
                <a:lnTo>
                  <a:pt x="351782" y="323090"/>
                </a:lnTo>
                <a:lnTo>
                  <a:pt x="361294" y="256571"/>
                </a:lnTo>
                <a:lnTo>
                  <a:pt x="370806" y="266078"/>
                </a:lnTo>
                <a:lnTo>
                  <a:pt x="380288" y="237556"/>
                </a:lnTo>
                <a:lnTo>
                  <a:pt x="380288" y="332597"/>
                </a:lnTo>
                <a:lnTo>
                  <a:pt x="389801" y="351611"/>
                </a:lnTo>
                <a:lnTo>
                  <a:pt x="399313" y="209065"/>
                </a:lnTo>
                <a:lnTo>
                  <a:pt x="399313" y="323090"/>
                </a:lnTo>
                <a:lnTo>
                  <a:pt x="408825" y="152053"/>
                </a:lnTo>
                <a:lnTo>
                  <a:pt x="408825" y="218542"/>
                </a:lnTo>
                <a:lnTo>
                  <a:pt x="418338" y="285092"/>
                </a:lnTo>
                <a:lnTo>
                  <a:pt x="418338" y="123531"/>
                </a:lnTo>
                <a:lnTo>
                  <a:pt x="427850" y="209065"/>
                </a:lnTo>
                <a:lnTo>
                  <a:pt x="437332" y="351611"/>
                </a:lnTo>
                <a:lnTo>
                  <a:pt x="437332" y="95040"/>
                </a:lnTo>
                <a:lnTo>
                  <a:pt x="446844" y="85533"/>
                </a:lnTo>
                <a:lnTo>
                  <a:pt x="446844" y="161560"/>
                </a:lnTo>
                <a:lnTo>
                  <a:pt x="456356" y="275585"/>
                </a:lnTo>
                <a:lnTo>
                  <a:pt x="456356" y="228080"/>
                </a:lnTo>
                <a:lnTo>
                  <a:pt x="465869" y="285092"/>
                </a:lnTo>
                <a:lnTo>
                  <a:pt x="465869" y="218542"/>
                </a:lnTo>
                <a:lnTo>
                  <a:pt x="475381" y="209065"/>
                </a:lnTo>
                <a:lnTo>
                  <a:pt x="475381" y="294569"/>
                </a:lnTo>
                <a:lnTo>
                  <a:pt x="484893" y="304076"/>
                </a:lnTo>
                <a:lnTo>
                  <a:pt x="484893" y="342104"/>
                </a:lnTo>
                <a:lnTo>
                  <a:pt x="494406" y="285092"/>
                </a:lnTo>
                <a:lnTo>
                  <a:pt x="503888" y="313583"/>
                </a:lnTo>
                <a:lnTo>
                  <a:pt x="503888" y="247063"/>
                </a:lnTo>
                <a:lnTo>
                  <a:pt x="513400" y="294569"/>
                </a:lnTo>
                <a:lnTo>
                  <a:pt x="513400" y="180544"/>
                </a:lnTo>
                <a:lnTo>
                  <a:pt x="522912" y="332597"/>
                </a:lnTo>
                <a:lnTo>
                  <a:pt x="522912" y="361088"/>
                </a:lnTo>
                <a:lnTo>
                  <a:pt x="532425" y="152053"/>
                </a:lnTo>
                <a:lnTo>
                  <a:pt x="532425" y="38028"/>
                </a:lnTo>
                <a:lnTo>
                  <a:pt x="541937" y="218542"/>
                </a:lnTo>
                <a:lnTo>
                  <a:pt x="541937" y="57012"/>
                </a:lnTo>
                <a:lnTo>
                  <a:pt x="551449" y="95040"/>
                </a:lnTo>
                <a:lnTo>
                  <a:pt x="560931" y="123531"/>
                </a:lnTo>
                <a:lnTo>
                  <a:pt x="560931" y="104517"/>
                </a:lnTo>
                <a:lnTo>
                  <a:pt x="570443" y="152053"/>
                </a:lnTo>
                <a:lnTo>
                  <a:pt x="570443" y="38028"/>
                </a:lnTo>
                <a:lnTo>
                  <a:pt x="579956" y="104517"/>
                </a:lnTo>
                <a:lnTo>
                  <a:pt x="579956" y="199558"/>
                </a:lnTo>
                <a:lnTo>
                  <a:pt x="589468" y="133039"/>
                </a:lnTo>
                <a:lnTo>
                  <a:pt x="589468" y="237556"/>
                </a:lnTo>
                <a:lnTo>
                  <a:pt x="598980" y="0"/>
                </a:lnTo>
                <a:lnTo>
                  <a:pt x="598980" y="104517"/>
                </a:lnTo>
                <a:lnTo>
                  <a:pt x="608493" y="294569"/>
                </a:lnTo>
                <a:lnTo>
                  <a:pt x="618005" y="256571"/>
                </a:lnTo>
                <a:lnTo>
                  <a:pt x="627487" y="161560"/>
                </a:lnTo>
                <a:lnTo>
                  <a:pt x="627487" y="275585"/>
                </a:lnTo>
                <a:lnTo>
                  <a:pt x="636999" y="266078"/>
                </a:lnTo>
                <a:lnTo>
                  <a:pt x="636999" y="180544"/>
                </a:lnTo>
                <a:lnTo>
                  <a:pt x="646512" y="304076"/>
                </a:lnTo>
                <a:lnTo>
                  <a:pt x="646512" y="256571"/>
                </a:lnTo>
                <a:lnTo>
                  <a:pt x="656024" y="104517"/>
                </a:lnTo>
                <a:lnTo>
                  <a:pt x="656024" y="342104"/>
                </a:lnTo>
                <a:lnTo>
                  <a:pt x="665506" y="294569"/>
                </a:lnTo>
                <a:lnTo>
                  <a:pt x="665506" y="256571"/>
                </a:lnTo>
              </a:path>
            </a:pathLst>
          </a:custGeom>
          <a:ln w="19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707216" y="3033415"/>
            <a:ext cx="666115" cy="2252345"/>
          </a:xfrm>
          <a:custGeom>
            <a:avLst/>
            <a:gdLst/>
            <a:ahLst/>
            <a:cxnLst/>
            <a:rect l="l" t="t" r="r" b="b"/>
            <a:pathLst>
              <a:path w="666114" h="2252345">
                <a:moveTo>
                  <a:pt x="0" y="209035"/>
                </a:moveTo>
                <a:lnTo>
                  <a:pt x="9542" y="266047"/>
                </a:lnTo>
                <a:lnTo>
                  <a:pt x="19024" y="218542"/>
                </a:lnTo>
                <a:lnTo>
                  <a:pt x="19024" y="123501"/>
                </a:lnTo>
                <a:lnTo>
                  <a:pt x="28536" y="75996"/>
                </a:lnTo>
                <a:lnTo>
                  <a:pt x="28536" y="133008"/>
                </a:lnTo>
                <a:lnTo>
                  <a:pt x="38049" y="266047"/>
                </a:lnTo>
                <a:lnTo>
                  <a:pt x="38049" y="114024"/>
                </a:lnTo>
                <a:lnTo>
                  <a:pt x="47561" y="85503"/>
                </a:lnTo>
                <a:lnTo>
                  <a:pt x="47561" y="266047"/>
                </a:lnTo>
                <a:lnTo>
                  <a:pt x="57043" y="0"/>
                </a:lnTo>
                <a:lnTo>
                  <a:pt x="57043" y="75996"/>
                </a:lnTo>
                <a:lnTo>
                  <a:pt x="66555" y="133008"/>
                </a:lnTo>
                <a:lnTo>
                  <a:pt x="76098" y="0"/>
                </a:lnTo>
                <a:lnTo>
                  <a:pt x="76098" y="142515"/>
                </a:lnTo>
                <a:lnTo>
                  <a:pt x="85580" y="361058"/>
                </a:lnTo>
                <a:lnTo>
                  <a:pt x="85580" y="199528"/>
                </a:lnTo>
                <a:lnTo>
                  <a:pt x="95092" y="152022"/>
                </a:lnTo>
                <a:lnTo>
                  <a:pt x="95092" y="285061"/>
                </a:lnTo>
                <a:lnTo>
                  <a:pt x="104605" y="218542"/>
                </a:lnTo>
                <a:lnTo>
                  <a:pt x="104605" y="228049"/>
                </a:lnTo>
                <a:lnTo>
                  <a:pt x="114117" y="18983"/>
                </a:lnTo>
                <a:lnTo>
                  <a:pt x="114117" y="209035"/>
                </a:lnTo>
                <a:lnTo>
                  <a:pt x="123599" y="294569"/>
                </a:lnTo>
                <a:lnTo>
                  <a:pt x="123599" y="361058"/>
                </a:lnTo>
                <a:lnTo>
                  <a:pt x="133111" y="465606"/>
                </a:lnTo>
                <a:lnTo>
                  <a:pt x="142623" y="513111"/>
                </a:lnTo>
                <a:lnTo>
                  <a:pt x="142623" y="750668"/>
                </a:lnTo>
                <a:lnTo>
                  <a:pt x="152136" y="769682"/>
                </a:lnTo>
                <a:lnTo>
                  <a:pt x="152136" y="693655"/>
                </a:lnTo>
                <a:lnTo>
                  <a:pt x="161648" y="836186"/>
                </a:lnTo>
                <a:lnTo>
                  <a:pt x="161648" y="940713"/>
                </a:lnTo>
                <a:lnTo>
                  <a:pt x="171160" y="940713"/>
                </a:lnTo>
                <a:lnTo>
                  <a:pt x="171160" y="959727"/>
                </a:lnTo>
                <a:lnTo>
                  <a:pt x="180642" y="1206782"/>
                </a:lnTo>
                <a:lnTo>
                  <a:pt x="180642" y="1121258"/>
                </a:lnTo>
                <a:lnTo>
                  <a:pt x="190155" y="1121258"/>
                </a:lnTo>
                <a:lnTo>
                  <a:pt x="199667" y="1320807"/>
                </a:lnTo>
                <a:lnTo>
                  <a:pt x="199667" y="1377825"/>
                </a:lnTo>
                <a:lnTo>
                  <a:pt x="209179" y="1216283"/>
                </a:lnTo>
                <a:lnTo>
                  <a:pt x="209179" y="1349322"/>
                </a:lnTo>
                <a:lnTo>
                  <a:pt x="218692" y="1463350"/>
                </a:lnTo>
                <a:lnTo>
                  <a:pt x="218692" y="1396828"/>
                </a:lnTo>
                <a:lnTo>
                  <a:pt x="228204" y="1377825"/>
                </a:lnTo>
                <a:lnTo>
                  <a:pt x="228204" y="1548872"/>
                </a:lnTo>
                <a:lnTo>
                  <a:pt x="237716" y="1700901"/>
                </a:lnTo>
                <a:lnTo>
                  <a:pt x="237716" y="1681899"/>
                </a:lnTo>
                <a:lnTo>
                  <a:pt x="247198" y="1643895"/>
                </a:lnTo>
                <a:lnTo>
                  <a:pt x="256710" y="1710414"/>
                </a:lnTo>
                <a:lnTo>
                  <a:pt x="256710" y="1824442"/>
                </a:lnTo>
                <a:lnTo>
                  <a:pt x="266223" y="1843444"/>
                </a:lnTo>
                <a:lnTo>
                  <a:pt x="266223" y="1691400"/>
                </a:lnTo>
                <a:lnTo>
                  <a:pt x="275735" y="1710414"/>
                </a:lnTo>
                <a:lnTo>
                  <a:pt x="275735" y="1757922"/>
                </a:lnTo>
                <a:lnTo>
                  <a:pt x="285247" y="1843444"/>
                </a:lnTo>
                <a:lnTo>
                  <a:pt x="285247" y="1881448"/>
                </a:lnTo>
                <a:lnTo>
                  <a:pt x="294760" y="1786426"/>
                </a:lnTo>
                <a:lnTo>
                  <a:pt x="294760" y="1909964"/>
                </a:lnTo>
                <a:lnTo>
                  <a:pt x="304242" y="1985972"/>
                </a:lnTo>
                <a:lnTo>
                  <a:pt x="304242" y="1957469"/>
                </a:lnTo>
                <a:lnTo>
                  <a:pt x="313754" y="1871947"/>
                </a:lnTo>
                <a:lnTo>
                  <a:pt x="323266" y="1871947"/>
                </a:lnTo>
                <a:lnTo>
                  <a:pt x="323266" y="1947968"/>
                </a:lnTo>
                <a:lnTo>
                  <a:pt x="332779" y="2033492"/>
                </a:lnTo>
                <a:lnTo>
                  <a:pt x="332779" y="1824442"/>
                </a:lnTo>
                <a:lnTo>
                  <a:pt x="342291" y="1852945"/>
                </a:lnTo>
                <a:lnTo>
                  <a:pt x="342291" y="1890949"/>
                </a:lnTo>
                <a:lnTo>
                  <a:pt x="351803" y="2052495"/>
                </a:lnTo>
                <a:lnTo>
                  <a:pt x="351803" y="1881448"/>
                </a:lnTo>
                <a:lnTo>
                  <a:pt x="361316" y="1957469"/>
                </a:lnTo>
                <a:lnTo>
                  <a:pt x="361316" y="1890949"/>
                </a:lnTo>
                <a:lnTo>
                  <a:pt x="370797" y="1852945"/>
                </a:lnTo>
                <a:lnTo>
                  <a:pt x="380310" y="1995485"/>
                </a:lnTo>
                <a:lnTo>
                  <a:pt x="380310" y="1919465"/>
                </a:lnTo>
                <a:lnTo>
                  <a:pt x="389822" y="1947968"/>
                </a:lnTo>
                <a:lnTo>
                  <a:pt x="389822" y="1928966"/>
                </a:lnTo>
                <a:lnTo>
                  <a:pt x="399334" y="2052495"/>
                </a:lnTo>
                <a:lnTo>
                  <a:pt x="399334" y="2004986"/>
                </a:lnTo>
                <a:lnTo>
                  <a:pt x="408847" y="1852945"/>
                </a:lnTo>
                <a:lnTo>
                  <a:pt x="408847" y="1947968"/>
                </a:lnTo>
                <a:lnTo>
                  <a:pt x="418359" y="2014490"/>
                </a:lnTo>
                <a:lnTo>
                  <a:pt x="418359" y="2033492"/>
                </a:lnTo>
                <a:lnTo>
                  <a:pt x="427841" y="1938467"/>
                </a:lnTo>
                <a:lnTo>
                  <a:pt x="437353" y="2080998"/>
                </a:lnTo>
                <a:lnTo>
                  <a:pt x="446865" y="2052495"/>
                </a:lnTo>
                <a:lnTo>
                  <a:pt x="446865" y="2204536"/>
                </a:lnTo>
                <a:lnTo>
                  <a:pt x="456378" y="2033492"/>
                </a:lnTo>
                <a:lnTo>
                  <a:pt x="465890" y="2147517"/>
                </a:lnTo>
                <a:lnTo>
                  <a:pt x="465890" y="2157018"/>
                </a:lnTo>
                <a:lnTo>
                  <a:pt x="475402" y="2042993"/>
                </a:lnTo>
                <a:lnTo>
                  <a:pt x="475402" y="1985972"/>
                </a:lnTo>
                <a:lnTo>
                  <a:pt x="484915" y="2080998"/>
                </a:lnTo>
                <a:lnTo>
                  <a:pt x="484915" y="2090511"/>
                </a:lnTo>
                <a:lnTo>
                  <a:pt x="494397" y="2147517"/>
                </a:lnTo>
                <a:lnTo>
                  <a:pt x="503909" y="2061996"/>
                </a:lnTo>
                <a:lnTo>
                  <a:pt x="503909" y="2090511"/>
                </a:lnTo>
                <a:lnTo>
                  <a:pt x="513421" y="2061996"/>
                </a:lnTo>
                <a:lnTo>
                  <a:pt x="513421" y="2042993"/>
                </a:lnTo>
                <a:lnTo>
                  <a:pt x="522934" y="2252041"/>
                </a:lnTo>
                <a:lnTo>
                  <a:pt x="522934" y="2109513"/>
                </a:lnTo>
                <a:lnTo>
                  <a:pt x="532446" y="2023991"/>
                </a:lnTo>
                <a:lnTo>
                  <a:pt x="532446" y="2042993"/>
                </a:lnTo>
                <a:lnTo>
                  <a:pt x="541958" y="2166519"/>
                </a:lnTo>
                <a:lnTo>
                  <a:pt x="541958" y="2061996"/>
                </a:lnTo>
                <a:lnTo>
                  <a:pt x="551440" y="1957469"/>
                </a:lnTo>
                <a:lnTo>
                  <a:pt x="560952" y="1947968"/>
                </a:lnTo>
                <a:lnTo>
                  <a:pt x="560952" y="1966970"/>
                </a:lnTo>
                <a:lnTo>
                  <a:pt x="570465" y="2109513"/>
                </a:lnTo>
                <a:lnTo>
                  <a:pt x="570465" y="1909964"/>
                </a:lnTo>
                <a:lnTo>
                  <a:pt x="579977" y="2023991"/>
                </a:lnTo>
                <a:lnTo>
                  <a:pt x="579977" y="1947968"/>
                </a:lnTo>
                <a:lnTo>
                  <a:pt x="589489" y="1881448"/>
                </a:lnTo>
                <a:lnTo>
                  <a:pt x="589489" y="2033492"/>
                </a:lnTo>
                <a:lnTo>
                  <a:pt x="599002" y="1947968"/>
                </a:lnTo>
                <a:lnTo>
                  <a:pt x="599002" y="2014490"/>
                </a:lnTo>
                <a:lnTo>
                  <a:pt x="608514" y="1985972"/>
                </a:lnTo>
                <a:lnTo>
                  <a:pt x="608514" y="2071497"/>
                </a:lnTo>
                <a:lnTo>
                  <a:pt x="617996" y="2023991"/>
                </a:lnTo>
                <a:lnTo>
                  <a:pt x="627508" y="1852945"/>
                </a:lnTo>
                <a:lnTo>
                  <a:pt x="627508" y="1966970"/>
                </a:lnTo>
                <a:lnTo>
                  <a:pt x="637021" y="2023991"/>
                </a:lnTo>
                <a:lnTo>
                  <a:pt x="637021" y="2052495"/>
                </a:lnTo>
                <a:lnTo>
                  <a:pt x="646533" y="1966970"/>
                </a:lnTo>
                <a:lnTo>
                  <a:pt x="646533" y="1909964"/>
                </a:lnTo>
                <a:lnTo>
                  <a:pt x="656045" y="1985972"/>
                </a:lnTo>
                <a:lnTo>
                  <a:pt x="656045" y="2004986"/>
                </a:lnTo>
                <a:lnTo>
                  <a:pt x="665558" y="2195035"/>
                </a:lnTo>
                <a:lnTo>
                  <a:pt x="665558" y="2061996"/>
                </a:lnTo>
              </a:path>
            </a:pathLst>
          </a:custGeom>
          <a:ln w="190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372774" y="3289956"/>
            <a:ext cx="656590" cy="2024380"/>
          </a:xfrm>
          <a:custGeom>
            <a:avLst/>
            <a:gdLst/>
            <a:ahLst/>
            <a:cxnLst/>
            <a:rect l="l" t="t" r="r" b="b"/>
            <a:pathLst>
              <a:path w="656589" h="2024379">
                <a:moveTo>
                  <a:pt x="0" y="1805455"/>
                </a:moveTo>
                <a:lnTo>
                  <a:pt x="9481" y="1738945"/>
                </a:lnTo>
                <a:lnTo>
                  <a:pt x="18994" y="1881476"/>
                </a:lnTo>
                <a:lnTo>
                  <a:pt x="18994" y="1957496"/>
                </a:lnTo>
                <a:lnTo>
                  <a:pt x="28506" y="1767451"/>
                </a:lnTo>
                <a:lnTo>
                  <a:pt x="28506" y="1729431"/>
                </a:lnTo>
                <a:lnTo>
                  <a:pt x="38018" y="1833970"/>
                </a:lnTo>
                <a:lnTo>
                  <a:pt x="38018" y="1805455"/>
                </a:lnTo>
                <a:lnTo>
                  <a:pt x="47531" y="1871975"/>
                </a:lnTo>
                <a:lnTo>
                  <a:pt x="47531" y="1776952"/>
                </a:lnTo>
                <a:lnTo>
                  <a:pt x="57043" y="1795954"/>
                </a:lnTo>
                <a:lnTo>
                  <a:pt x="57043" y="1767451"/>
                </a:lnTo>
                <a:lnTo>
                  <a:pt x="66555" y="1748446"/>
                </a:lnTo>
                <a:lnTo>
                  <a:pt x="76037" y="1966997"/>
                </a:lnTo>
                <a:lnTo>
                  <a:pt x="76037" y="1814956"/>
                </a:lnTo>
                <a:lnTo>
                  <a:pt x="85549" y="1710429"/>
                </a:lnTo>
                <a:lnTo>
                  <a:pt x="85549" y="1786453"/>
                </a:lnTo>
                <a:lnTo>
                  <a:pt x="95062" y="1871975"/>
                </a:lnTo>
                <a:lnTo>
                  <a:pt x="95062" y="1748446"/>
                </a:lnTo>
                <a:lnTo>
                  <a:pt x="104574" y="1662924"/>
                </a:lnTo>
                <a:lnTo>
                  <a:pt x="104574" y="1710429"/>
                </a:lnTo>
                <a:lnTo>
                  <a:pt x="114086" y="1710429"/>
                </a:lnTo>
                <a:lnTo>
                  <a:pt x="114086" y="1805455"/>
                </a:lnTo>
                <a:lnTo>
                  <a:pt x="123599" y="1624908"/>
                </a:lnTo>
                <a:lnTo>
                  <a:pt x="123599" y="1719930"/>
                </a:lnTo>
                <a:lnTo>
                  <a:pt x="133081" y="1615407"/>
                </a:lnTo>
                <a:lnTo>
                  <a:pt x="142593" y="1615407"/>
                </a:lnTo>
                <a:lnTo>
                  <a:pt x="142593" y="1757950"/>
                </a:lnTo>
                <a:lnTo>
                  <a:pt x="152105" y="1700928"/>
                </a:lnTo>
                <a:lnTo>
                  <a:pt x="152105" y="1615407"/>
                </a:lnTo>
                <a:lnTo>
                  <a:pt x="161618" y="1719930"/>
                </a:lnTo>
                <a:lnTo>
                  <a:pt x="161618" y="1833970"/>
                </a:lnTo>
                <a:lnTo>
                  <a:pt x="171130" y="1748446"/>
                </a:lnTo>
                <a:lnTo>
                  <a:pt x="171130" y="1662924"/>
                </a:lnTo>
                <a:lnTo>
                  <a:pt x="180642" y="1662924"/>
                </a:lnTo>
                <a:lnTo>
                  <a:pt x="180642" y="1757950"/>
                </a:lnTo>
                <a:lnTo>
                  <a:pt x="190155" y="1776952"/>
                </a:lnTo>
                <a:lnTo>
                  <a:pt x="199636" y="1710429"/>
                </a:lnTo>
                <a:lnTo>
                  <a:pt x="199636" y="1681926"/>
                </a:lnTo>
                <a:lnTo>
                  <a:pt x="209149" y="1767451"/>
                </a:lnTo>
                <a:lnTo>
                  <a:pt x="209149" y="1824457"/>
                </a:lnTo>
                <a:lnTo>
                  <a:pt x="218661" y="1938494"/>
                </a:lnTo>
                <a:lnTo>
                  <a:pt x="218661" y="1748446"/>
                </a:lnTo>
                <a:lnTo>
                  <a:pt x="228173" y="1786453"/>
                </a:lnTo>
                <a:lnTo>
                  <a:pt x="228173" y="1862474"/>
                </a:lnTo>
                <a:lnTo>
                  <a:pt x="237686" y="1890977"/>
                </a:lnTo>
                <a:lnTo>
                  <a:pt x="237686" y="1814956"/>
                </a:lnTo>
                <a:lnTo>
                  <a:pt x="247198" y="1729431"/>
                </a:lnTo>
                <a:lnTo>
                  <a:pt x="247198" y="1786453"/>
                </a:lnTo>
                <a:lnTo>
                  <a:pt x="256680" y="1843471"/>
                </a:lnTo>
                <a:lnTo>
                  <a:pt x="266192" y="1890977"/>
                </a:lnTo>
                <a:lnTo>
                  <a:pt x="266192" y="1786453"/>
                </a:lnTo>
                <a:lnTo>
                  <a:pt x="275705" y="1843471"/>
                </a:lnTo>
                <a:lnTo>
                  <a:pt x="275705" y="1795954"/>
                </a:lnTo>
                <a:lnTo>
                  <a:pt x="285217" y="1776952"/>
                </a:lnTo>
                <a:lnTo>
                  <a:pt x="285217" y="2024016"/>
                </a:lnTo>
                <a:lnTo>
                  <a:pt x="294729" y="1843471"/>
                </a:lnTo>
                <a:lnTo>
                  <a:pt x="294729" y="1738945"/>
                </a:lnTo>
                <a:lnTo>
                  <a:pt x="304242" y="1814956"/>
                </a:lnTo>
                <a:lnTo>
                  <a:pt x="304242" y="1919480"/>
                </a:lnTo>
                <a:lnTo>
                  <a:pt x="313754" y="1767451"/>
                </a:lnTo>
                <a:lnTo>
                  <a:pt x="323236" y="1691427"/>
                </a:lnTo>
                <a:lnTo>
                  <a:pt x="323236" y="1757950"/>
                </a:lnTo>
                <a:lnTo>
                  <a:pt x="332748" y="1719930"/>
                </a:lnTo>
                <a:lnTo>
                  <a:pt x="332748" y="1824457"/>
                </a:lnTo>
                <a:lnTo>
                  <a:pt x="342260" y="1634409"/>
                </a:lnTo>
                <a:lnTo>
                  <a:pt x="342260" y="1757950"/>
                </a:lnTo>
                <a:lnTo>
                  <a:pt x="351773" y="1643922"/>
                </a:lnTo>
                <a:lnTo>
                  <a:pt x="351773" y="1624908"/>
                </a:lnTo>
                <a:lnTo>
                  <a:pt x="361285" y="1767451"/>
                </a:lnTo>
                <a:lnTo>
                  <a:pt x="361285" y="1700928"/>
                </a:lnTo>
                <a:lnTo>
                  <a:pt x="370797" y="1719930"/>
                </a:lnTo>
                <a:lnTo>
                  <a:pt x="380279" y="1700928"/>
                </a:lnTo>
                <a:lnTo>
                  <a:pt x="380279" y="1824457"/>
                </a:lnTo>
                <a:lnTo>
                  <a:pt x="389792" y="1767451"/>
                </a:lnTo>
                <a:lnTo>
                  <a:pt x="389792" y="1624908"/>
                </a:lnTo>
                <a:lnTo>
                  <a:pt x="399304" y="1719930"/>
                </a:lnTo>
                <a:lnTo>
                  <a:pt x="399304" y="1776952"/>
                </a:lnTo>
                <a:lnTo>
                  <a:pt x="408816" y="1795954"/>
                </a:lnTo>
                <a:lnTo>
                  <a:pt x="408816" y="1700928"/>
                </a:lnTo>
                <a:lnTo>
                  <a:pt x="418328" y="1691427"/>
                </a:lnTo>
                <a:lnTo>
                  <a:pt x="418328" y="1738945"/>
                </a:lnTo>
                <a:lnTo>
                  <a:pt x="427841" y="1776952"/>
                </a:lnTo>
                <a:lnTo>
                  <a:pt x="427841" y="1966997"/>
                </a:lnTo>
                <a:lnTo>
                  <a:pt x="437353" y="1814956"/>
                </a:lnTo>
                <a:lnTo>
                  <a:pt x="446835" y="1748446"/>
                </a:lnTo>
                <a:lnTo>
                  <a:pt x="446835" y="1900478"/>
                </a:lnTo>
                <a:lnTo>
                  <a:pt x="456347" y="1985999"/>
                </a:lnTo>
                <a:lnTo>
                  <a:pt x="456347" y="1776952"/>
                </a:lnTo>
                <a:lnTo>
                  <a:pt x="465860" y="1738945"/>
                </a:lnTo>
                <a:lnTo>
                  <a:pt x="465860" y="1757950"/>
                </a:lnTo>
                <a:lnTo>
                  <a:pt x="475372" y="1805455"/>
                </a:lnTo>
                <a:lnTo>
                  <a:pt x="475372" y="1881476"/>
                </a:lnTo>
                <a:lnTo>
                  <a:pt x="484854" y="1786453"/>
                </a:lnTo>
                <a:lnTo>
                  <a:pt x="484854" y="1795954"/>
                </a:lnTo>
                <a:lnTo>
                  <a:pt x="494397" y="1748446"/>
                </a:lnTo>
                <a:lnTo>
                  <a:pt x="503878" y="1586903"/>
                </a:lnTo>
                <a:lnTo>
                  <a:pt x="503878" y="1672425"/>
                </a:lnTo>
                <a:lnTo>
                  <a:pt x="513391" y="1425358"/>
                </a:lnTo>
                <a:lnTo>
                  <a:pt x="513391" y="1349338"/>
                </a:lnTo>
                <a:lnTo>
                  <a:pt x="522903" y="1244814"/>
                </a:lnTo>
                <a:lnTo>
                  <a:pt x="522903" y="1235313"/>
                </a:lnTo>
                <a:lnTo>
                  <a:pt x="532415" y="1045264"/>
                </a:lnTo>
                <a:lnTo>
                  <a:pt x="532415" y="940741"/>
                </a:lnTo>
                <a:lnTo>
                  <a:pt x="541928" y="769694"/>
                </a:lnTo>
                <a:lnTo>
                  <a:pt x="541928" y="969244"/>
                </a:lnTo>
                <a:lnTo>
                  <a:pt x="551410" y="541642"/>
                </a:lnTo>
                <a:lnTo>
                  <a:pt x="551410" y="589147"/>
                </a:lnTo>
                <a:lnTo>
                  <a:pt x="560952" y="674672"/>
                </a:lnTo>
                <a:lnTo>
                  <a:pt x="570434" y="722189"/>
                </a:lnTo>
                <a:lnTo>
                  <a:pt x="570434" y="503634"/>
                </a:lnTo>
                <a:lnTo>
                  <a:pt x="579947" y="427608"/>
                </a:lnTo>
                <a:lnTo>
                  <a:pt x="579947" y="522640"/>
                </a:lnTo>
                <a:lnTo>
                  <a:pt x="589459" y="370595"/>
                </a:lnTo>
                <a:lnTo>
                  <a:pt x="589459" y="133039"/>
                </a:lnTo>
                <a:lnTo>
                  <a:pt x="598971" y="465606"/>
                </a:lnTo>
                <a:lnTo>
                  <a:pt x="598971" y="332597"/>
                </a:lnTo>
                <a:lnTo>
                  <a:pt x="608453" y="427608"/>
                </a:lnTo>
                <a:lnTo>
                  <a:pt x="608453" y="256571"/>
                </a:lnTo>
                <a:lnTo>
                  <a:pt x="617965" y="342104"/>
                </a:lnTo>
                <a:lnTo>
                  <a:pt x="627478" y="370595"/>
                </a:lnTo>
                <a:lnTo>
                  <a:pt x="627478" y="342104"/>
                </a:lnTo>
                <a:lnTo>
                  <a:pt x="636990" y="237556"/>
                </a:lnTo>
                <a:lnTo>
                  <a:pt x="636990" y="123531"/>
                </a:lnTo>
                <a:lnTo>
                  <a:pt x="646502" y="161560"/>
                </a:lnTo>
                <a:lnTo>
                  <a:pt x="646502" y="256571"/>
                </a:lnTo>
                <a:lnTo>
                  <a:pt x="656015" y="209065"/>
                </a:lnTo>
                <a:lnTo>
                  <a:pt x="656015" y="0"/>
                </a:lnTo>
              </a:path>
            </a:pathLst>
          </a:custGeom>
          <a:ln w="190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028789" y="2957389"/>
            <a:ext cx="675640" cy="485140"/>
          </a:xfrm>
          <a:custGeom>
            <a:avLst/>
            <a:gdLst/>
            <a:ahLst/>
            <a:cxnLst/>
            <a:rect l="l" t="t" r="r" b="b"/>
            <a:pathLst>
              <a:path w="675639" h="485139">
                <a:moveTo>
                  <a:pt x="0" y="332567"/>
                </a:moveTo>
                <a:lnTo>
                  <a:pt x="9512" y="484620"/>
                </a:lnTo>
                <a:lnTo>
                  <a:pt x="9512" y="475113"/>
                </a:lnTo>
                <a:lnTo>
                  <a:pt x="18994" y="456099"/>
                </a:lnTo>
                <a:lnTo>
                  <a:pt x="28506" y="446592"/>
                </a:lnTo>
                <a:lnTo>
                  <a:pt x="28506" y="294569"/>
                </a:lnTo>
                <a:lnTo>
                  <a:pt x="38018" y="313583"/>
                </a:lnTo>
                <a:lnTo>
                  <a:pt x="38018" y="399086"/>
                </a:lnTo>
                <a:lnTo>
                  <a:pt x="47531" y="190051"/>
                </a:lnTo>
                <a:lnTo>
                  <a:pt x="47531" y="266047"/>
                </a:lnTo>
                <a:lnTo>
                  <a:pt x="57043" y="418101"/>
                </a:lnTo>
                <a:lnTo>
                  <a:pt x="57043" y="294569"/>
                </a:lnTo>
                <a:lnTo>
                  <a:pt x="66555" y="180544"/>
                </a:lnTo>
                <a:lnTo>
                  <a:pt x="66555" y="247033"/>
                </a:lnTo>
                <a:lnTo>
                  <a:pt x="76037" y="342074"/>
                </a:lnTo>
                <a:lnTo>
                  <a:pt x="76037" y="237556"/>
                </a:lnTo>
                <a:lnTo>
                  <a:pt x="85549" y="9507"/>
                </a:lnTo>
                <a:lnTo>
                  <a:pt x="95062" y="275554"/>
                </a:lnTo>
                <a:lnTo>
                  <a:pt x="104574" y="342074"/>
                </a:lnTo>
                <a:lnTo>
                  <a:pt x="104574" y="218542"/>
                </a:lnTo>
                <a:lnTo>
                  <a:pt x="114086" y="399086"/>
                </a:lnTo>
                <a:lnTo>
                  <a:pt x="114086" y="342074"/>
                </a:lnTo>
                <a:lnTo>
                  <a:pt x="123599" y="171037"/>
                </a:lnTo>
                <a:lnTo>
                  <a:pt x="123599" y="247033"/>
                </a:lnTo>
                <a:lnTo>
                  <a:pt x="133111" y="361088"/>
                </a:lnTo>
                <a:lnTo>
                  <a:pt x="133111" y="228049"/>
                </a:lnTo>
                <a:lnTo>
                  <a:pt x="142593" y="370595"/>
                </a:lnTo>
                <a:lnTo>
                  <a:pt x="152105" y="332567"/>
                </a:lnTo>
                <a:lnTo>
                  <a:pt x="152105" y="266047"/>
                </a:lnTo>
                <a:lnTo>
                  <a:pt x="161618" y="133008"/>
                </a:lnTo>
                <a:lnTo>
                  <a:pt x="161618" y="275554"/>
                </a:lnTo>
                <a:lnTo>
                  <a:pt x="171130" y="171037"/>
                </a:lnTo>
                <a:lnTo>
                  <a:pt x="171130" y="104517"/>
                </a:lnTo>
                <a:lnTo>
                  <a:pt x="180642" y="76026"/>
                </a:lnTo>
                <a:lnTo>
                  <a:pt x="180642" y="142515"/>
                </a:lnTo>
                <a:lnTo>
                  <a:pt x="190155" y="256540"/>
                </a:lnTo>
                <a:lnTo>
                  <a:pt x="190155" y="95010"/>
                </a:lnTo>
                <a:lnTo>
                  <a:pt x="199636" y="142515"/>
                </a:lnTo>
                <a:lnTo>
                  <a:pt x="209149" y="228049"/>
                </a:lnTo>
                <a:lnTo>
                  <a:pt x="209149" y="76026"/>
                </a:lnTo>
                <a:lnTo>
                  <a:pt x="218661" y="0"/>
                </a:lnTo>
                <a:lnTo>
                  <a:pt x="218661" y="180544"/>
                </a:lnTo>
                <a:lnTo>
                  <a:pt x="228173" y="142515"/>
                </a:lnTo>
                <a:lnTo>
                  <a:pt x="228173" y="351581"/>
                </a:lnTo>
                <a:lnTo>
                  <a:pt x="237686" y="408593"/>
                </a:lnTo>
                <a:lnTo>
                  <a:pt x="237686" y="285061"/>
                </a:lnTo>
                <a:lnTo>
                  <a:pt x="247198" y="247033"/>
                </a:lnTo>
                <a:lnTo>
                  <a:pt x="247198" y="323060"/>
                </a:lnTo>
                <a:lnTo>
                  <a:pt x="256710" y="256540"/>
                </a:lnTo>
                <a:lnTo>
                  <a:pt x="266192" y="275554"/>
                </a:lnTo>
                <a:lnTo>
                  <a:pt x="275705" y="342074"/>
                </a:lnTo>
                <a:lnTo>
                  <a:pt x="275705" y="313583"/>
                </a:lnTo>
                <a:lnTo>
                  <a:pt x="285217" y="351581"/>
                </a:lnTo>
                <a:lnTo>
                  <a:pt x="285217" y="361088"/>
                </a:lnTo>
                <a:lnTo>
                  <a:pt x="294729" y="342074"/>
                </a:lnTo>
                <a:lnTo>
                  <a:pt x="294729" y="266047"/>
                </a:lnTo>
                <a:lnTo>
                  <a:pt x="304242" y="104517"/>
                </a:lnTo>
                <a:lnTo>
                  <a:pt x="304242" y="199528"/>
                </a:lnTo>
                <a:lnTo>
                  <a:pt x="313754" y="228049"/>
                </a:lnTo>
                <a:lnTo>
                  <a:pt x="313754" y="285061"/>
                </a:lnTo>
                <a:lnTo>
                  <a:pt x="323236" y="114024"/>
                </a:lnTo>
                <a:lnTo>
                  <a:pt x="332748" y="294569"/>
                </a:lnTo>
                <a:lnTo>
                  <a:pt x="332748" y="47505"/>
                </a:lnTo>
                <a:lnTo>
                  <a:pt x="342260" y="256540"/>
                </a:lnTo>
                <a:lnTo>
                  <a:pt x="342260" y="114024"/>
                </a:lnTo>
                <a:lnTo>
                  <a:pt x="351773" y="247033"/>
                </a:lnTo>
                <a:lnTo>
                  <a:pt x="351773" y="228049"/>
                </a:lnTo>
                <a:lnTo>
                  <a:pt x="361285" y="256540"/>
                </a:lnTo>
                <a:lnTo>
                  <a:pt x="361285" y="171037"/>
                </a:lnTo>
                <a:lnTo>
                  <a:pt x="370797" y="218542"/>
                </a:lnTo>
                <a:lnTo>
                  <a:pt x="380310" y="237556"/>
                </a:lnTo>
                <a:lnTo>
                  <a:pt x="380310" y="171037"/>
                </a:lnTo>
                <a:lnTo>
                  <a:pt x="389792" y="313583"/>
                </a:lnTo>
                <a:lnTo>
                  <a:pt x="399304" y="114024"/>
                </a:lnTo>
                <a:lnTo>
                  <a:pt x="399304" y="0"/>
                </a:lnTo>
                <a:lnTo>
                  <a:pt x="408816" y="104517"/>
                </a:lnTo>
                <a:lnTo>
                  <a:pt x="408816" y="209035"/>
                </a:lnTo>
                <a:lnTo>
                  <a:pt x="418328" y="456099"/>
                </a:lnTo>
                <a:lnTo>
                  <a:pt x="418328" y="237556"/>
                </a:lnTo>
                <a:lnTo>
                  <a:pt x="427841" y="228049"/>
                </a:lnTo>
                <a:lnTo>
                  <a:pt x="427841" y="304076"/>
                </a:lnTo>
                <a:lnTo>
                  <a:pt x="437353" y="171037"/>
                </a:lnTo>
                <a:lnTo>
                  <a:pt x="437353" y="104517"/>
                </a:lnTo>
                <a:lnTo>
                  <a:pt x="446835" y="351581"/>
                </a:lnTo>
                <a:lnTo>
                  <a:pt x="456347" y="161530"/>
                </a:lnTo>
                <a:lnTo>
                  <a:pt x="456347" y="180544"/>
                </a:lnTo>
                <a:lnTo>
                  <a:pt x="465860" y="247033"/>
                </a:lnTo>
                <a:lnTo>
                  <a:pt x="465860" y="294569"/>
                </a:lnTo>
                <a:lnTo>
                  <a:pt x="475372" y="152022"/>
                </a:lnTo>
                <a:lnTo>
                  <a:pt x="475372" y="266047"/>
                </a:lnTo>
                <a:lnTo>
                  <a:pt x="484884" y="180544"/>
                </a:lnTo>
                <a:lnTo>
                  <a:pt x="484884" y="332567"/>
                </a:lnTo>
                <a:lnTo>
                  <a:pt x="494397" y="37998"/>
                </a:lnTo>
                <a:lnTo>
                  <a:pt x="494397" y="313583"/>
                </a:lnTo>
                <a:lnTo>
                  <a:pt x="503909" y="285061"/>
                </a:lnTo>
                <a:lnTo>
                  <a:pt x="513391" y="275554"/>
                </a:lnTo>
                <a:lnTo>
                  <a:pt x="522903" y="427608"/>
                </a:lnTo>
                <a:lnTo>
                  <a:pt x="522903" y="256540"/>
                </a:lnTo>
                <a:lnTo>
                  <a:pt x="532415" y="218542"/>
                </a:lnTo>
                <a:lnTo>
                  <a:pt x="532415" y="256540"/>
                </a:lnTo>
                <a:lnTo>
                  <a:pt x="541928" y="380102"/>
                </a:lnTo>
                <a:lnTo>
                  <a:pt x="541928" y="294569"/>
                </a:lnTo>
                <a:lnTo>
                  <a:pt x="551440" y="142515"/>
                </a:lnTo>
                <a:lnTo>
                  <a:pt x="551440" y="399086"/>
                </a:lnTo>
                <a:lnTo>
                  <a:pt x="560952" y="332567"/>
                </a:lnTo>
                <a:lnTo>
                  <a:pt x="560952" y="275554"/>
                </a:lnTo>
                <a:lnTo>
                  <a:pt x="570434" y="342074"/>
                </a:lnTo>
                <a:lnTo>
                  <a:pt x="579947" y="294569"/>
                </a:lnTo>
                <a:lnTo>
                  <a:pt x="579947" y="199528"/>
                </a:lnTo>
                <a:lnTo>
                  <a:pt x="589459" y="171037"/>
                </a:lnTo>
                <a:lnTo>
                  <a:pt x="589459" y="190051"/>
                </a:lnTo>
                <a:lnTo>
                  <a:pt x="598971" y="332567"/>
                </a:lnTo>
                <a:lnTo>
                  <a:pt x="598971" y="180544"/>
                </a:lnTo>
                <a:lnTo>
                  <a:pt x="608484" y="171037"/>
                </a:lnTo>
                <a:lnTo>
                  <a:pt x="608484" y="313583"/>
                </a:lnTo>
                <a:lnTo>
                  <a:pt x="617996" y="57012"/>
                </a:lnTo>
                <a:lnTo>
                  <a:pt x="617996" y="142515"/>
                </a:lnTo>
                <a:lnTo>
                  <a:pt x="627508" y="199528"/>
                </a:lnTo>
                <a:lnTo>
                  <a:pt x="636990" y="76026"/>
                </a:lnTo>
                <a:lnTo>
                  <a:pt x="636990" y="218542"/>
                </a:lnTo>
                <a:lnTo>
                  <a:pt x="646502" y="437084"/>
                </a:lnTo>
                <a:lnTo>
                  <a:pt x="646502" y="294569"/>
                </a:lnTo>
                <a:lnTo>
                  <a:pt x="656015" y="237556"/>
                </a:lnTo>
                <a:lnTo>
                  <a:pt x="656015" y="380102"/>
                </a:lnTo>
                <a:lnTo>
                  <a:pt x="665527" y="304076"/>
                </a:lnTo>
                <a:lnTo>
                  <a:pt x="665527" y="47505"/>
                </a:lnTo>
                <a:lnTo>
                  <a:pt x="675039" y="114024"/>
                </a:lnTo>
                <a:lnTo>
                  <a:pt x="675039" y="304076"/>
                </a:lnTo>
              </a:path>
            </a:pathLst>
          </a:custGeom>
          <a:ln w="190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703829" y="3118919"/>
            <a:ext cx="666115" cy="2195195"/>
          </a:xfrm>
          <a:custGeom>
            <a:avLst/>
            <a:gdLst/>
            <a:ahLst/>
            <a:cxnLst/>
            <a:rect l="l" t="t" r="r" b="b"/>
            <a:pathLst>
              <a:path w="666114" h="2195195">
                <a:moveTo>
                  <a:pt x="0" y="142546"/>
                </a:moveTo>
                <a:lnTo>
                  <a:pt x="9512" y="237556"/>
                </a:lnTo>
                <a:lnTo>
                  <a:pt x="9512" y="361088"/>
                </a:lnTo>
                <a:lnTo>
                  <a:pt x="18994" y="152053"/>
                </a:lnTo>
                <a:lnTo>
                  <a:pt x="28506" y="142546"/>
                </a:lnTo>
                <a:lnTo>
                  <a:pt x="28506" y="237556"/>
                </a:lnTo>
                <a:lnTo>
                  <a:pt x="38018" y="57012"/>
                </a:lnTo>
                <a:lnTo>
                  <a:pt x="38018" y="0"/>
                </a:lnTo>
                <a:lnTo>
                  <a:pt x="47531" y="247063"/>
                </a:lnTo>
                <a:lnTo>
                  <a:pt x="47531" y="85503"/>
                </a:lnTo>
                <a:lnTo>
                  <a:pt x="57043" y="85503"/>
                </a:lnTo>
                <a:lnTo>
                  <a:pt x="57043" y="171037"/>
                </a:lnTo>
                <a:lnTo>
                  <a:pt x="66555" y="209065"/>
                </a:lnTo>
                <a:lnTo>
                  <a:pt x="66555" y="85503"/>
                </a:lnTo>
                <a:lnTo>
                  <a:pt x="76068" y="199558"/>
                </a:lnTo>
                <a:lnTo>
                  <a:pt x="85549" y="114024"/>
                </a:lnTo>
                <a:lnTo>
                  <a:pt x="85549" y="247063"/>
                </a:lnTo>
                <a:lnTo>
                  <a:pt x="95062" y="152053"/>
                </a:lnTo>
                <a:lnTo>
                  <a:pt x="95062" y="114024"/>
                </a:lnTo>
                <a:lnTo>
                  <a:pt x="104574" y="285061"/>
                </a:lnTo>
                <a:lnTo>
                  <a:pt x="104574" y="256571"/>
                </a:lnTo>
                <a:lnTo>
                  <a:pt x="114086" y="209065"/>
                </a:lnTo>
                <a:lnTo>
                  <a:pt x="114086" y="190051"/>
                </a:lnTo>
                <a:lnTo>
                  <a:pt x="123599" y="256571"/>
                </a:lnTo>
                <a:lnTo>
                  <a:pt x="123599" y="180544"/>
                </a:lnTo>
                <a:lnTo>
                  <a:pt x="133111" y="180544"/>
                </a:lnTo>
                <a:lnTo>
                  <a:pt x="142593" y="228049"/>
                </a:lnTo>
                <a:lnTo>
                  <a:pt x="142593" y="199558"/>
                </a:lnTo>
                <a:lnTo>
                  <a:pt x="152105" y="285061"/>
                </a:lnTo>
                <a:lnTo>
                  <a:pt x="152105" y="294569"/>
                </a:lnTo>
                <a:lnTo>
                  <a:pt x="161618" y="161530"/>
                </a:lnTo>
                <a:lnTo>
                  <a:pt x="161618" y="142546"/>
                </a:lnTo>
                <a:lnTo>
                  <a:pt x="171130" y="266078"/>
                </a:lnTo>
                <a:lnTo>
                  <a:pt x="171130" y="66519"/>
                </a:lnTo>
                <a:lnTo>
                  <a:pt x="180642" y="9507"/>
                </a:lnTo>
                <a:lnTo>
                  <a:pt x="180642" y="237556"/>
                </a:lnTo>
                <a:lnTo>
                  <a:pt x="190155" y="76026"/>
                </a:lnTo>
                <a:lnTo>
                  <a:pt x="190155" y="123531"/>
                </a:lnTo>
                <a:lnTo>
                  <a:pt x="199667" y="361088"/>
                </a:lnTo>
                <a:lnTo>
                  <a:pt x="209149" y="456099"/>
                </a:lnTo>
                <a:lnTo>
                  <a:pt x="209149" y="560647"/>
                </a:lnTo>
                <a:lnTo>
                  <a:pt x="218661" y="798200"/>
                </a:lnTo>
                <a:lnTo>
                  <a:pt x="218661" y="703178"/>
                </a:lnTo>
                <a:lnTo>
                  <a:pt x="228173" y="769685"/>
                </a:lnTo>
                <a:lnTo>
                  <a:pt x="228173" y="864711"/>
                </a:lnTo>
                <a:lnTo>
                  <a:pt x="237686" y="826707"/>
                </a:lnTo>
                <a:lnTo>
                  <a:pt x="237686" y="1045255"/>
                </a:lnTo>
                <a:lnTo>
                  <a:pt x="247198" y="1102277"/>
                </a:lnTo>
                <a:lnTo>
                  <a:pt x="247198" y="1159295"/>
                </a:lnTo>
                <a:lnTo>
                  <a:pt x="256710" y="1254318"/>
                </a:lnTo>
                <a:lnTo>
                  <a:pt x="266192" y="1301823"/>
                </a:lnTo>
                <a:lnTo>
                  <a:pt x="266192" y="1320825"/>
                </a:lnTo>
                <a:lnTo>
                  <a:pt x="275705" y="1463368"/>
                </a:lnTo>
                <a:lnTo>
                  <a:pt x="275705" y="1396849"/>
                </a:lnTo>
                <a:lnTo>
                  <a:pt x="285217" y="1406350"/>
                </a:lnTo>
                <a:lnTo>
                  <a:pt x="294729" y="1444366"/>
                </a:lnTo>
                <a:lnTo>
                  <a:pt x="294729" y="1539389"/>
                </a:lnTo>
                <a:lnTo>
                  <a:pt x="304242" y="1520375"/>
                </a:lnTo>
                <a:lnTo>
                  <a:pt x="304242" y="1624899"/>
                </a:lnTo>
                <a:lnTo>
                  <a:pt x="313754" y="1662918"/>
                </a:lnTo>
                <a:lnTo>
                  <a:pt x="323266" y="1643913"/>
                </a:lnTo>
                <a:lnTo>
                  <a:pt x="332748" y="1672419"/>
                </a:lnTo>
                <a:lnTo>
                  <a:pt x="332748" y="1738939"/>
                </a:lnTo>
                <a:lnTo>
                  <a:pt x="342260" y="1729437"/>
                </a:lnTo>
                <a:lnTo>
                  <a:pt x="342260" y="1596395"/>
                </a:lnTo>
                <a:lnTo>
                  <a:pt x="351773" y="1681920"/>
                </a:lnTo>
                <a:lnTo>
                  <a:pt x="351773" y="1653417"/>
                </a:lnTo>
                <a:lnTo>
                  <a:pt x="361285" y="1805446"/>
                </a:lnTo>
                <a:lnTo>
                  <a:pt x="361285" y="1729437"/>
                </a:lnTo>
                <a:lnTo>
                  <a:pt x="370767" y="1643913"/>
                </a:lnTo>
                <a:lnTo>
                  <a:pt x="370767" y="1729437"/>
                </a:lnTo>
                <a:lnTo>
                  <a:pt x="380279" y="1824460"/>
                </a:lnTo>
                <a:lnTo>
                  <a:pt x="389792" y="1814947"/>
                </a:lnTo>
                <a:lnTo>
                  <a:pt x="389792" y="1767442"/>
                </a:lnTo>
                <a:lnTo>
                  <a:pt x="399304" y="1691421"/>
                </a:lnTo>
                <a:lnTo>
                  <a:pt x="399304" y="1862464"/>
                </a:lnTo>
                <a:lnTo>
                  <a:pt x="408816" y="1881466"/>
                </a:lnTo>
                <a:lnTo>
                  <a:pt x="408816" y="1681920"/>
                </a:lnTo>
                <a:lnTo>
                  <a:pt x="418328" y="1814947"/>
                </a:lnTo>
                <a:lnTo>
                  <a:pt x="418328" y="1890968"/>
                </a:lnTo>
                <a:lnTo>
                  <a:pt x="427841" y="1909973"/>
                </a:lnTo>
                <a:lnTo>
                  <a:pt x="427841" y="1757941"/>
                </a:lnTo>
                <a:lnTo>
                  <a:pt x="437323" y="1786444"/>
                </a:lnTo>
                <a:lnTo>
                  <a:pt x="446835" y="1843462"/>
                </a:lnTo>
                <a:lnTo>
                  <a:pt x="446835" y="1909973"/>
                </a:lnTo>
                <a:lnTo>
                  <a:pt x="456347" y="2062014"/>
                </a:lnTo>
                <a:lnTo>
                  <a:pt x="456347" y="1881466"/>
                </a:lnTo>
                <a:lnTo>
                  <a:pt x="465860" y="1928987"/>
                </a:lnTo>
                <a:lnTo>
                  <a:pt x="465860" y="1976492"/>
                </a:lnTo>
                <a:lnTo>
                  <a:pt x="475372" y="2004995"/>
                </a:lnTo>
                <a:lnTo>
                  <a:pt x="475372" y="1947989"/>
                </a:lnTo>
                <a:lnTo>
                  <a:pt x="484884" y="1881466"/>
                </a:lnTo>
                <a:lnTo>
                  <a:pt x="484884" y="1928987"/>
                </a:lnTo>
                <a:lnTo>
                  <a:pt x="494366" y="1966991"/>
                </a:lnTo>
                <a:lnTo>
                  <a:pt x="494366" y="2043012"/>
                </a:lnTo>
                <a:lnTo>
                  <a:pt x="503878" y="1995494"/>
                </a:lnTo>
                <a:lnTo>
                  <a:pt x="513391" y="1995494"/>
                </a:lnTo>
                <a:lnTo>
                  <a:pt x="513391" y="2052513"/>
                </a:lnTo>
                <a:lnTo>
                  <a:pt x="522903" y="2024010"/>
                </a:lnTo>
                <a:lnTo>
                  <a:pt x="522903" y="2195044"/>
                </a:lnTo>
                <a:lnTo>
                  <a:pt x="532415" y="2043012"/>
                </a:lnTo>
                <a:lnTo>
                  <a:pt x="532415" y="1957490"/>
                </a:lnTo>
                <a:lnTo>
                  <a:pt x="541928" y="2004995"/>
                </a:lnTo>
                <a:lnTo>
                  <a:pt x="541928" y="2128533"/>
                </a:lnTo>
                <a:lnTo>
                  <a:pt x="551440" y="1966991"/>
                </a:lnTo>
                <a:lnTo>
                  <a:pt x="551440" y="1881466"/>
                </a:lnTo>
                <a:lnTo>
                  <a:pt x="560922" y="1957490"/>
                </a:lnTo>
                <a:lnTo>
                  <a:pt x="570434" y="1928987"/>
                </a:lnTo>
                <a:lnTo>
                  <a:pt x="570434" y="2014509"/>
                </a:lnTo>
                <a:lnTo>
                  <a:pt x="579947" y="1862464"/>
                </a:lnTo>
                <a:lnTo>
                  <a:pt x="579947" y="1985993"/>
                </a:lnTo>
                <a:lnTo>
                  <a:pt x="589459" y="1909973"/>
                </a:lnTo>
                <a:lnTo>
                  <a:pt x="589459" y="1824460"/>
                </a:lnTo>
                <a:lnTo>
                  <a:pt x="598971" y="1985993"/>
                </a:lnTo>
                <a:lnTo>
                  <a:pt x="598971" y="1900469"/>
                </a:lnTo>
                <a:lnTo>
                  <a:pt x="608484" y="1938488"/>
                </a:lnTo>
                <a:lnTo>
                  <a:pt x="608484" y="1928987"/>
                </a:lnTo>
                <a:lnTo>
                  <a:pt x="617965" y="2014509"/>
                </a:lnTo>
                <a:lnTo>
                  <a:pt x="627478" y="1966991"/>
                </a:lnTo>
                <a:lnTo>
                  <a:pt x="627478" y="1776943"/>
                </a:lnTo>
                <a:lnTo>
                  <a:pt x="636990" y="1909973"/>
                </a:lnTo>
                <a:lnTo>
                  <a:pt x="636990" y="1938488"/>
                </a:lnTo>
                <a:lnTo>
                  <a:pt x="646502" y="1985993"/>
                </a:lnTo>
                <a:lnTo>
                  <a:pt x="646502" y="1805446"/>
                </a:lnTo>
                <a:lnTo>
                  <a:pt x="656015" y="1824460"/>
                </a:lnTo>
                <a:lnTo>
                  <a:pt x="656015" y="1928987"/>
                </a:lnTo>
                <a:lnTo>
                  <a:pt x="665527" y="1938488"/>
                </a:lnTo>
                <a:lnTo>
                  <a:pt x="665527" y="2090517"/>
                </a:lnTo>
              </a:path>
            </a:pathLst>
          </a:custGeom>
          <a:ln w="190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369356" y="4914864"/>
            <a:ext cx="152400" cy="351790"/>
          </a:xfrm>
          <a:custGeom>
            <a:avLst/>
            <a:gdLst/>
            <a:ahLst/>
            <a:cxnLst/>
            <a:rect l="l" t="t" r="r" b="b"/>
            <a:pathLst>
              <a:path w="152400" h="351789">
                <a:moveTo>
                  <a:pt x="0" y="294572"/>
                </a:moveTo>
                <a:lnTo>
                  <a:pt x="9512" y="209050"/>
                </a:lnTo>
                <a:lnTo>
                  <a:pt x="9512" y="133042"/>
                </a:lnTo>
                <a:lnTo>
                  <a:pt x="18994" y="228064"/>
                </a:lnTo>
                <a:lnTo>
                  <a:pt x="28506" y="351590"/>
                </a:lnTo>
                <a:lnTo>
                  <a:pt x="28506" y="294572"/>
                </a:lnTo>
                <a:lnTo>
                  <a:pt x="38018" y="114027"/>
                </a:lnTo>
                <a:lnTo>
                  <a:pt x="38018" y="85521"/>
                </a:lnTo>
                <a:lnTo>
                  <a:pt x="47531" y="199549"/>
                </a:lnTo>
                <a:lnTo>
                  <a:pt x="47531" y="266069"/>
                </a:lnTo>
                <a:lnTo>
                  <a:pt x="57043" y="85521"/>
                </a:lnTo>
                <a:lnTo>
                  <a:pt x="57043" y="133042"/>
                </a:lnTo>
                <a:lnTo>
                  <a:pt x="66555" y="171046"/>
                </a:lnTo>
                <a:lnTo>
                  <a:pt x="66555" y="209050"/>
                </a:lnTo>
                <a:lnTo>
                  <a:pt x="76037" y="294572"/>
                </a:lnTo>
                <a:lnTo>
                  <a:pt x="85549" y="199549"/>
                </a:lnTo>
                <a:lnTo>
                  <a:pt x="85549" y="171046"/>
                </a:lnTo>
                <a:lnTo>
                  <a:pt x="95062" y="142543"/>
                </a:lnTo>
                <a:lnTo>
                  <a:pt x="95062" y="266069"/>
                </a:lnTo>
                <a:lnTo>
                  <a:pt x="104574" y="256567"/>
                </a:lnTo>
                <a:lnTo>
                  <a:pt x="104574" y="76020"/>
                </a:lnTo>
                <a:lnTo>
                  <a:pt x="114086" y="66519"/>
                </a:lnTo>
                <a:lnTo>
                  <a:pt x="123599" y="237565"/>
                </a:lnTo>
                <a:lnTo>
                  <a:pt x="123599" y="123538"/>
                </a:lnTo>
                <a:lnTo>
                  <a:pt x="133111" y="152044"/>
                </a:lnTo>
                <a:lnTo>
                  <a:pt x="142593" y="57018"/>
                </a:lnTo>
                <a:lnTo>
                  <a:pt x="142593" y="0"/>
                </a:lnTo>
                <a:lnTo>
                  <a:pt x="152105" y="142543"/>
                </a:lnTo>
              </a:path>
            </a:pathLst>
          </a:custGeom>
          <a:ln w="190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376175" y="3527515"/>
            <a:ext cx="4154794" cy="10072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723740" y="3844071"/>
            <a:ext cx="132842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ed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–l</a:t>
            </a:r>
            <a:r>
              <a:rPr sz="2000" b="1" spc="-15" dirty="0">
                <a:solidFill>
                  <a:srgbClr val="C00000"/>
                </a:solidFill>
                <a:latin typeface="Calibri"/>
                <a:cs typeface="Calibri"/>
              </a:rPr>
              <a:t>oop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627465" y="2711497"/>
            <a:ext cx="120142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5" dirty="0">
                <a:latin typeface="Calibri"/>
                <a:cs typeface="Calibri"/>
              </a:rPr>
              <a:t>O</a:t>
            </a:r>
            <a:r>
              <a:rPr sz="2000" b="1" spc="-10" dirty="0">
                <a:latin typeface="Calibri"/>
                <a:cs typeface="Calibri"/>
              </a:rPr>
              <a:t>pe</a:t>
            </a:r>
            <a:r>
              <a:rPr sz="2000" b="1" spc="5" dirty="0">
                <a:latin typeface="Calibri"/>
                <a:cs typeface="Calibri"/>
              </a:rPr>
              <a:t>n</a:t>
            </a:r>
            <a:r>
              <a:rPr sz="2000" b="1" dirty="0">
                <a:latin typeface="Calibri"/>
                <a:cs typeface="Calibri"/>
              </a:rPr>
              <a:t>–l</a:t>
            </a:r>
            <a:r>
              <a:rPr sz="2000" b="1" spc="-15" dirty="0">
                <a:latin typeface="Calibri"/>
                <a:cs typeface="Calibri"/>
              </a:rPr>
              <a:t>oop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6" name="Slide Number Placeholder 85">
            <a:extLst>
              <a:ext uri="{FF2B5EF4-FFF2-40B4-BE49-F238E27FC236}">
                <a16:creationId xmlns:a16="http://schemas.microsoft.com/office/drawing/2014/main" id="{70F06E25-019C-54B5-4240-13F7D76C3C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65484" y="6318886"/>
            <a:ext cx="397516" cy="462914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36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0" dirty="0">
                <a:latin typeface="Calibri"/>
                <a:cs typeface="Calibri"/>
              </a:rPr>
              <a:t>A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45" dirty="0">
                <a:latin typeface="Calibri"/>
                <a:cs typeface="Calibri"/>
              </a:rPr>
              <a:t>g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f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65" dirty="0">
                <a:latin typeface="Calibri"/>
                <a:cs typeface="Calibri"/>
              </a:rPr>
              <a:t>F</a:t>
            </a:r>
            <a:r>
              <a:rPr spc="-15" dirty="0">
                <a:latin typeface="Calibri"/>
                <a:cs typeface="Calibri"/>
              </a:rPr>
              <a:t>ee</a:t>
            </a:r>
            <a:r>
              <a:rPr spc="-10" dirty="0">
                <a:latin typeface="Calibri"/>
                <a:cs typeface="Calibri"/>
              </a:rPr>
              <a:t>dba</a:t>
            </a:r>
            <a:r>
              <a:rPr spc="-15" dirty="0">
                <a:latin typeface="Calibri"/>
                <a:cs typeface="Calibri"/>
              </a:rPr>
              <a:t>ck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3954" y="2325770"/>
            <a:ext cx="6148070" cy="266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lli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urban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ili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limi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70"/>
              </a:lnSpc>
            </a:pP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ilis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43DFBA-EA9C-2C85-79F2-A8BDACBA16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41684" y="6362700"/>
            <a:ext cx="397516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37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50101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&amp;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1609" y="2988320"/>
            <a:ext cx="713740" cy="713740"/>
          </a:xfrm>
          <a:custGeom>
            <a:avLst/>
            <a:gdLst/>
            <a:ahLst/>
            <a:cxnLst/>
            <a:rect l="l" t="t" r="r" b="b"/>
            <a:pathLst>
              <a:path w="713739" h="713739">
                <a:moveTo>
                  <a:pt x="356865" y="0"/>
                </a:moveTo>
                <a:lnTo>
                  <a:pt x="298982" y="4670"/>
                </a:lnTo>
                <a:lnTo>
                  <a:pt x="244071" y="18193"/>
                </a:lnTo>
                <a:lnTo>
                  <a:pt x="192868" y="39832"/>
                </a:lnTo>
                <a:lnTo>
                  <a:pt x="146108" y="68854"/>
                </a:lnTo>
                <a:lnTo>
                  <a:pt x="104526" y="104523"/>
                </a:lnTo>
                <a:lnTo>
                  <a:pt x="68856" y="146105"/>
                </a:lnTo>
                <a:lnTo>
                  <a:pt x="39834" y="192864"/>
                </a:lnTo>
                <a:lnTo>
                  <a:pt x="18194" y="244066"/>
                </a:lnTo>
                <a:lnTo>
                  <a:pt x="4670" y="298976"/>
                </a:lnTo>
                <a:lnTo>
                  <a:pt x="0" y="356859"/>
                </a:lnTo>
                <a:lnTo>
                  <a:pt x="1183" y="386127"/>
                </a:lnTo>
                <a:lnTo>
                  <a:pt x="10371" y="442615"/>
                </a:lnTo>
                <a:lnTo>
                  <a:pt x="28045" y="495763"/>
                </a:lnTo>
                <a:lnTo>
                  <a:pt x="53468" y="544836"/>
                </a:lnTo>
                <a:lnTo>
                  <a:pt x="85906" y="589098"/>
                </a:lnTo>
                <a:lnTo>
                  <a:pt x="124624" y="627815"/>
                </a:lnTo>
                <a:lnTo>
                  <a:pt x="168887" y="660252"/>
                </a:lnTo>
                <a:lnTo>
                  <a:pt x="217960" y="685675"/>
                </a:lnTo>
                <a:lnTo>
                  <a:pt x="271109" y="703348"/>
                </a:lnTo>
                <a:lnTo>
                  <a:pt x="327598" y="712536"/>
                </a:lnTo>
                <a:lnTo>
                  <a:pt x="356865" y="713719"/>
                </a:lnTo>
                <a:lnTo>
                  <a:pt x="386135" y="712536"/>
                </a:lnTo>
                <a:lnTo>
                  <a:pt x="442627" y="703348"/>
                </a:lnTo>
                <a:lnTo>
                  <a:pt x="495777" y="685675"/>
                </a:lnTo>
                <a:lnTo>
                  <a:pt x="544852" y="660252"/>
                </a:lnTo>
                <a:lnTo>
                  <a:pt x="589117" y="627815"/>
                </a:lnTo>
                <a:lnTo>
                  <a:pt x="627836" y="589098"/>
                </a:lnTo>
                <a:lnTo>
                  <a:pt x="660274" y="544836"/>
                </a:lnTo>
                <a:lnTo>
                  <a:pt x="685698" y="495763"/>
                </a:lnTo>
                <a:lnTo>
                  <a:pt x="703372" y="442615"/>
                </a:lnTo>
                <a:lnTo>
                  <a:pt x="712560" y="386127"/>
                </a:lnTo>
                <a:lnTo>
                  <a:pt x="713744" y="356859"/>
                </a:lnTo>
                <a:lnTo>
                  <a:pt x="712560" y="327592"/>
                </a:lnTo>
                <a:lnTo>
                  <a:pt x="703372" y="271103"/>
                </a:lnTo>
                <a:lnTo>
                  <a:pt x="685698" y="217955"/>
                </a:lnTo>
                <a:lnTo>
                  <a:pt x="660274" y="168883"/>
                </a:lnTo>
                <a:lnTo>
                  <a:pt x="627836" y="124621"/>
                </a:lnTo>
                <a:lnTo>
                  <a:pt x="589117" y="85904"/>
                </a:lnTo>
                <a:lnTo>
                  <a:pt x="544852" y="53466"/>
                </a:lnTo>
                <a:lnTo>
                  <a:pt x="495777" y="28044"/>
                </a:lnTo>
                <a:lnTo>
                  <a:pt x="442627" y="10371"/>
                </a:lnTo>
                <a:lnTo>
                  <a:pt x="386135" y="1183"/>
                </a:lnTo>
                <a:lnTo>
                  <a:pt x="356865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51609" y="2988320"/>
            <a:ext cx="713740" cy="713740"/>
          </a:xfrm>
          <a:custGeom>
            <a:avLst/>
            <a:gdLst/>
            <a:ahLst/>
            <a:cxnLst/>
            <a:rect l="l" t="t" r="r" b="b"/>
            <a:pathLst>
              <a:path w="713739" h="713739">
                <a:moveTo>
                  <a:pt x="0" y="356859"/>
                </a:moveTo>
                <a:lnTo>
                  <a:pt x="4670" y="298976"/>
                </a:lnTo>
                <a:lnTo>
                  <a:pt x="18194" y="244066"/>
                </a:lnTo>
                <a:lnTo>
                  <a:pt x="39834" y="192864"/>
                </a:lnTo>
                <a:lnTo>
                  <a:pt x="68856" y="146105"/>
                </a:lnTo>
                <a:lnTo>
                  <a:pt x="104526" y="104523"/>
                </a:lnTo>
                <a:lnTo>
                  <a:pt x="146108" y="68854"/>
                </a:lnTo>
                <a:lnTo>
                  <a:pt x="192868" y="39832"/>
                </a:lnTo>
                <a:lnTo>
                  <a:pt x="244071" y="18193"/>
                </a:lnTo>
                <a:lnTo>
                  <a:pt x="298982" y="4670"/>
                </a:lnTo>
                <a:lnTo>
                  <a:pt x="356865" y="0"/>
                </a:lnTo>
                <a:lnTo>
                  <a:pt x="386135" y="1183"/>
                </a:lnTo>
                <a:lnTo>
                  <a:pt x="442627" y="10371"/>
                </a:lnTo>
                <a:lnTo>
                  <a:pt x="495777" y="28044"/>
                </a:lnTo>
                <a:lnTo>
                  <a:pt x="544852" y="53466"/>
                </a:lnTo>
                <a:lnTo>
                  <a:pt x="589117" y="85904"/>
                </a:lnTo>
                <a:lnTo>
                  <a:pt x="627836" y="124621"/>
                </a:lnTo>
                <a:lnTo>
                  <a:pt x="660274" y="168883"/>
                </a:lnTo>
                <a:lnTo>
                  <a:pt x="685698" y="217955"/>
                </a:lnTo>
                <a:lnTo>
                  <a:pt x="703372" y="271103"/>
                </a:lnTo>
                <a:lnTo>
                  <a:pt x="712560" y="327592"/>
                </a:lnTo>
                <a:lnTo>
                  <a:pt x="713744" y="356859"/>
                </a:lnTo>
                <a:lnTo>
                  <a:pt x="712560" y="386127"/>
                </a:lnTo>
                <a:lnTo>
                  <a:pt x="703372" y="442615"/>
                </a:lnTo>
                <a:lnTo>
                  <a:pt x="685698" y="495763"/>
                </a:lnTo>
                <a:lnTo>
                  <a:pt x="660274" y="544836"/>
                </a:lnTo>
                <a:lnTo>
                  <a:pt x="627836" y="589098"/>
                </a:lnTo>
                <a:lnTo>
                  <a:pt x="589117" y="627815"/>
                </a:lnTo>
                <a:lnTo>
                  <a:pt x="544852" y="660252"/>
                </a:lnTo>
                <a:lnTo>
                  <a:pt x="495777" y="685675"/>
                </a:lnTo>
                <a:lnTo>
                  <a:pt x="442627" y="703348"/>
                </a:lnTo>
                <a:lnTo>
                  <a:pt x="386135" y="712536"/>
                </a:lnTo>
                <a:lnTo>
                  <a:pt x="356865" y="713719"/>
                </a:lnTo>
                <a:lnTo>
                  <a:pt x="327598" y="712536"/>
                </a:lnTo>
                <a:lnTo>
                  <a:pt x="271109" y="703348"/>
                </a:lnTo>
                <a:lnTo>
                  <a:pt x="217960" y="685675"/>
                </a:lnTo>
                <a:lnTo>
                  <a:pt x="168887" y="660252"/>
                </a:lnTo>
                <a:lnTo>
                  <a:pt x="124624" y="627815"/>
                </a:lnTo>
                <a:lnTo>
                  <a:pt x="85906" y="589098"/>
                </a:lnTo>
                <a:lnTo>
                  <a:pt x="53468" y="544836"/>
                </a:lnTo>
                <a:lnTo>
                  <a:pt x="28045" y="495763"/>
                </a:lnTo>
                <a:lnTo>
                  <a:pt x="10371" y="442615"/>
                </a:lnTo>
                <a:lnTo>
                  <a:pt x="1183" y="386127"/>
                </a:lnTo>
                <a:lnTo>
                  <a:pt x="0" y="35685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46487" y="4167896"/>
            <a:ext cx="55499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10" dirty="0">
                <a:latin typeface="Calibri"/>
                <a:cs typeface="Calibri"/>
              </a:rPr>
              <a:t>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54639" y="2559046"/>
            <a:ext cx="1998980" cy="1501140"/>
          </a:xfrm>
          <a:custGeom>
            <a:avLst/>
            <a:gdLst/>
            <a:ahLst/>
            <a:cxnLst/>
            <a:rect l="l" t="t" r="r" b="b"/>
            <a:pathLst>
              <a:path w="1998979" h="1501139">
                <a:moveTo>
                  <a:pt x="0" y="1501139"/>
                </a:moveTo>
                <a:lnTo>
                  <a:pt x="1998988" y="1501139"/>
                </a:lnTo>
                <a:lnTo>
                  <a:pt x="1998988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54639" y="2559046"/>
            <a:ext cx="1998980" cy="1501140"/>
          </a:xfrm>
          <a:custGeom>
            <a:avLst/>
            <a:gdLst/>
            <a:ahLst/>
            <a:cxnLst/>
            <a:rect l="l" t="t" r="r" b="b"/>
            <a:pathLst>
              <a:path w="1998979" h="1501139">
                <a:moveTo>
                  <a:pt x="0" y="1501139"/>
                </a:moveTo>
                <a:lnTo>
                  <a:pt x="1998988" y="1501139"/>
                </a:lnTo>
                <a:lnTo>
                  <a:pt x="1998988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53639" y="3343899"/>
            <a:ext cx="1034415" cy="1905"/>
          </a:xfrm>
          <a:custGeom>
            <a:avLst/>
            <a:gdLst/>
            <a:ahLst/>
            <a:cxnLst/>
            <a:rect l="l" t="t" r="r" b="b"/>
            <a:pathLst>
              <a:path w="1034415" h="1904">
                <a:moveTo>
                  <a:pt x="0" y="0"/>
                </a:moveTo>
                <a:lnTo>
                  <a:pt x="1033851" y="155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73069" y="327858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213" y="0"/>
                </a:moveTo>
                <a:lnTo>
                  <a:pt x="114421" y="6687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53889" y="3343899"/>
            <a:ext cx="962660" cy="1905"/>
          </a:xfrm>
          <a:custGeom>
            <a:avLst/>
            <a:gdLst/>
            <a:ahLst/>
            <a:cxnLst/>
            <a:rect l="l" t="t" r="r" b="b"/>
            <a:pathLst>
              <a:path w="962660" h="1904">
                <a:moveTo>
                  <a:pt x="0" y="0"/>
                </a:moveTo>
                <a:lnTo>
                  <a:pt x="962405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01904" y="327858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13" y="0"/>
                </a:moveTo>
                <a:lnTo>
                  <a:pt x="114391" y="6687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69294" y="2825753"/>
            <a:ext cx="325120" cy="51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X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11627" y="2802860"/>
            <a:ext cx="37973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U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30280" y="2187863"/>
            <a:ext cx="139954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65696" y="2003459"/>
            <a:ext cx="12420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npu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Si</a:t>
            </a:r>
            <a:r>
              <a:rPr sz="2000" spc="-15" dirty="0">
                <a:latin typeface="Calibri"/>
                <a:cs typeface="Calibri"/>
              </a:rPr>
              <a:t>g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2553" y="2308259"/>
            <a:ext cx="6921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5000" y="2559046"/>
            <a:ext cx="1358900" cy="1501140"/>
          </a:xfrm>
          <a:custGeom>
            <a:avLst/>
            <a:gdLst/>
            <a:ahLst/>
            <a:cxnLst/>
            <a:rect l="l" t="t" r="r" b="b"/>
            <a:pathLst>
              <a:path w="1358900" h="1501139">
                <a:moveTo>
                  <a:pt x="0" y="1501139"/>
                </a:moveTo>
                <a:lnTo>
                  <a:pt x="1358895" y="1501139"/>
                </a:lnTo>
                <a:lnTo>
                  <a:pt x="1358895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95000" y="2559046"/>
            <a:ext cx="1358900" cy="1501140"/>
          </a:xfrm>
          <a:custGeom>
            <a:avLst/>
            <a:gdLst/>
            <a:ahLst/>
            <a:cxnLst/>
            <a:rect l="l" t="t" r="r" b="b"/>
            <a:pathLst>
              <a:path w="1358900" h="1501139">
                <a:moveTo>
                  <a:pt x="0" y="1501139"/>
                </a:moveTo>
                <a:lnTo>
                  <a:pt x="1358895" y="1501139"/>
                </a:lnTo>
                <a:lnTo>
                  <a:pt x="1358895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87600" y="3008878"/>
            <a:ext cx="655320" cy="638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K</a:t>
            </a:r>
            <a:r>
              <a:rPr sz="3850" i="1" spc="-345" dirty="0">
                <a:latin typeface="Times New Roman"/>
                <a:cs typeface="Times New Roman"/>
              </a:rPr>
              <a:t> </a:t>
            </a:r>
            <a:r>
              <a:rPr sz="5325" i="1" spc="-30" baseline="-15649" dirty="0">
                <a:latin typeface="Times New Roman"/>
                <a:cs typeface="Times New Roman"/>
              </a:rPr>
              <a:t>p</a:t>
            </a:r>
            <a:endParaRPr sz="5325" baseline="-1564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06409" y="4139372"/>
            <a:ext cx="10642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lle</a:t>
            </a:r>
            <a:r>
              <a:rPr sz="2000" spc="-10" dirty="0"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8609" y="3343899"/>
            <a:ext cx="1105535" cy="1905"/>
          </a:xfrm>
          <a:custGeom>
            <a:avLst/>
            <a:gdLst/>
            <a:ahLst/>
            <a:cxnLst/>
            <a:rect l="l" t="t" r="r" b="b"/>
            <a:pathLst>
              <a:path w="1105535" h="1904">
                <a:moveTo>
                  <a:pt x="0" y="0"/>
                </a:moveTo>
                <a:lnTo>
                  <a:pt x="1105293" y="155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99508" y="327861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188" y="0"/>
                </a:moveTo>
                <a:lnTo>
                  <a:pt x="114382" y="6684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09750" y="3739774"/>
            <a:ext cx="1905" cy="1175385"/>
          </a:xfrm>
          <a:custGeom>
            <a:avLst/>
            <a:gdLst/>
            <a:ahLst/>
            <a:cxnLst/>
            <a:rect l="l" t="t" r="r" b="b"/>
            <a:pathLst>
              <a:path w="1905" h="1175385">
                <a:moveTo>
                  <a:pt x="0" y="1175138"/>
                </a:moveTo>
                <a:lnTo>
                  <a:pt x="153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44455" y="3739774"/>
            <a:ext cx="133350" cy="114935"/>
          </a:xfrm>
          <a:custGeom>
            <a:avLst/>
            <a:gdLst/>
            <a:ahLst/>
            <a:cxnLst/>
            <a:rect l="l" t="t" r="r" b="b"/>
            <a:pathLst>
              <a:path w="133350" h="114935">
                <a:moveTo>
                  <a:pt x="0" y="114208"/>
                </a:moveTo>
                <a:lnTo>
                  <a:pt x="66830" y="0"/>
                </a:lnTo>
                <a:lnTo>
                  <a:pt x="133349" y="114385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9750" y="4916173"/>
            <a:ext cx="6215380" cy="1905"/>
          </a:xfrm>
          <a:custGeom>
            <a:avLst/>
            <a:gdLst/>
            <a:ahLst/>
            <a:cxnLst/>
            <a:rect l="l" t="t" r="r" b="b"/>
            <a:pathLst>
              <a:path w="6215380" h="1904">
                <a:moveTo>
                  <a:pt x="0" y="0"/>
                </a:moveTo>
                <a:lnTo>
                  <a:pt x="6215085" y="158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22579" y="3343899"/>
            <a:ext cx="1905" cy="1570355"/>
          </a:xfrm>
          <a:custGeom>
            <a:avLst/>
            <a:gdLst/>
            <a:ahLst/>
            <a:cxnLst/>
            <a:rect l="l" t="t" r="r" b="b"/>
            <a:pathLst>
              <a:path w="1904" h="1570354">
                <a:moveTo>
                  <a:pt x="0" y="1570058"/>
                </a:moveTo>
                <a:lnTo>
                  <a:pt x="1615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70519" y="3315109"/>
            <a:ext cx="295275" cy="516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dirty="0">
                <a:latin typeface="Symbol"/>
                <a:cs typeface="Symbol"/>
              </a:rPr>
              <a:t></a:t>
            </a:r>
            <a:endParaRPr sz="3850">
              <a:latin typeface="Symbol"/>
              <a:cs typeface="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165354" y="3343899"/>
            <a:ext cx="892810" cy="1905"/>
          </a:xfrm>
          <a:custGeom>
            <a:avLst/>
            <a:gdLst/>
            <a:ahLst/>
            <a:cxnLst/>
            <a:rect l="l" t="t" r="r" b="b"/>
            <a:pathLst>
              <a:path w="892810" h="1904">
                <a:moveTo>
                  <a:pt x="0" y="0"/>
                </a:moveTo>
                <a:lnTo>
                  <a:pt x="892551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43499" y="3278550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25" y="0"/>
                </a:moveTo>
                <a:lnTo>
                  <a:pt x="114406" y="6690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30342" y="2183596"/>
            <a:ext cx="1529080" cy="1155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 marR="5080" indent="-7112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391795">
              <a:lnSpc>
                <a:spcPts val="4615"/>
              </a:lnSpc>
            </a:pPr>
            <a:r>
              <a:rPr sz="3850" i="1" dirty="0">
                <a:latin typeface="Times New Roman"/>
                <a:cs typeface="Times New Roman"/>
              </a:rPr>
              <a:t>D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39578" y="3001109"/>
            <a:ext cx="511809" cy="701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300" b="1" i="1" dirty="0">
                <a:latin typeface="Times New Roman"/>
                <a:cs typeface="Times New Roman"/>
              </a:rPr>
              <a:t>G</a:t>
            </a:r>
            <a:endParaRPr sz="5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7567" y="5424466"/>
            <a:ext cx="4952365" cy="75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600" spc="-30" dirty="0">
                <a:latin typeface="Calibri"/>
                <a:cs typeface="Calibri"/>
              </a:rPr>
              <a:t>Ma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he</a:t>
            </a:r>
            <a:r>
              <a:rPr sz="2600" dirty="0">
                <a:latin typeface="Calibri"/>
                <a:cs typeface="Calibri"/>
              </a:rPr>
              <a:t>lp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imi</a:t>
            </a:r>
            <a:r>
              <a:rPr sz="2600" spc="-15" dirty="0">
                <a:latin typeface="Calibri"/>
                <a:cs typeface="Calibri"/>
              </a:rPr>
              <a:t>se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0906CD3-E536-9E5C-1C86-00A086975A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79981" y="6324600"/>
            <a:ext cx="587819" cy="181936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38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d</a:t>
            </a:r>
            <a:r>
              <a:rPr spc="5" dirty="0">
                <a:latin typeface="Calibri"/>
                <a:cs typeface="Calibri"/>
              </a:rPr>
              <a:t>–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oo</a:t>
            </a:r>
            <a:r>
              <a:rPr dirty="0">
                <a:latin typeface="Calibri"/>
                <a:cs typeface="Calibri"/>
              </a:rPr>
              <a:t>p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f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</a:t>
            </a:r>
            <a:r>
              <a:rPr dirty="0">
                <a:latin typeface="Calibri"/>
                <a:cs typeface="Calibri"/>
              </a:rPr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572" y="1198578"/>
            <a:ext cx="431673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Im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4314" y="3138160"/>
            <a:ext cx="713740" cy="713740"/>
          </a:xfrm>
          <a:custGeom>
            <a:avLst/>
            <a:gdLst/>
            <a:ahLst/>
            <a:cxnLst/>
            <a:rect l="l" t="t" r="r" b="b"/>
            <a:pathLst>
              <a:path w="713739" h="713739">
                <a:moveTo>
                  <a:pt x="356865" y="0"/>
                </a:moveTo>
                <a:lnTo>
                  <a:pt x="298979" y="4670"/>
                </a:lnTo>
                <a:lnTo>
                  <a:pt x="244067" y="18193"/>
                </a:lnTo>
                <a:lnTo>
                  <a:pt x="192863" y="39833"/>
                </a:lnTo>
                <a:lnTo>
                  <a:pt x="146103" y="68856"/>
                </a:lnTo>
                <a:lnTo>
                  <a:pt x="104522" y="104527"/>
                </a:lnTo>
                <a:lnTo>
                  <a:pt x="68853" y="146111"/>
                </a:lnTo>
                <a:lnTo>
                  <a:pt x="39831" y="192874"/>
                </a:lnTo>
                <a:lnTo>
                  <a:pt x="18192" y="244081"/>
                </a:lnTo>
                <a:lnTo>
                  <a:pt x="4670" y="298998"/>
                </a:lnTo>
                <a:lnTo>
                  <a:pt x="0" y="356890"/>
                </a:lnTo>
                <a:lnTo>
                  <a:pt x="1182" y="386157"/>
                </a:lnTo>
                <a:lnTo>
                  <a:pt x="10371" y="442646"/>
                </a:lnTo>
                <a:lnTo>
                  <a:pt x="28043" y="495794"/>
                </a:lnTo>
                <a:lnTo>
                  <a:pt x="53465" y="544866"/>
                </a:lnTo>
                <a:lnTo>
                  <a:pt x="85902" y="589129"/>
                </a:lnTo>
                <a:lnTo>
                  <a:pt x="124619" y="627846"/>
                </a:lnTo>
                <a:lnTo>
                  <a:pt x="168882" y="660283"/>
                </a:lnTo>
                <a:lnTo>
                  <a:pt x="217955" y="685705"/>
                </a:lnTo>
                <a:lnTo>
                  <a:pt x="271105" y="703378"/>
                </a:lnTo>
                <a:lnTo>
                  <a:pt x="327596" y="712567"/>
                </a:lnTo>
                <a:lnTo>
                  <a:pt x="356865" y="713750"/>
                </a:lnTo>
                <a:lnTo>
                  <a:pt x="386135" y="712567"/>
                </a:lnTo>
                <a:lnTo>
                  <a:pt x="442626" y="703378"/>
                </a:lnTo>
                <a:lnTo>
                  <a:pt x="495776" y="685705"/>
                </a:lnTo>
                <a:lnTo>
                  <a:pt x="544849" y="660283"/>
                </a:lnTo>
                <a:lnTo>
                  <a:pt x="589112" y="627846"/>
                </a:lnTo>
                <a:lnTo>
                  <a:pt x="627829" y="589129"/>
                </a:lnTo>
                <a:lnTo>
                  <a:pt x="660266" y="544866"/>
                </a:lnTo>
                <a:lnTo>
                  <a:pt x="685688" y="495794"/>
                </a:lnTo>
                <a:lnTo>
                  <a:pt x="703360" y="442646"/>
                </a:lnTo>
                <a:lnTo>
                  <a:pt x="712548" y="386157"/>
                </a:lnTo>
                <a:lnTo>
                  <a:pt x="713731" y="356890"/>
                </a:lnTo>
                <a:lnTo>
                  <a:pt x="712548" y="327618"/>
                </a:lnTo>
                <a:lnTo>
                  <a:pt x="703360" y="271122"/>
                </a:lnTo>
                <a:lnTo>
                  <a:pt x="685688" y="217968"/>
                </a:lnTo>
                <a:lnTo>
                  <a:pt x="660266" y="168891"/>
                </a:lnTo>
                <a:lnTo>
                  <a:pt x="627829" y="124626"/>
                </a:lnTo>
                <a:lnTo>
                  <a:pt x="589112" y="85906"/>
                </a:lnTo>
                <a:lnTo>
                  <a:pt x="544849" y="53468"/>
                </a:lnTo>
                <a:lnTo>
                  <a:pt x="495776" y="28044"/>
                </a:lnTo>
                <a:lnTo>
                  <a:pt x="442626" y="10371"/>
                </a:lnTo>
                <a:lnTo>
                  <a:pt x="386135" y="1183"/>
                </a:lnTo>
                <a:lnTo>
                  <a:pt x="356865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64314" y="3138160"/>
            <a:ext cx="713740" cy="713740"/>
          </a:xfrm>
          <a:custGeom>
            <a:avLst/>
            <a:gdLst/>
            <a:ahLst/>
            <a:cxnLst/>
            <a:rect l="l" t="t" r="r" b="b"/>
            <a:pathLst>
              <a:path w="713739" h="713739">
                <a:moveTo>
                  <a:pt x="0" y="356890"/>
                </a:moveTo>
                <a:lnTo>
                  <a:pt x="4670" y="298998"/>
                </a:lnTo>
                <a:lnTo>
                  <a:pt x="18192" y="244081"/>
                </a:lnTo>
                <a:lnTo>
                  <a:pt x="39831" y="192874"/>
                </a:lnTo>
                <a:lnTo>
                  <a:pt x="68853" y="146111"/>
                </a:lnTo>
                <a:lnTo>
                  <a:pt x="104522" y="104527"/>
                </a:lnTo>
                <a:lnTo>
                  <a:pt x="146103" y="68856"/>
                </a:lnTo>
                <a:lnTo>
                  <a:pt x="192863" y="39833"/>
                </a:lnTo>
                <a:lnTo>
                  <a:pt x="244067" y="18193"/>
                </a:lnTo>
                <a:lnTo>
                  <a:pt x="298979" y="4670"/>
                </a:lnTo>
                <a:lnTo>
                  <a:pt x="356865" y="0"/>
                </a:lnTo>
                <a:lnTo>
                  <a:pt x="386135" y="1183"/>
                </a:lnTo>
                <a:lnTo>
                  <a:pt x="442626" y="10371"/>
                </a:lnTo>
                <a:lnTo>
                  <a:pt x="495776" y="28044"/>
                </a:lnTo>
                <a:lnTo>
                  <a:pt x="544849" y="53468"/>
                </a:lnTo>
                <a:lnTo>
                  <a:pt x="589112" y="85906"/>
                </a:lnTo>
                <a:lnTo>
                  <a:pt x="627829" y="124626"/>
                </a:lnTo>
                <a:lnTo>
                  <a:pt x="660266" y="168891"/>
                </a:lnTo>
                <a:lnTo>
                  <a:pt x="685688" y="217968"/>
                </a:lnTo>
                <a:lnTo>
                  <a:pt x="703360" y="271122"/>
                </a:lnTo>
                <a:lnTo>
                  <a:pt x="712548" y="327618"/>
                </a:lnTo>
                <a:lnTo>
                  <a:pt x="713731" y="356890"/>
                </a:lnTo>
                <a:lnTo>
                  <a:pt x="712548" y="386157"/>
                </a:lnTo>
                <a:lnTo>
                  <a:pt x="703360" y="442646"/>
                </a:lnTo>
                <a:lnTo>
                  <a:pt x="685688" y="495794"/>
                </a:lnTo>
                <a:lnTo>
                  <a:pt x="660266" y="544866"/>
                </a:lnTo>
                <a:lnTo>
                  <a:pt x="627829" y="589129"/>
                </a:lnTo>
                <a:lnTo>
                  <a:pt x="589112" y="627846"/>
                </a:lnTo>
                <a:lnTo>
                  <a:pt x="544849" y="660283"/>
                </a:lnTo>
                <a:lnTo>
                  <a:pt x="495776" y="685705"/>
                </a:lnTo>
                <a:lnTo>
                  <a:pt x="442626" y="703378"/>
                </a:lnTo>
                <a:lnTo>
                  <a:pt x="386135" y="712567"/>
                </a:lnTo>
                <a:lnTo>
                  <a:pt x="356865" y="713750"/>
                </a:lnTo>
                <a:lnTo>
                  <a:pt x="327596" y="712567"/>
                </a:lnTo>
                <a:lnTo>
                  <a:pt x="271105" y="703378"/>
                </a:lnTo>
                <a:lnTo>
                  <a:pt x="217955" y="685705"/>
                </a:lnTo>
                <a:lnTo>
                  <a:pt x="168882" y="660283"/>
                </a:lnTo>
                <a:lnTo>
                  <a:pt x="124619" y="627846"/>
                </a:lnTo>
                <a:lnTo>
                  <a:pt x="85902" y="589129"/>
                </a:lnTo>
                <a:lnTo>
                  <a:pt x="53465" y="544866"/>
                </a:lnTo>
                <a:lnTo>
                  <a:pt x="28043" y="495794"/>
                </a:lnTo>
                <a:lnTo>
                  <a:pt x="10371" y="442646"/>
                </a:lnTo>
                <a:lnTo>
                  <a:pt x="1182" y="386157"/>
                </a:lnTo>
                <a:lnTo>
                  <a:pt x="0" y="35689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58069" y="4318366"/>
            <a:ext cx="55499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10" dirty="0">
                <a:latin typeface="Calibri"/>
                <a:cs typeface="Calibri"/>
              </a:rPr>
              <a:t>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64819" y="2708910"/>
            <a:ext cx="2001520" cy="1501140"/>
          </a:xfrm>
          <a:custGeom>
            <a:avLst/>
            <a:gdLst/>
            <a:ahLst/>
            <a:cxnLst/>
            <a:rect l="l" t="t" r="r" b="b"/>
            <a:pathLst>
              <a:path w="2001520" h="1501139">
                <a:moveTo>
                  <a:pt x="0" y="1501139"/>
                </a:moveTo>
                <a:lnTo>
                  <a:pt x="2001511" y="1501139"/>
                </a:lnTo>
                <a:lnTo>
                  <a:pt x="2001511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64819" y="2708910"/>
            <a:ext cx="2001520" cy="1501140"/>
          </a:xfrm>
          <a:custGeom>
            <a:avLst/>
            <a:gdLst/>
            <a:ahLst/>
            <a:cxnLst/>
            <a:rect l="l" t="t" r="r" b="b"/>
            <a:pathLst>
              <a:path w="2001520" h="1501139">
                <a:moveTo>
                  <a:pt x="0" y="1501139"/>
                </a:moveTo>
                <a:lnTo>
                  <a:pt x="2001511" y="1501139"/>
                </a:lnTo>
                <a:lnTo>
                  <a:pt x="2001511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66319" y="3496299"/>
            <a:ext cx="1034415" cy="1905"/>
          </a:xfrm>
          <a:custGeom>
            <a:avLst/>
            <a:gdLst/>
            <a:ahLst/>
            <a:cxnLst/>
            <a:rect l="l" t="t" r="r" b="b"/>
            <a:pathLst>
              <a:path w="1034415" h="1904">
                <a:moveTo>
                  <a:pt x="0" y="0"/>
                </a:moveTo>
                <a:lnTo>
                  <a:pt x="1033851" y="155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85779" y="343098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213" y="0"/>
                </a:moveTo>
                <a:lnTo>
                  <a:pt x="114391" y="6687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64039" y="3496299"/>
            <a:ext cx="962660" cy="1905"/>
          </a:xfrm>
          <a:custGeom>
            <a:avLst/>
            <a:gdLst/>
            <a:ahLst/>
            <a:cxnLst/>
            <a:rect l="l" t="t" r="r" b="b"/>
            <a:pathLst>
              <a:path w="962660" h="1904">
                <a:moveTo>
                  <a:pt x="0" y="0"/>
                </a:moveTo>
                <a:lnTo>
                  <a:pt x="962436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12054" y="343098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13" y="0"/>
                </a:moveTo>
                <a:lnTo>
                  <a:pt x="114421" y="6687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79454" y="2975576"/>
            <a:ext cx="32512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X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24327" y="2955260"/>
            <a:ext cx="379730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U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28604" y="2266997"/>
            <a:ext cx="139954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7215" y="2038135"/>
            <a:ext cx="1242060" cy="58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925" marR="5080" indent="-27686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npu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Si</a:t>
            </a:r>
            <a:r>
              <a:rPr sz="2000" spc="-15" dirty="0">
                <a:latin typeface="Calibri"/>
                <a:cs typeface="Calibri"/>
              </a:rPr>
              <a:t>g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07679" y="2708910"/>
            <a:ext cx="1356360" cy="1501140"/>
          </a:xfrm>
          <a:custGeom>
            <a:avLst/>
            <a:gdLst/>
            <a:ahLst/>
            <a:cxnLst/>
            <a:rect l="l" t="t" r="r" b="b"/>
            <a:pathLst>
              <a:path w="1356360" h="1501139">
                <a:moveTo>
                  <a:pt x="0" y="1501139"/>
                </a:moveTo>
                <a:lnTo>
                  <a:pt x="1356359" y="1501139"/>
                </a:lnTo>
                <a:lnTo>
                  <a:pt x="1356359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07679" y="2708910"/>
            <a:ext cx="1356360" cy="1501140"/>
          </a:xfrm>
          <a:custGeom>
            <a:avLst/>
            <a:gdLst/>
            <a:ahLst/>
            <a:cxnLst/>
            <a:rect l="l" t="t" r="r" b="b"/>
            <a:pathLst>
              <a:path w="1356360" h="1501139">
                <a:moveTo>
                  <a:pt x="0" y="1501139"/>
                </a:moveTo>
                <a:lnTo>
                  <a:pt x="1356359" y="1501139"/>
                </a:lnTo>
                <a:lnTo>
                  <a:pt x="1356359" y="0"/>
                </a:lnTo>
                <a:lnTo>
                  <a:pt x="0" y="0"/>
                </a:lnTo>
                <a:lnTo>
                  <a:pt x="0" y="15011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00287" y="3158861"/>
            <a:ext cx="655320" cy="640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i="1" dirty="0">
                <a:latin typeface="Times New Roman"/>
                <a:cs typeface="Times New Roman"/>
              </a:rPr>
              <a:t>K</a:t>
            </a:r>
            <a:r>
              <a:rPr sz="3850" i="1" spc="-345" dirty="0">
                <a:latin typeface="Times New Roman"/>
                <a:cs typeface="Times New Roman"/>
              </a:rPr>
              <a:t> </a:t>
            </a:r>
            <a:r>
              <a:rPr sz="5325" i="1" spc="-30" baseline="-16431" dirty="0">
                <a:latin typeface="Times New Roman"/>
                <a:cs typeface="Times New Roman"/>
              </a:rPr>
              <a:t>p</a:t>
            </a:r>
            <a:endParaRPr sz="5325" baseline="-1643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17979" y="4289829"/>
            <a:ext cx="10642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lle</a:t>
            </a:r>
            <a:r>
              <a:rPr sz="2000" spc="-10" dirty="0"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1314" y="3496299"/>
            <a:ext cx="1105535" cy="1905"/>
          </a:xfrm>
          <a:custGeom>
            <a:avLst/>
            <a:gdLst/>
            <a:ahLst/>
            <a:cxnLst/>
            <a:rect l="l" t="t" r="r" b="b"/>
            <a:pathLst>
              <a:path w="1105535" h="1904">
                <a:moveTo>
                  <a:pt x="0" y="0"/>
                </a:moveTo>
                <a:lnTo>
                  <a:pt x="1105293" y="155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12200" y="3431011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188" y="0"/>
                </a:moveTo>
                <a:lnTo>
                  <a:pt x="114394" y="66842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19905" y="3889629"/>
            <a:ext cx="1905" cy="1175385"/>
          </a:xfrm>
          <a:custGeom>
            <a:avLst/>
            <a:gdLst/>
            <a:ahLst/>
            <a:cxnLst/>
            <a:rect l="l" t="t" r="r" b="b"/>
            <a:pathLst>
              <a:path w="1905" h="1175385">
                <a:moveTo>
                  <a:pt x="0" y="1175135"/>
                </a:moveTo>
                <a:lnTo>
                  <a:pt x="153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54611" y="3889629"/>
            <a:ext cx="133350" cy="114935"/>
          </a:xfrm>
          <a:custGeom>
            <a:avLst/>
            <a:gdLst/>
            <a:ahLst/>
            <a:cxnLst/>
            <a:rect l="l" t="t" r="r" b="b"/>
            <a:pathLst>
              <a:path w="133350" h="114935">
                <a:moveTo>
                  <a:pt x="0" y="114205"/>
                </a:moveTo>
                <a:lnTo>
                  <a:pt x="66830" y="0"/>
                </a:lnTo>
                <a:lnTo>
                  <a:pt x="133349" y="11438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19905" y="5066026"/>
            <a:ext cx="6215380" cy="1905"/>
          </a:xfrm>
          <a:custGeom>
            <a:avLst/>
            <a:gdLst/>
            <a:ahLst/>
            <a:cxnLst/>
            <a:rect l="l" t="t" r="r" b="b"/>
            <a:pathLst>
              <a:path w="6215380" h="1904">
                <a:moveTo>
                  <a:pt x="0" y="0"/>
                </a:moveTo>
                <a:lnTo>
                  <a:pt x="6215109" y="159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35290" y="3496299"/>
            <a:ext cx="1905" cy="1570355"/>
          </a:xfrm>
          <a:custGeom>
            <a:avLst/>
            <a:gdLst/>
            <a:ahLst/>
            <a:cxnLst/>
            <a:rect l="l" t="t" r="r" b="b"/>
            <a:pathLst>
              <a:path w="1904" h="1570354">
                <a:moveTo>
                  <a:pt x="0" y="1570058"/>
                </a:moveTo>
                <a:lnTo>
                  <a:pt x="1584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83223" y="3464956"/>
            <a:ext cx="295275" cy="516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50" dirty="0">
                <a:latin typeface="Symbol"/>
                <a:cs typeface="Symbol"/>
              </a:rPr>
              <a:t></a:t>
            </a:r>
            <a:endParaRPr sz="3850">
              <a:latin typeface="Symbol"/>
              <a:cs typeface="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178045" y="3496299"/>
            <a:ext cx="892810" cy="1905"/>
          </a:xfrm>
          <a:custGeom>
            <a:avLst/>
            <a:gdLst/>
            <a:ahLst/>
            <a:cxnLst/>
            <a:rect l="l" t="t" r="r" b="b"/>
            <a:pathLst>
              <a:path w="892810" h="1904">
                <a:moveTo>
                  <a:pt x="0" y="0"/>
                </a:moveTo>
                <a:lnTo>
                  <a:pt x="892570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56203" y="3430950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225" y="0"/>
                </a:moveTo>
                <a:lnTo>
                  <a:pt x="114412" y="66903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41914" y="2264622"/>
            <a:ext cx="1529080" cy="1227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 marR="5080" indent="-7112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pe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spc="-75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393065">
              <a:lnSpc>
                <a:spcPct val="100000"/>
              </a:lnSpc>
              <a:spcBef>
                <a:spcPts val="555"/>
              </a:spcBef>
            </a:pPr>
            <a:r>
              <a:rPr sz="3850" i="1" spc="-30" dirty="0">
                <a:latin typeface="Times New Roman"/>
                <a:cs typeface="Times New Roman"/>
              </a:rPr>
              <a:t>D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943600" y="2857500"/>
            <a:ext cx="1127759" cy="11302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76624" y="5534718"/>
            <a:ext cx="446659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Imp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imi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6624" y="5930958"/>
            <a:ext cx="489712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7B835496-6E38-3B8A-6926-679FFEEFD0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05457" y="6400800"/>
            <a:ext cx="586143" cy="20955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39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d</a:t>
            </a:r>
            <a:r>
              <a:rPr spc="5" dirty="0">
                <a:latin typeface="Calibri"/>
                <a:cs typeface="Calibri"/>
              </a:rPr>
              <a:t>–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oo</a:t>
            </a:r>
            <a:r>
              <a:rPr dirty="0">
                <a:latin typeface="Calibri"/>
                <a:cs typeface="Calibri"/>
              </a:rPr>
              <a:t>p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0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7572" y="1198578"/>
            <a:ext cx="317182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K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gy)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46743" y="2549072"/>
            <a:ext cx="1950720" cy="466725"/>
          </a:xfrm>
          <a:custGeom>
            <a:avLst/>
            <a:gdLst/>
            <a:ahLst/>
            <a:cxnLst/>
            <a:rect l="l" t="t" r="r" b="b"/>
            <a:pathLst>
              <a:path w="1950720" h="466725">
                <a:moveTo>
                  <a:pt x="0" y="466404"/>
                </a:moveTo>
                <a:lnTo>
                  <a:pt x="1950457" y="466404"/>
                </a:lnTo>
                <a:lnTo>
                  <a:pt x="1950457" y="0"/>
                </a:lnTo>
                <a:lnTo>
                  <a:pt x="0" y="0"/>
                </a:lnTo>
                <a:lnTo>
                  <a:pt x="0" y="4664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47455" y="2616548"/>
            <a:ext cx="1318895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5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10" dirty="0">
                <a:latin typeface="Arial"/>
                <a:cs typeface="Arial"/>
              </a:rPr>
              <a:t>s)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12768" y="2605037"/>
            <a:ext cx="1134110" cy="630555"/>
          </a:xfrm>
          <a:custGeom>
            <a:avLst/>
            <a:gdLst/>
            <a:ahLst/>
            <a:cxnLst/>
            <a:rect l="l" t="t" r="r" b="b"/>
            <a:pathLst>
              <a:path w="1134110" h="630555">
                <a:moveTo>
                  <a:pt x="0" y="630567"/>
                </a:moveTo>
                <a:lnTo>
                  <a:pt x="1133987" y="630567"/>
                </a:lnTo>
                <a:lnTo>
                  <a:pt x="1133987" y="0"/>
                </a:lnTo>
                <a:lnTo>
                  <a:pt x="0" y="0"/>
                </a:lnTo>
                <a:lnTo>
                  <a:pt x="0" y="630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81681" y="3655369"/>
            <a:ext cx="4513580" cy="0"/>
          </a:xfrm>
          <a:custGeom>
            <a:avLst/>
            <a:gdLst/>
            <a:ahLst/>
            <a:cxnLst/>
            <a:rect l="l" t="t" r="r" b="b"/>
            <a:pathLst>
              <a:path w="4513580">
                <a:moveTo>
                  <a:pt x="4513228" y="0"/>
                </a:moveTo>
                <a:lnTo>
                  <a:pt x="0" y="0"/>
                </a:lnTo>
              </a:path>
            </a:pathLst>
          </a:custGeom>
          <a:ln w="11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93014" y="3024805"/>
            <a:ext cx="0" cy="630555"/>
          </a:xfrm>
          <a:custGeom>
            <a:avLst/>
            <a:gdLst/>
            <a:ahLst/>
            <a:cxnLst/>
            <a:rect l="l" t="t" r="r" b="b"/>
            <a:pathLst>
              <a:path h="630554">
                <a:moveTo>
                  <a:pt x="0" y="630563"/>
                </a:moveTo>
                <a:lnTo>
                  <a:pt x="0" y="0"/>
                </a:lnTo>
              </a:path>
            </a:pathLst>
          </a:custGeom>
          <a:ln w="113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5464" y="2978170"/>
            <a:ext cx="527685" cy="93345"/>
          </a:xfrm>
          <a:custGeom>
            <a:avLst/>
            <a:gdLst/>
            <a:ahLst/>
            <a:cxnLst/>
            <a:rect l="l" t="t" r="r" b="b"/>
            <a:pathLst>
              <a:path w="527685" h="93344">
                <a:moveTo>
                  <a:pt x="432806" y="0"/>
                </a:moveTo>
                <a:lnTo>
                  <a:pt x="432806" y="39166"/>
                </a:lnTo>
                <a:lnTo>
                  <a:pt x="5669" y="39166"/>
                </a:lnTo>
                <a:lnTo>
                  <a:pt x="1895" y="41026"/>
                </a:lnTo>
                <a:lnTo>
                  <a:pt x="0" y="44775"/>
                </a:lnTo>
                <a:lnTo>
                  <a:pt x="0" y="50383"/>
                </a:lnTo>
                <a:lnTo>
                  <a:pt x="1895" y="52242"/>
                </a:lnTo>
                <a:lnTo>
                  <a:pt x="5669" y="54101"/>
                </a:lnTo>
                <a:lnTo>
                  <a:pt x="432806" y="54101"/>
                </a:lnTo>
                <a:lnTo>
                  <a:pt x="432806" y="93268"/>
                </a:lnTo>
                <a:lnTo>
                  <a:pt x="527303" y="46634"/>
                </a:lnTo>
                <a:lnTo>
                  <a:pt x="4328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85455" y="3017326"/>
            <a:ext cx="457834" cy="15240"/>
          </a:xfrm>
          <a:custGeom>
            <a:avLst/>
            <a:gdLst/>
            <a:ahLst/>
            <a:cxnLst/>
            <a:rect l="l" t="t" r="r" b="b"/>
            <a:pathLst>
              <a:path w="457835" h="15239">
                <a:moveTo>
                  <a:pt x="7559" y="0"/>
                </a:moveTo>
                <a:lnTo>
                  <a:pt x="449816" y="0"/>
                </a:lnTo>
                <a:lnTo>
                  <a:pt x="451709" y="0"/>
                </a:lnTo>
                <a:lnTo>
                  <a:pt x="455482" y="1877"/>
                </a:lnTo>
                <a:lnTo>
                  <a:pt x="455482" y="5602"/>
                </a:lnTo>
                <a:lnTo>
                  <a:pt x="457375" y="7479"/>
                </a:lnTo>
                <a:lnTo>
                  <a:pt x="455482" y="11204"/>
                </a:lnTo>
                <a:lnTo>
                  <a:pt x="455482" y="13081"/>
                </a:lnTo>
                <a:lnTo>
                  <a:pt x="451709" y="14959"/>
                </a:lnTo>
                <a:lnTo>
                  <a:pt x="449816" y="14959"/>
                </a:lnTo>
                <a:lnTo>
                  <a:pt x="7559" y="14959"/>
                </a:lnTo>
                <a:lnTo>
                  <a:pt x="5666" y="14959"/>
                </a:lnTo>
                <a:lnTo>
                  <a:pt x="1892" y="13081"/>
                </a:lnTo>
                <a:lnTo>
                  <a:pt x="0" y="11204"/>
                </a:lnTo>
                <a:lnTo>
                  <a:pt x="0" y="7479"/>
                </a:lnTo>
                <a:lnTo>
                  <a:pt x="0" y="5602"/>
                </a:lnTo>
                <a:lnTo>
                  <a:pt x="1892" y="1877"/>
                </a:lnTo>
                <a:lnTo>
                  <a:pt x="5666" y="0"/>
                </a:lnTo>
                <a:lnTo>
                  <a:pt x="7559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18257" y="2978171"/>
            <a:ext cx="94615" cy="93345"/>
          </a:xfrm>
          <a:custGeom>
            <a:avLst/>
            <a:gdLst/>
            <a:ahLst/>
            <a:cxnLst/>
            <a:rect l="l" t="t" r="r" b="b"/>
            <a:pathLst>
              <a:path w="94614" h="93344">
                <a:moveTo>
                  <a:pt x="0" y="0"/>
                </a:moveTo>
                <a:lnTo>
                  <a:pt x="94499" y="46634"/>
                </a:lnTo>
                <a:lnTo>
                  <a:pt x="0" y="93268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50522" y="2862498"/>
            <a:ext cx="1602740" cy="93345"/>
          </a:xfrm>
          <a:custGeom>
            <a:avLst/>
            <a:gdLst/>
            <a:ahLst/>
            <a:cxnLst/>
            <a:rect l="l" t="t" r="r" b="b"/>
            <a:pathLst>
              <a:path w="1602739" h="93344">
                <a:moveTo>
                  <a:pt x="1508211" y="0"/>
                </a:moveTo>
                <a:lnTo>
                  <a:pt x="1508211" y="39197"/>
                </a:lnTo>
                <a:lnTo>
                  <a:pt x="5699" y="39197"/>
                </a:lnTo>
                <a:lnTo>
                  <a:pt x="3779" y="41056"/>
                </a:lnTo>
                <a:lnTo>
                  <a:pt x="1889" y="42915"/>
                </a:lnTo>
                <a:lnTo>
                  <a:pt x="0" y="46664"/>
                </a:lnTo>
                <a:lnTo>
                  <a:pt x="1889" y="48493"/>
                </a:lnTo>
                <a:lnTo>
                  <a:pt x="3779" y="52242"/>
                </a:lnTo>
                <a:lnTo>
                  <a:pt x="5699" y="52242"/>
                </a:lnTo>
                <a:lnTo>
                  <a:pt x="9448" y="54101"/>
                </a:lnTo>
                <a:lnTo>
                  <a:pt x="1508211" y="54101"/>
                </a:lnTo>
                <a:lnTo>
                  <a:pt x="1508211" y="93299"/>
                </a:lnTo>
                <a:lnTo>
                  <a:pt x="1602699" y="46664"/>
                </a:lnTo>
                <a:lnTo>
                  <a:pt x="15082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50524" y="2901678"/>
            <a:ext cx="1532890" cy="15240"/>
          </a:xfrm>
          <a:custGeom>
            <a:avLst/>
            <a:gdLst/>
            <a:ahLst/>
            <a:cxnLst/>
            <a:rect l="l" t="t" r="r" b="b"/>
            <a:pathLst>
              <a:path w="1532889" h="15239">
                <a:moveTo>
                  <a:pt x="9448" y="0"/>
                </a:moveTo>
                <a:lnTo>
                  <a:pt x="1525208" y="0"/>
                </a:lnTo>
                <a:lnTo>
                  <a:pt x="1527080" y="0"/>
                </a:lnTo>
                <a:lnTo>
                  <a:pt x="1530853" y="1847"/>
                </a:lnTo>
                <a:lnTo>
                  <a:pt x="1530853" y="3724"/>
                </a:lnTo>
                <a:lnTo>
                  <a:pt x="1532755" y="7449"/>
                </a:lnTo>
                <a:lnTo>
                  <a:pt x="1530853" y="9326"/>
                </a:lnTo>
                <a:lnTo>
                  <a:pt x="1530853" y="13051"/>
                </a:lnTo>
                <a:lnTo>
                  <a:pt x="1527080" y="13051"/>
                </a:lnTo>
                <a:lnTo>
                  <a:pt x="1525208" y="14929"/>
                </a:lnTo>
                <a:lnTo>
                  <a:pt x="9448" y="14929"/>
                </a:lnTo>
                <a:lnTo>
                  <a:pt x="5675" y="13051"/>
                </a:lnTo>
                <a:lnTo>
                  <a:pt x="3773" y="13051"/>
                </a:lnTo>
                <a:lnTo>
                  <a:pt x="1871" y="9326"/>
                </a:lnTo>
                <a:lnTo>
                  <a:pt x="0" y="7449"/>
                </a:lnTo>
                <a:lnTo>
                  <a:pt x="1871" y="3724"/>
                </a:lnTo>
                <a:lnTo>
                  <a:pt x="3773" y="1847"/>
                </a:lnTo>
                <a:lnTo>
                  <a:pt x="5675" y="0"/>
                </a:lnTo>
                <a:lnTo>
                  <a:pt x="9448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58706" y="2862493"/>
            <a:ext cx="94615" cy="93345"/>
          </a:xfrm>
          <a:custGeom>
            <a:avLst/>
            <a:gdLst/>
            <a:ahLst/>
            <a:cxnLst/>
            <a:rect l="l" t="t" r="r" b="b"/>
            <a:pathLst>
              <a:path w="94614" h="93344">
                <a:moveTo>
                  <a:pt x="0" y="0"/>
                </a:moveTo>
                <a:lnTo>
                  <a:pt x="94487" y="46634"/>
                </a:lnTo>
                <a:lnTo>
                  <a:pt x="0" y="93299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12630" y="2687147"/>
            <a:ext cx="1211580" cy="93345"/>
          </a:xfrm>
          <a:custGeom>
            <a:avLst/>
            <a:gdLst/>
            <a:ahLst/>
            <a:cxnLst/>
            <a:rect l="l" t="t" r="r" b="b"/>
            <a:pathLst>
              <a:path w="1211580" h="93344">
                <a:moveTo>
                  <a:pt x="1116985" y="0"/>
                </a:moveTo>
                <a:lnTo>
                  <a:pt x="1116985" y="39166"/>
                </a:lnTo>
                <a:lnTo>
                  <a:pt x="3788" y="39166"/>
                </a:lnTo>
                <a:lnTo>
                  <a:pt x="0" y="42885"/>
                </a:lnTo>
                <a:lnTo>
                  <a:pt x="0" y="50352"/>
                </a:lnTo>
                <a:lnTo>
                  <a:pt x="1892" y="52242"/>
                </a:lnTo>
                <a:lnTo>
                  <a:pt x="3788" y="54101"/>
                </a:lnTo>
                <a:lnTo>
                  <a:pt x="1116985" y="54101"/>
                </a:lnTo>
                <a:lnTo>
                  <a:pt x="1116985" y="93268"/>
                </a:lnTo>
                <a:lnTo>
                  <a:pt x="1211473" y="46634"/>
                </a:lnTo>
                <a:lnTo>
                  <a:pt x="11169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12623" y="2726315"/>
            <a:ext cx="1141730" cy="15240"/>
          </a:xfrm>
          <a:custGeom>
            <a:avLst/>
            <a:gdLst/>
            <a:ahLst/>
            <a:cxnLst/>
            <a:rect l="l" t="t" r="r" b="b"/>
            <a:pathLst>
              <a:path w="1141730" h="15239">
                <a:moveTo>
                  <a:pt x="7562" y="0"/>
                </a:moveTo>
                <a:lnTo>
                  <a:pt x="1133983" y="0"/>
                </a:lnTo>
                <a:lnTo>
                  <a:pt x="1135876" y="0"/>
                </a:lnTo>
                <a:lnTo>
                  <a:pt x="1139650" y="1877"/>
                </a:lnTo>
                <a:lnTo>
                  <a:pt x="1141542" y="3724"/>
                </a:lnTo>
                <a:lnTo>
                  <a:pt x="1141542" y="7479"/>
                </a:lnTo>
                <a:lnTo>
                  <a:pt x="1141542" y="11204"/>
                </a:lnTo>
                <a:lnTo>
                  <a:pt x="1139650" y="13051"/>
                </a:lnTo>
                <a:lnTo>
                  <a:pt x="1135876" y="14929"/>
                </a:lnTo>
                <a:lnTo>
                  <a:pt x="1133983" y="14929"/>
                </a:lnTo>
                <a:lnTo>
                  <a:pt x="7562" y="14929"/>
                </a:lnTo>
                <a:lnTo>
                  <a:pt x="3785" y="14929"/>
                </a:lnTo>
                <a:lnTo>
                  <a:pt x="1892" y="13051"/>
                </a:lnTo>
                <a:lnTo>
                  <a:pt x="0" y="11204"/>
                </a:lnTo>
                <a:lnTo>
                  <a:pt x="0" y="7479"/>
                </a:lnTo>
                <a:lnTo>
                  <a:pt x="0" y="3724"/>
                </a:lnTo>
                <a:lnTo>
                  <a:pt x="1892" y="1877"/>
                </a:lnTo>
                <a:lnTo>
                  <a:pt x="3785" y="0"/>
                </a:lnTo>
                <a:lnTo>
                  <a:pt x="7562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29602" y="2687130"/>
            <a:ext cx="94615" cy="93345"/>
          </a:xfrm>
          <a:custGeom>
            <a:avLst/>
            <a:gdLst/>
            <a:ahLst/>
            <a:cxnLst/>
            <a:rect l="l" t="t" r="r" b="b"/>
            <a:pathLst>
              <a:path w="94614" h="93344">
                <a:moveTo>
                  <a:pt x="0" y="0"/>
                </a:moveTo>
                <a:lnTo>
                  <a:pt x="94487" y="46664"/>
                </a:lnTo>
                <a:lnTo>
                  <a:pt x="0" y="93299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45122" y="2560271"/>
            <a:ext cx="1062355" cy="466725"/>
          </a:xfrm>
          <a:custGeom>
            <a:avLst/>
            <a:gdLst/>
            <a:ahLst/>
            <a:cxnLst/>
            <a:rect l="l" t="t" r="r" b="b"/>
            <a:pathLst>
              <a:path w="1062354" h="466725">
                <a:moveTo>
                  <a:pt x="0" y="466392"/>
                </a:moveTo>
                <a:lnTo>
                  <a:pt x="1062179" y="466392"/>
                </a:lnTo>
                <a:lnTo>
                  <a:pt x="1062179" y="0"/>
                </a:lnTo>
                <a:lnTo>
                  <a:pt x="0" y="0"/>
                </a:lnTo>
                <a:lnTo>
                  <a:pt x="0" y="4663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60240" y="2873685"/>
            <a:ext cx="1036319" cy="93345"/>
          </a:xfrm>
          <a:custGeom>
            <a:avLst/>
            <a:gdLst/>
            <a:ahLst/>
            <a:cxnLst/>
            <a:rect l="l" t="t" r="r" b="b"/>
            <a:pathLst>
              <a:path w="1036320" h="93344">
                <a:moveTo>
                  <a:pt x="941222" y="0"/>
                </a:moveTo>
                <a:lnTo>
                  <a:pt x="941222" y="39197"/>
                </a:lnTo>
                <a:lnTo>
                  <a:pt x="5669" y="39197"/>
                </a:lnTo>
                <a:lnTo>
                  <a:pt x="1889" y="42915"/>
                </a:lnTo>
                <a:lnTo>
                  <a:pt x="0" y="46664"/>
                </a:lnTo>
                <a:lnTo>
                  <a:pt x="1889" y="50383"/>
                </a:lnTo>
                <a:lnTo>
                  <a:pt x="5669" y="54101"/>
                </a:lnTo>
                <a:lnTo>
                  <a:pt x="941222" y="54101"/>
                </a:lnTo>
                <a:lnTo>
                  <a:pt x="941222" y="93299"/>
                </a:lnTo>
                <a:lnTo>
                  <a:pt x="1035710" y="46664"/>
                </a:lnTo>
                <a:lnTo>
                  <a:pt x="941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60236" y="2912883"/>
            <a:ext cx="965835" cy="15240"/>
          </a:xfrm>
          <a:custGeom>
            <a:avLst/>
            <a:gdLst/>
            <a:ahLst/>
            <a:cxnLst/>
            <a:rect l="l" t="t" r="r" b="b"/>
            <a:pathLst>
              <a:path w="965834" h="15239">
                <a:moveTo>
                  <a:pt x="9448" y="0"/>
                </a:moveTo>
                <a:lnTo>
                  <a:pt x="958221" y="0"/>
                </a:lnTo>
                <a:lnTo>
                  <a:pt x="960092" y="0"/>
                </a:lnTo>
                <a:lnTo>
                  <a:pt x="963866" y="1847"/>
                </a:lnTo>
                <a:lnTo>
                  <a:pt x="963866" y="3724"/>
                </a:lnTo>
                <a:lnTo>
                  <a:pt x="965768" y="7449"/>
                </a:lnTo>
                <a:lnTo>
                  <a:pt x="963866" y="11174"/>
                </a:lnTo>
                <a:lnTo>
                  <a:pt x="963866" y="13051"/>
                </a:lnTo>
                <a:lnTo>
                  <a:pt x="960092" y="14898"/>
                </a:lnTo>
                <a:lnTo>
                  <a:pt x="958221" y="14898"/>
                </a:lnTo>
                <a:lnTo>
                  <a:pt x="9448" y="14898"/>
                </a:lnTo>
                <a:lnTo>
                  <a:pt x="5675" y="14898"/>
                </a:lnTo>
                <a:lnTo>
                  <a:pt x="3773" y="13051"/>
                </a:lnTo>
                <a:lnTo>
                  <a:pt x="1871" y="11174"/>
                </a:lnTo>
                <a:lnTo>
                  <a:pt x="0" y="7449"/>
                </a:lnTo>
                <a:lnTo>
                  <a:pt x="1871" y="3724"/>
                </a:lnTo>
                <a:lnTo>
                  <a:pt x="3773" y="1847"/>
                </a:lnTo>
                <a:lnTo>
                  <a:pt x="5675" y="0"/>
                </a:lnTo>
                <a:lnTo>
                  <a:pt x="9448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01431" y="2873698"/>
            <a:ext cx="94615" cy="93345"/>
          </a:xfrm>
          <a:custGeom>
            <a:avLst/>
            <a:gdLst/>
            <a:ahLst/>
            <a:cxnLst/>
            <a:rect l="l" t="t" r="r" b="b"/>
            <a:pathLst>
              <a:path w="94615" h="93344">
                <a:moveTo>
                  <a:pt x="0" y="0"/>
                </a:moveTo>
                <a:lnTo>
                  <a:pt x="94487" y="46634"/>
                </a:lnTo>
                <a:lnTo>
                  <a:pt x="0" y="93268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94910" y="2920332"/>
            <a:ext cx="0" cy="735330"/>
          </a:xfrm>
          <a:custGeom>
            <a:avLst/>
            <a:gdLst/>
            <a:ahLst/>
            <a:cxnLst/>
            <a:rect l="l" t="t" r="r" b="b"/>
            <a:pathLst>
              <a:path h="735329">
                <a:moveTo>
                  <a:pt x="0" y="735036"/>
                </a:moveTo>
                <a:lnTo>
                  <a:pt x="0" y="0"/>
                </a:lnTo>
              </a:path>
            </a:pathLst>
          </a:custGeom>
          <a:ln w="113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77819" y="2593860"/>
            <a:ext cx="803275" cy="629285"/>
          </a:xfrm>
          <a:custGeom>
            <a:avLst/>
            <a:gdLst/>
            <a:ahLst/>
            <a:cxnLst/>
            <a:rect l="l" t="t" r="r" b="b"/>
            <a:pathLst>
              <a:path w="803275" h="629285">
                <a:moveTo>
                  <a:pt x="0" y="628698"/>
                </a:moveTo>
                <a:lnTo>
                  <a:pt x="803242" y="628698"/>
                </a:lnTo>
                <a:lnTo>
                  <a:pt x="803242" y="0"/>
                </a:lnTo>
                <a:lnTo>
                  <a:pt x="0" y="0"/>
                </a:lnTo>
                <a:lnTo>
                  <a:pt x="0" y="6286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77767" y="2593861"/>
            <a:ext cx="803275" cy="629285"/>
          </a:xfrm>
          <a:custGeom>
            <a:avLst/>
            <a:gdLst/>
            <a:ahLst/>
            <a:cxnLst/>
            <a:rect l="l" t="t" r="r" b="b"/>
            <a:pathLst>
              <a:path w="803275" h="629285">
                <a:moveTo>
                  <a:pt x="0" y="0"/>
                </a:moveTo>
                <a:lnTo>
                  <a:pt x="0" y="628685"/>
                </a:lnTo>
                <a:lnTo>
                  <a:pt x="803237" y="628685"/>
                </a:lnTo>
                <a:lnTo>
                  <a:pt x="803237" y="0"/>
                </a:lnTo>
                <a:lnTo>
                  <a:pt x="0" y="0"/>
                </a:lnTo>
                <a:close/>
              </a:path>
            </a:pathLst>
          </a:custGeom>
          <a:ln w="112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12757" y="2605065"/>
            <a:ext cx="3495040" cy="630555"/>
          </a:xfrm>
          <a:prstGeom prst="rect">
            <a:avLst/>
          </a:prstGeom>
          <a:ln w="1122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035">
              <a:lnSpc>
                <a:spcPct val="100000"/>
              </a:lnSpc>
              <a:tabLst>
                <a:tab pos="2846070" algn="l"/>
              </a:tabLst>
            </a:pPr>
            <a:r>
              <a:rPr sz="1450" spc="15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ll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5" dirty="0">
                <a:latin typeface="Arial"/>
                <a:cs typeface="Arial"/>
              </a:rPr>
              <a:t>r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2175" spc="22" baseline="3831" dirty="0">
                <a:latin typeface="Arial"/>
                <a:cs typeface="Arial"/>
              </a:rPr>
              <a:t>S</a:t>
            </a:r>
            <a:r>
              <a:rPr sz="2175" spc="-7" baseline="3831" dirty="0">
                <a:latin typeface="Arial"/>
                <a:cs typeface="Arial"/>
              </a:rPr>
              <a:t>y</a:t>
            </a:r>
            <a:r>
              <a:rPr sz="2175" spc="15" baseline="3831" dirty="0">
                <a:latin typeface="Arial"/>
                <a:cs typeface="Arial"/>
              </a:rPr>
              <a:t>st</a:t>
            </a:r>
            <a:r>
              <a:rPr sz="2175" spc="30" baseline="3831" dirty="0">
                <a:latin typeface="Arial"/>
                <a:cs typeface="Arial"/>
              </a:rPr>
              <a:t>em</a:t>
            </a:r>
            <a:endParaRPr sz="2175" baseline="3831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40477" y="2049097"/>
            <a:ext cx="1470660" cy="617855"/>
          </a:xfrm>
          <a:custGeom>
            <a:avLst/>
            <a:gdLst/>
            <a:ahLst/>
            <a:cxnLst/>
            <a:rect l="l" t="t" r="r" b="b"/>
            <a:pathLst>
              <a:path w="1470660" h="617855">
                <a:moveTo>
                  <a:pt x="0" y="617506"/>
                </a:moveTo>
                <a:lnTo>
                  <a:pt x="1470397" y="617506"/>
                </a:lnTo>
                <a:lnTo>
                  <a:pt x="1470397" y="0"/>
                </a:lnTo>
                <a:lnTo>
                  <a:pt x="0" y="0"/>
                </a:lnTo>
                <a:lnTo>
                  <a:pt x="0" y="6175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645839" y="2192671"/>
            <a:ext cx="854710" cy="64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405" algn="ctr">
              <a:lnSpc>
                <a:spcPct val="100000"/>
              </a:lnSpc>
              <a:tabLst>
                <a:tab pos="372745" algn="l"/>
              </a:tabLst>
            </a:pPr>
            <a:r>
              <a:rPr sz="2100" spc="-65" dirty="0">
                <a:latin typeface="Tahoma"/>
                <a:cs typeface="Tahoma"/>
              </a:rPr>
              <a:t>X</a:t>
            </a:r>
            <a:r>
              <a:rPr sz="2100" spc="-6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ahoma"/>
                <a:cs typeface="Tahoma"/>
              </a:rPr>
              <a:t>o</a:t>
            </a:r>
            <a:r>
              <a:rPr sz="2000" dirty="0">
                <a:latin typeface="Tahoma"/>
                <a:cs typeface="Tahoma"/>
              </a:rPr>
              <a:t>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100" spc="-65" dirty="0">
                <a:latin typeface="Tahoma"/>
                <a:cs typeface="Tahoma"/>
              </a:rPr>
              <a:t>Y</a:t>
            </a:r>
            <a:endParaRPr sz="2100">
              <a:latin typeface="Tahoma"/>
              <a:cs typeface="Tahoma"/>
            </a:endParaRPr>
          </a:p>
          <a:p>
            <a:pPr marR="32384" algn="ctr">
              <a:lnSpc>
                <a:spcPct val="100000"/>
              </a:lnSpc>
              <a:spcBef>
                <a:spcPts val="980"/>
              </a:spcBef>
            </a:pPr>
            <a:r>
              <a:rPr sz="1450" spc="20" dirty="0">
                <a:latin typeface="Arial"/>
                <a:cs typeface="Arial"/>
              </a:rPr>
              <a:t>Ou</a:t>
            </a:r>
            <a:r>
              <a:rPr sz="1450" spc="5" dirty="0">
                <a:latin typeface="Arial"/>
                <a:cs typeface="Arial"/>
              </a:rPr>
              <a:t>tp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10" dirty="0">
                <a:latin typeface="Arial"/>
                <a:cs typeface="Arial"/>
              </a:rPr>
              <a:t>s)</a:t>
            </a:r>
            <a:endParaRPr sz="14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9254" y="5625582"/>
            <a:ext cx="7371715" cy="711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00"/>
              </a:lnSpc>
            </a:pPr>
            <a:r>
              <a:rPr sz="2600" dirty="0">
                <a:latin typeface="Calibri"/>
                <a:cs typeface="Calibri"/>
              </a:rPr>
              <a:t>mi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imi</a:t>
            </a:r>
            <a:r>
              <a:rPr sz="2600" spc="-15" dirty="0">
                <a:latin typeface="Calibri"/>
                <a:cs typeface="Calibri"/>
              </a:rPr>
              <a:t>se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48740" y="2114695"/>
            <a:ext cx="1255395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ut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5" dirty="0">
                <a:latin typeface="Arial"/>
                <a:cs typeface="Arial"/>
              </a:rPr>
              <a:t>ut</a:t>
            </a:r>
            <a:endParaRPr sz="1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75542" y="2331103"/>
            <a:ext cx="803910" cy="21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pon</a:t>
            </a:r>
            <a:r>
              <a:rPr sz="1450" spc="-5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e</a:t>
            </a:r>
            <a:endParaRPr sz="14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66756" y="2207148"/>
            <a:ext cx="19240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70" dirty="0">
                <a:latin typeface="Tahoma"/>
                <a:cs typeface="Tahoma"/>
              </a:rPr>
              <a:t>U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1867" y="2490113"/>
            <a:ext cx="198120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75" dirty="0">
                <a:latin typeface="Tahoma"/>
                <a:cs typeface="Tahoma"/>
              </a:rPr>
              <a:t>D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49409" y="2004259"/>
            <a:ext cx="370840" cy="1026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4485"/>
              </a:lnSpc>
            </a:pPr>
            <a:r>
              <a:rPr sz="3850" i="1" spc="-15" dirty="0">
                <a:latin typeface="Times New Roman"/>
                <a:cs typeface="Times New Roman"/>
              </a:rPr>
              <a:t>r</a:t>
            </a:r>
            <a:endParaRPr sz="3850">
              <a:latin typeface="Times New Roman"/>
              <a:cs typeface="Times New Roman"/>
            </a:endParaRPr>
          </a:p>
          <a:p>
            <a:pPr marL="12700">
              <a:lnSpc>
                <a:spcPts val="3404"/>
              </a:lnSpc>
            </a:pPr>
            <a:r>
              <a:rPr sz="2950" i="1" spc="-15" dirty="0">
                <a:latin typeface="Times New Roman"/>
                <a:cs typeface="Times New Roman"/>
              </a:rPr>
              <a:t>y</a:t>
            </a:r>
            <a:r>
              <a:rPr sz="4050" i="1" spc="-22" baseline="-16460" dirty="0">
                <a:latin typeface="Times New Roman"/>
                <a:cs typeface="Times New Roman"/>
              </a:rPr>
              <a:t>d</a:t>
            </a:r>
            <a:endParaRPr sz="4050" baseline="-1646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0652" y="3924066"/>
            <a:ext cx="7601584" cy="1699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lso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ss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esi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spons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poi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mm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ev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olle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ad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to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605D905B-FDD3-7E4A-1AF8-4364BA8DAD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8201" y="6286500"/>
            <a:ext cx="497199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40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75" dirty="0">
                <a:latin typeface="Calibri"/>
                <a:cs typeface="Calibri"/>
              </a:rPr>
              <a:t>x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ci</a:t>
            </a:r>
            <a:r>
              <a:rPr spc="-15" dirty="0">
                <a:latin typeface="Calibri"/>
                <a:cs typeface="Calibri"/>
              </a:rPr>
              <a:t>se</a:t>
            </a:r>
            <a:r>
              <a:rPr dirty="0">
                <a:latin typeface="Calibri"/>
                <a:cs typeface="Calibri"/>
              </a:rPr>
              <a:t>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778" y="2095544"/>
            <a:ext cx="7209155" cy="121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y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u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ed</a:t>
            </a:r>
            <a:r>
              <a:rPr sz="2600" dirty="0">
                <a:latin typeface="Calibri"/>
                <a:cs typeface="Calibri"/>
              </a:rPr>
              <a:t>–l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?</a:t>
            </a:r>
            <a:endParaRPr lang="en-US"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600" spc="5" dirty="0">
                <a:latin typeface="Calibri"/>
                <a:cs typeface="Calibri"/>
              </a:rPr>
              <a:t>So</a:t>
            </a:r>
            <a:r>
              <a:rPr lang="en-US" sz="2600" dirty="0">
                <a:latin typeface="Calibri"/>
                <a:cs typeface="Calibri"/>
              </a:rPr>
              <a:t>l</a:t>
            </a:r>
            <a:r>
              <a:rPr lang="en-US" sz="2600" spc="-10" dirty="0">
                <a:latin typeface="Calibri"/>
                <a:cs typeface="Calibri"/>
              </a:rPr>
              <a:t>u</a:t>
            </a:r>
            <a:r>
              <a:rPr lang="en-US" sz="2600" spc="5" dirty="0">
                <a:latin typeface="Calibri"/>
                <a:cs typeface="Calibri"/>
              </a:rPr>
              <a:t>t</a:t>
            </a:r>
            <a:r>
              <a:rPr lang="en-US" sz="2600" dirty="0">
                <a:latin typeface="Calibri"/>
                <a:cs typeface="Calibri"/>
              </a:rPr>
              <a:t>i</a:t>
            </a:r>
            <a:r>
              <a:rPr lang="en-US" sz="2600" spc="5" dirty="0">
                <a:latin typeface="Calibri"/>
                <a:cs typeface="Calibri"/>
              </a:rPr>
              <a:t>o</a:t>
            </a:r>
            <a:r>
              <a:rPr lang="en-US" sz="2600" dirty="0">
                <a:latin typeface="Calibri"/>
                <a:cs typeface="Calibri"/>
              </a:rPr>
              <a:t>n</a:t>
            </a:r>
            <a:r>
              <a:rPr lang="en-US" sz="2600" spc="-8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Calibri"/>
                <a:cs typeface="Calibri"/>
              </a:rPr>
              <a:t>–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Calibri"/>
                <a:cs typeface="Calibri"/>
              </a:rPr>
              <a:t>in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Calibri"/>
                <a:cs typeface="Calibri"/>
              </a:rPr>
              <a:t>a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25" dirty="0">
                <a:latin typeface="Calibri"/>
                <a:cs typeface="Calibri"/>
              </a:rPr>
              <a:t>m</a:t>
            </a:r>
            <a:r>
              <a:rPr lang="en-US" sz="2600" spc="5" dirty="0">
                <a:latin typeface="Calibri"/>
                <a:cs typeface="Calibri"/>
              </a:rPr>
              <a:t>o</a:t>
            </a:r>
            <a:r>
              <a:rPr lang="en-US" sz="2600" spc="-25" dirty="0">
                <a:latin typeface="Calibri"/>
                <a:cs typeface="Calibri"/>
              </a:rPr>
              <a:t>m</a:t>
            </a:r>
            <a:r>
              <a:rPr lang="en-US" sz="2600" spc="-10" dirty="0">
                <a:latin typeface="Calibri"/>
                <a:cs typeface="Calibri"/>
              </a:rPr>
              <a:t>e</a:t>
            </a:r>
            <a:r>
              <a:rPr lang="en-US" sz="2600" spc="-30" dirty="0">
                <a:latin typeface="Calibri"/>
                <a:cs typeface="Calibri"/>
              </a:rPr>
              <a:t>n</a:t>
            </a:r>
            <a:r>
              <a:rPr lang="en-US" sz="2600" spc="-10" dirty="0">
                <a:latin typeface="Calibri"/>
                <a:cs typeface="Calibri"/>
              </a:rPr>
              <a:t>t</a:t>
            </a:r>
            <a:r>
              <a:rPr lang="en-US" sz="2600" spc="-10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(aud</a:t>
            </a:r>
            <a:r>
              <a:rPr lang="en-US" sz="2600" dirty="0">
                <a:latin typeface="Calibri"/>
                <a:cs typeface="Calibri"/>
              </a:rPr>
              <a:t>i</a:t>
            </a:r>
            <a:r>
              <a:rPr lang="en-US" sz="2600" spc="5" dirty="0">
                <a:latin typeface="Calibri"/>
                <a:cs typeface="Calibri"/>
              </a:rPr>
              <a:t>o</a:t>
            </a:r>
            <a:r>
              <a:rPr lang="en-US" sz="2600" dirty="0">
                <a:latin typeface="Calibri"/>
                <a:cs typeface="Calibri"/>
              </a:rPr>
              <a:t>)</a:t>
            </a:r>
          </a:p>
        </p:txBody>
      </p:sp>
      <p:sp>
        <p:nvSpPr>
          <p:cNvPr id="6" name="object 6"/>
          <p:cNvSpPr/>
          <p:nvPr/>
        </p:nvSpPr>
        <p:spPr>
          <a:xfrm>
            <a:off x="5511789" y="2760978"/>
            <a:ext cx="2743187" cy="26339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79292" y="5540838"/>
            <a:ext cx="286385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dirty="0">
                <a:latin typeface="Calibri"/>
                <a:cs typeface="Calibri"/>
              </a:rPr>
              <a:t>tt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//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ip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i/To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spc="-5" dirty="0">
                <a:latin typeface="Calibri"/>
                <a:cs typeface="Calibri"/>
              </a:rPr>
              <a:t>#</a:t>
            </a:r>
            <a:r>
              <a:rPr sz="1000" spc="-10" dirty="0">
                <a:latin typeface="Calibri"/>
                <a:cs typeface="Calibri"/>
              </a:rPr>
              <a:t>/medi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dirty="0">
                <a:latin typeface="Calibri"/>
                <a:cs typeface="Calibri"/>
              </a:rPr>
              <a:t>F</a:t>
            </a:r>
            <a:r>
              <a:rPr sz="1000" spc="-10" dirty="0">
                <a:latin typeface="Calibri"/>
                <a:cs typeface="Calibri"/>
              </a:rPr>
              <a:t>il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5" dirty="0">
                <a:latin typeface="Calibri"/>
                <a:cs typeface="Calibri"/>
              </a:rPr>
              <a:t>C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dirty="0">
                <a:latin typeface="Calibri"/>
                <a:cs typeface="Calibri"/>
              </a:rPr>
              <a:t>n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10" dirty="0">
                <a:latin typeface="Calibri"/>
                <a:cs typeface="Calibri"/>
              </a:rPr>
              <a:t>ume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5" dirty="0">
                <a:latin typeface="Calibri"/>
                <a:cs typeface="Calibri"/>
              </a:rPr>
              <a:t>Re</a:t>
            </a:r>
            <a:r>
              <a:rPr sz="1000" spc="-20" dirty="0">
                <a:latin typeface="Calibri"/>
                <a:cs typeface="Calibri"/>
              </a:rPr>
              <a:t>p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0" dirty="0">
                <a:latin typeface="Calibri"/>
                <a:cs typeface="Calibri"/>
              </a:rPr>
              <a:t>-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5" dirty="0">
                <a:latin typeface="Calibri"/>
                <a:cs typeface="Calibri"/>
              </a:rPr>
              <a:t>H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mil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on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5" dirty="0">
                <a:latin typeface="Calibri"/>
                <a:cs typeface="Calibri"/>
              </a:rPr>
              <a:t>B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ch</a:t>
            </a:r>
            <a:r>
              <a:rPr sz="1000" dirty="0">
                <a:latin typeface="Calibri"/>
                <a:cs typeface="Calibri"/>
              </a:rPr>
              <a:t>_D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l</a:t>
            </a:r>
            <a:r>
              <a:rPr sz="1000" dirty="0">
                <a:latin typeface="Calibri"/>
                <a:cs typeface="Calibri"/>
              </a:rPr>
              <a:t>_t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r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if</a:t>
            </a:r>
            <a:r>
              <a:rPr sz="1000" dirty="0">
                <a:latin typeface="Calibri"/>
                <a:cs typeface="Calibri"/>
              </a:rPr>
              <a:t>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B6A146C-BC82-361E-805E-4E6ACA01DD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8201" y="6362700"/>
            <a:ext cx="497199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41</a:t>
            </a:fld>
            <a:endParaRPr lang="en-US" spc="-10" dirty="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AAB27-6E3D-8AF8-C8C8-2CF5C8CE9F69}"/>
              </a:ext>
            </a:extLst>
          </p:cNvPr>
          <p:cNvSpPr txBox="1"/>
          <p:nvPr/>
        </p:nvSpPr>
        <p:spPr>
          <a:xfrm>
            <a:off x="1524000" y="43434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b="1" dirty="0"/>
              <a:t>More Examples?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03B5-097B-615B-11A8-9EFC4B23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67" y="728416"/>
            <a:ext cx="7768865" cy="523220"/>
          </a:xfrm>
        </p:spPr>
        <p:txBody>
          <a:bodyPr/>
          <a:lstStyle/>
          <a:p>
            <a:r>
              <a:rPr lang="en-NZ" dirty="0"/>
              <a:t>Open Loop Control Systems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02F37-9F3D-8707-0AC4-1B1F3C05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7547" y="2096258"/>
            <a:ext cx="3769654" cy="3192797"/>
          </a:xfrm>
        </p:spPr>
        <p:txBody>
          <a:bodyPr/>
          <a:lstStyle/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Washing Machine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Electric Bulb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Electric Hand Drier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based Bread Toaster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Automatic Water Faucet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TV Remote Control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Electric Clothes Drier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F7659-C63E-7D8C-626D-0DA9B124AC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42</a:t>
            </a:fld>
            <a:endParaRPr lang="en-US" spc="-1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3AA0E-4BB6-D392-2910-B7FC03184EB2}"/>
              </a:ext>
            </a:extLst>
          </p:cNvPr>
          <p:cNvSpPr txBox="1"/>
          <p:nvPr/>
        </p:nvSpPr>
        <p:spPr>
          <a:xfrm>
            <a:off x="4267200" y="2105783"/>
            <a:ext cx="3962399" cy="1971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Shades or Blinds on a window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Stepper Motor or Servo Motor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Inkjet Printers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Door Lock System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34444C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Traffic Control System</a:t>
            </a:r>
            <a:endParaRPr lang="en-US" sz="1800" b="1" dirty="0">
              <a:solidFill>
                <a:srgbClr val="34444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6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2377588"/>
            <a:ext cx="4120515" cy="1243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lang="en-NZ" sz="4500" dirty="0">
                <a:solidFill>
                  <a:srgbClr val="B5121B"/>
                </a:solidFill>
                <a:latin typeface="Calibri"/>
                <a:cs typeface="Calibri"/>
              </a:rPr>
              <a:t>CN</a:t>
            </a:r>
            <a:r>
              <a:rPr sz="45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45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4500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sz="4500" spc="-25" dirty="0">
                <a:solidFill>
                  <a:srgbClr val="B5121B"/>
                </a:solidFill>
                <a:latin typeface="Calibri"/>
                <a:cs typeface="Calibri"/>
              </a:rPr>
              <a:t>506</a:t>
            </a:r>
            <a:endParaRPr sz="4500" dirty="0">
              <a:latin typeface="Calibri"/>
              <a:cs typeface="Calibri"/>
            </a:endParaRPr>
          </a:p>
          <a:p>
            <a:pPr marL="12700">
              <a:lnSpc>
                <a:spcPts val="4270"/>
              </a:lnSpc>
            </a:pP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.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6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7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r>
              <a:rPr sz="36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600" spc="5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600" spc="-5" dirty="0">
                <a:solidFill>
                  <a:srgbClr val="B5121B"/>
                </a:solidFill>
                <a:latin typeface="Calibri"/>
                <a:cs typeface="Calibri"/>
              </a:rPr>
              <a:t>j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600" spc="-7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17C169-BC87-F919-7C27-788CBFD82E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42001" y="6286501"/>
            <a:ext cx="497199" cy="342899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43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366077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4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r>
              <a:rPr sz="3400" spc="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ap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63603" y="3243291"/>
            <a:ext cx="1950720" cy="467359"/>
          </a:xfrm>
          <a:custGeom>
            <a:avLst/>
            <a:gdLst/>
            <a:ahLst/>
            <a:cxnLst/>
            <a:rect l="l" t="t" r="r" b="b"/>
            <a:pathLst>
              <a:path w="1950720" h="467360">
                <a:moveTo>
                  <a:pt x="0" y="467130"/>
                </a:moveTo>
                <a:lnTo>
                  <a:pt x="1950457" y="467130"/>
                </a:lnTo>
                <a:lnTo>
                  <a:pt x="1950457" y="0"/>
                </a:lnTo>
                <a:lnTo>
                  <a:pt x="0" y="0"/>
                </a:lnTo>
                <a:lnTo>
                  <a:pt x="0" y="4671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64307" y="3310876"/>
            <a:ext cx="1318895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5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l</a:t>
            </a:r>
            <a:r>
              <a:rPr sz="1450" spc="5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Arial"/>
                <a:cs typeface="Arial"/>
              </a:rPr>
              <a:t>i</a:t>
            </a:r>
            <a:r>
              <a:rPr sz="1450" spc="20" dirty="0">
                <a:latin typeface="Arial"/>
                <a:cs typeface="Arial"/>
              </a:rPr>
              <a:t>n</a:t>
            </a:r>
            <a:r>
              <a:rPr sz="1450" spc="5" dirty="0">
                <a:latin typeface="Arial"/>
                <a:cs typeface="Arial"/>
              </a:rPr>
              <a:t>p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10" dirty="0">
                <a:latin typeface="Arial"/>
                <a:cs typeface="Arial"/>
              </a:rPr>
              <a:t>s)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9594" y="3299341"/>
            <a:ext cx="1134110" cy="631825"/>
          </a:xfrm>
          <a:custGeom>
            <a:avLst/>
            <a:gdLst/>
            <a:ahLst/>
            <a:cxnLst/>
            <a:rect l="l" t="t" r="r" b="b"/>
            <a:pathLst>
              <a:path w="1134110" h="631825">
                <a:moveTo>
                  <a:pt x="0" y="631554"/>
                </a:moveTo>
                <a:lnTo>
                  <a:pt x="1133987" y="631554"/>
                </a:lnTo>
                <a:lnTo>
                  <a:pt x="1133987" y="0"/>
                </a:lnTo>
                <a:lnTo>
                  <a:pt x="0" y="0"/>
                </a:lnTo>
                <a:lnTo>
                  <a:pt x="0" y="6315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9593" y="3299330"/>
            <a:ext cx="1134110" cy="631825"/>
          </a:xfrm>
          <a:custGeom>
            <a:avLst/>
            <a:gdLst/>
            <a:ahLst/>
            <a:cxnLst/>
            <a:rect l="l" t="t" r="r" b="b"/>
            <a:pathLst>
              <a:path w="1134110" h="631825">
                <a:moveTo>
                  <a:pt x="0" y="0"/>
                </a:moveTo>
                <a:lnTo>
                  <a:pt x="0" y="631565"/>
                </a:lnTo>
                <a:lnTo>
                  <a:pt x="1133984" y="631565"/>
                </a:lnTo>
                <a:lnTo>
                  <a:pt x="1133984" y="0"/>
                </a:lnTo>
                <a:lnTo>
                  <a:pt x="0" y="0"/>
                </a:lnTo>
                <a:close/>
              </a:path>
            </a:pathLst>
          </a:custGeom>
          <a:ln w="11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75670" y="3451003"/>
            <a:ext cx="847090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5" dirty="0">
                <a:latin typeface="Arial"/>
                <a:cs typeface="Arial"/>
              </a:rPr>
              <a:t>C</a:t>
            </a:r>
            <a:r>
              <a:rPr sz="1450" spc="20" dirty="0">
                <a:latin typeface="Arial"/>
                <a:cs typeface="Arial"/>
              </a:rPr>
              <a:t>on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dirty="0">
                <a:latin typeface="Arial"/>
                <a:cs typeface="Arial"/>
              </a:rPr>
              <a:t>ll</a:t>
            </a:r>
            <a:r>
              <a:rPr sz="1450" spc="15" dirty="0">
                <a:latin typeface="Arial"/>
                <a:cs typeface="Arial"/>
              </a:rPr>
              <a:t>er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98521" y="4351305"/>
            <a:ext cx="4513580" cy="0"/>
          </a:xfrm>
          <a:custGeom>
            <a:avLst/>
            <a:gdLst/>
            <a:ahLst/>
            <a:cxnLst/>
            <a:rect l="l" t="t" r="r" b="b"/>
            <a:pathLst>
              <a:path w="4513580">
                <a:moveTo>
                  <a:pt x="4513246" y="0"/>
                </a:moveTo>
                <a:lnTo>
                  <a:pt x="0" y="0"/>
                </a:lnTo>
              </a:path>
            </a:pathLst>
          </a:custGeom>
          <a:ln w="112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09857" y="3719763"/>
            <a:ext cx="0" cy="631825"/>
          </a:xfrm>
          <a:custGeom>
            <a:avLst/>
            <a:gdLst/>
            <a:ahLst/>
            <a:cxnLst/>
            <a:rect l="l" t="t" r="r" b="b"/>
            <a:pathLst>
              <a:path h="631825">
                <a:moveTo>
                  <a:pt x="0" y="631541"/>
                </a:moveTo>
                <a:lnTo>
                  <a:pt x="0" y="0"/>
                </a:lnTo>
              </a:path>
            </a:pathLst>
          </a:custGeom>
          <a:ln w="113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02300" y="3673053"/>
            <a:ext cx="527685" cy="93980"/>
          </a:xfrm>
          <a:custGeom>
            <a:avLst/>
            <a:gdLst/>
            <a:ahLst/>
            <a:cxnLst/>
            <a:rect l="l" t="t" r="r" b="b"/>
            <a:pathLst>
              <a:path w="527685" h="93979">
                <a:moveTo>
                  <a:pt x="432806" y="0"/>
                </a:moveTo>
                <a:lnTo>
                  <a:pt x="432806" y="39227"/>
                </a:lnTo>
                <a:lnTo>
                  <a:pt x="5681" y="39227"/>
                </a:lnTo>
                <a:lnTo>
                  <a:pt x="1895" y="41087"/>
                </a:lnTo>
                <a:lnTo>
                  <a:pt x="0" y="44836"/>
                </a:lnTo>
                <a:lnTo>
                  <a:pt x="0" y="50444"/>
                </a:lnTo>
                <a:lnTo>
                  <a:pt x="1895" y="52303"/>
                </a:lnTo>
                <a:lnTo>
                  <a:pt x="5681" y="54162"/>
                </a:lnTo>
                <a:lnTo>
                  <a:pt x="432806" y="54162"/>
                </a:lnTo>
                <a:lnTo>
                  <a:pt x="432806" y="93421"/>
                </a:lnTo>
                <a:lnTo>
                  <a:pt x="527294" y="46695"/>
                </a:lnTo>
                <a:lnTo>
                  <a:pt x="4328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02295" y="3712278"/>
            <a:ext cx="457834" cy="15240"/>
          </a:xfrm>
          <a:custGeom>
            <a:avLst/>
            <a:gdLst/>
            <a:ahLst/>
            <a:cxnLst/>
            <a:rect l="l" t="t" r="r" b="b"/>
            <a:pathLst>
              <a:path w="457835" h="15239">
                <a:moveTo>
                  <a:pt x="7562" y="0"/>
                </a:moveTo>
                <a:lnTo>
                  <a:pt x="449817" y="0"/>
                </a:lnTo>
                <a:lnTo>
                  <a:pt x="451711" y="0"/>
                </a:lnTo>
                <a:lnTo>
                  <a:pt x="455485" y="1878"/>
                </a:lnTo>
                <a:lnTo>
                  <a:pt x="455485" y="5606"/>
                </a:lnTo>
                <a:lnTo>
                  <a:pt x="457376" y="7485"/>
                </a:lnTo>
                <a:lnTo>
                  <a:pt x="455485" y="11213"/>
                </a:lnTo>
                <a:lnTo>
                  <a:pt x="455485" y="13092"/>
                </a:lnTo>
                <a:lnTo>
                  <a:pt x="451711" y="14940"/>
                </a:lnTo>
                <a:lnTo>
                  <a:pt x="449817" y="14940"/>
                </a:lnTo>
                <a:lnTo>
                  <a:pt x="7562" y="14940"/>
                </a:lnTo>
                <a:lnTo>
                  <a:pt x="5680" y="14940"/>
                </a:lnTo>
                <a:lnTo>
                  <a:pt x="1894" y="13092"/>
                </a:lnTo>
                <a:lnTo>
                  <a:pt x="0" y="11213"/>
                </a:lnTo>
                <a:lnTo>
                  <a:pt x="0" y="7485"/>
                </a:lnTo>
                <a:lnTo>
                  <a:pt x="0" y="5606"/>
                </a:lnTo>
                <a:lnTo>
                  <a:pt x="1894" y="1878"/>
                </a:lnTo>
                <a:lnTo>
                  <a:pt x="5680" y="0"/>
                </a:lnTo>
                <a:lnTo>
                  <a:pt x="7562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35099" y="3673032"/>
            <a:ext cx="94615" cy="93980"/>
          </a:xfrm>
          <a:custGeom>
            <a:avLst/>
            <a:gdLst/>
            <a:ahLst/>
            <a:cxnLst/>
            <a:rect l="l" t="t" r="r" b="b"/>
            <a:pathLst>
              <a:path w="94614" h="93979">
                <a:moveTo>
                  <a:pt x="0" y="0"/>
                </a:moveTo>
                <a:lnTo>
                  <a:pt x="94494" y="46731"/>
                </a:lnTo>
                <a:lnTo>
                  <a:pt x="0" y="93433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67382" y="3557198"/>
            <a:ext cx="1602740" cy="93980"/>
          </a:xfrm>
          <a:custGeom>
            <a:avLst/>
            <a:gdLst/>
            <a:ahLst/>
            <a:cxnLst/>
            <a:rect l="l" t="t" r="r" b="b"/>
            <a:pathLst>
              <a:path w="1602739" h="93979">
                <a:moveTo>
                  <a:pt x="1508211" y="0"/>
                </a:moveTo>
                <a:lnTo>
                  <a:pt x="1508211" y="39227"/>
                </a:lnTo>
                <a:lnTo>
                  <a:pt x="5669" y="39227"/>
                </a:lnTo>
                <a:lnTo>
                  <a:pt x="3779" y="41117"/>
                </a:lnTo>
                <a:lnTo>
                  <a:pt x="1889" y="42976"/>
                </a:lnTo>
                <a:lnTo>
                  <a:pt x="0" y="46725"/>
                </a:lnTo>
                <a:lnTo>
                  <a:pt x="1889" y="48585"/>
                </a:lnTo>
                <a:lnTo>
                  <a:pt x="3779" y="52303"/>
                </a:lnTo>
                <a:lnTo>
                  <a:pt x="5669" y="52303"/>
                </a:lnTo>
                <a:lnTo>
                  <a:pt x="9448" y="54193"/>
                </a:lnTo>
                <a:lnTo>
                  <a:pt x="1508211" y="54193"/>
                </a:lnTo>
                <a:lnTo>
                  <a:pt x="1508211" y="93421"/>
                </a:lnTo>
                <a:lnTo>
                  <a:pt x="1602699" y="46725"/>
                </a:lnTo>
                <a:lnTo>
                  <a:pt x="15082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379" y="3596449"/>
            <a:ext cx="1532890" cy="15240"/>
          </a:xfrm>
          <a:custGeom>
            <a:avLst/>
            <a:gdLst/>
            <a:ahLst/>
            <a:cxnLst/>
            <a:rect l="l" t="t" r="r" b="b"/>
            <a:pathLst>
              <a:path w="1532889" h="15239">
                <a:moveTo>
                  <a:pt x="9441" y="0"/>
                </a:moveTo>
                <a:lnTo>
                  <a:pt x="1525191" y="0"/>
                </a:lnTo>
                <a:lnTo>
                  <a:pt x="1527092" y="0"/>
                </a:lnTo>
                <a:lnTo>
                  <a:pt x="1530862" y="1848"/>
                </a:lnTo>
                <a:lnTo>
                  <a:pt x="1530862" y="3727"/>
                </a:lnTo>
                <a:lnTo>
                  <a:pt x="1532763" y="7455"/>
                </a:lnTo>
                <a:lnTo>
                  <a:pt x="1530862" y="9334"/>
                </a:lnTo>
                <a:lnTo>
                  <a:pt x="1530862" y="13061"/>
                </a:lnTo>
                <a:lnTo>
                  <a:pt x="1527092" y="13061"/>
                </a:lnTo>
                <a:lnTo>
                  <a:pt x="1525191" y="14940"/>
                </a:lnTo>
                <a:lnTo>
                  <a:pt x="9441" y="14940"/>
                </a:lnTo>
                <a:lnTo>
                  <a:pt x="5670" y="13061"/>
                </a:lnTo>
                <a:lnTo>
                  <a:pt x="3770" y="13061"/>
                </a:lnTo>
                <a:lnTo>
                  <a:pt x="1869" y="9334"/>
                </a:lnTo>
                <a:lnTo>
                  <a:pt x="0" y="7455"/>
                </a:lnTo>
                <a:lnTo>
                  <a:pt x="1869" y="3727"/>
                </a:lnTo>
                <a:lnTo>
                  <a:pt x="3770" y="1848"/>
                </a:lnTo>
                <a:lnTo>
                  <a:pt x="5670" y="0"/>
                </a:lnTo>
                <a:lnTo>
                  <a:pt x="9441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75558" y="3557202"/>
            <a:ext cx="94615" cy="93980"/>
          </a:xfrm>
          <a:custGeom>
            <a:avLst/>
            <a:gdLst/>
            <a:ahLst/>
            <a:cxnLst/>
            <a:rect l="l" t="t" r="r" b="b"/>
            <a:pathLst>
              <a:path w="94614" h="93979">
                <a:moveTo>
                  <a:pt x="0" y="0"/>
                </a:moveTo>
                <a:lnTo>
                  <a:pt x="94506" y="46701"/>
                </a:lnTo>
                <a:lnTo>
                  <a:pt x="0" y="93433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29478" y="3381542"/>
            <a:ext cx="1211580" cy="93980"/>
          </a:xfrm>
          <a:custGeom>
            <a:avLst/>
            <a:gdLst/>
            <a:ahLst/>
            <a:cxnLst/>
            <a:rect l="l" t="t" r="r" b="b"/>
            <a:pathLst>
              <a:path w="1211580" h="93979">
                <a:moveTo>
                  <a:pt x="1116973" y="0"/>
                </a:moveTo>
                <a:lnTo>
                  <a:pt x="1116973" y="39258"/>
                </a:lnTo>
                <a:lnTo>
                  <a:pt x="3776" y="39258"/>
                </a:lnTo>
                <a:lnTo>
                  <a:pt x="1892" y="41117"/>
                </a:lnTo>
                <a:lnTo>
                  <a:pt x="0" y="43007"/>
                </a:lnTo>
                <a:lnTo>
                  <a:pt x="0" y="50474"/>
                </a:lnTo>
                <a:lnTo>
                  <a:pt x="3776" y="54193"/>
                </a:lnTo>
                <a:lnTo>
                  <a:pt x="1116973" y="54193"/>
                </a:lnTo>
                <a:lnTo>
                  <a:pt x="1116973" y="93451"/>
                </a:lnTo>
                <a:lnTo>
                  <a:pt x="1211485" y="46725"/>
                </a:lnTo>
                <a:lnTo>
                  <a:pt x="11169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29475" y="3420795"/>
            <a:ext cx="1141730" cy="15240"/>
          </a:xfrm>
          <a:custGeom>
            <a:avLst/>
            <a:gdLst/>
            <a:ahLst/>
            <a:cxnLst/>
            <a:rect l="l" t="t" r="r" b="b"/>
            <a:pathLst>
              <a:path w="1141730" h="15239">
                <a:moveTo>
                  <a:pt x="7559" y="0"/>
                </a:moveTo>
                <a:lnTo>
                  <a:pt x="1133984" y="0"/>
                </a:lnTo>
                <a:lnTo>
                  <a:pt x="1135863" y="0"/>
                </a:lnTo>
                <a:lnTo>
                  <a:pt x="1139637" y="1878"/>
                </a:lnTo>
                <a:lnTo>
                  <a:pt x="1141538" y="3727"/>
                </a:lnTo>
                <a:lnTo>
                  <a:pt x="1141538" y="7485"/>
                </a:lnTo>
                <a:lnTo>
                  <a:pt x="1141538" y="11213"/>
                </a:lnTo>
                <a:lnTo>
                  <a:pt x="1139637" y="13061"/>
                </a:lnTo>
                <a:lnTo>
                  <a:pt x="1135863" y="14940"/>
                </a:lnTo>
                <a:lnTo>
                  <a:pt x="1133984" y="14940"/>
                </a:lnTo>
                <a:lnTo>
                  <a:pt x="7559" y="14940"/>
                </a:lnTo>
                <a:lnTo>
                  <a:pt x="3773" y="14940"/>
                </a:lnTo>
                <a:lnTo>
                  <a:pt x="1879" y="13061"/>
                </a:lnTo>
                <a:lnTo>
                  <a:pt x="0" y="11213"/>
                </a:lnTo>
                <a:lnTo>
                  <a:pt x="0" y="7485"/>
                </a:lnTo>
                <a:lnTo>
                  <a:pt x="0" y="3727"/>
                </a:lnTo>
                <a:lnTo>
                  <a:pt x="1879" y="1878"/>
                </a:lnTo>
                <a:lnTo>
                  <a:pt x="3773" y="0"/>
                </a:lnTo>
                <a:lnTo>
                  <a:pt x="7559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46444" y="3381549"/>
            <a:ext cx="94615" cy="93980"/>
          </a:xfrm>
          <a:custGeom>
            <a:avLst/>
            <a:gdLst/>
            <a:ahLst/>
            <a:cxnLst/>
            <a:rect l="l" t="t" r="r" b="b"/>
            <a:pathLst>
              <a:path w="94614" h="93979">
                <a:moveTo>
                  <a:pt x="0" y="0"/>
                </a:moveTo>
                <a:lnTo>
                  <a:pt x="94491" y="46731"/>
                </a:lnTo>
                <a:lnTo>
                  <a:pt x="0" y="93433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61983" y="3254489"/>
            <a:ext cx="1062355" cy="467359"/>
          </a:xfrm>
          <a:custGeom>
            <a:avLst/>
            <a:gdLst/>
            <a:ahLst/>
            <a:cxnLst/>
            <a:rect l="l" t="t" r="r" b="b"/>
            <a:pathLst>
              <a:path w="1062354" h="467360">
                <a:moveTo>
                  <a:pt x="0" y="467118"/>
                </a:moveTo>
                <a:lnTo>
                  <a:pt x="1062167" y="467118"/>
                </a:lnTo>
                <a:lnTo>
                  <a:pt x="1062167" y="0"/>
                </a:lnTo>
                <a:lnTo>
                  <a:pt x="0" y="0"/>
                </a:lnTo>
                <a:lnTo>
                  <a:pt x="0" y="4671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77100" y="3568415"/>
            <a:ext cx="1036319" cy="93980"/>
          </a:xfrm>
          <a:custGeom>
            <a:avLst/>
            <a:gdLst/>
            <a:ahLst/>
            <a:cxnLst/>
            <a:rect l="l" t="t" r="r" b="b"/>
            <a:pathLst>
              <a:path w="1036320" h="93979">
                <a:moveTo>
                  <a:pt x="941191" y="0"/>
                </a:moveTo>
                <a:lnTo>
                  <a:pt x="941191" y="39227"/>
                </a:lnTo>
                <a:lnTo>
                  <a:pt x="5669" y="39227"/>
                </a:lnTo>
                <a:lnTo>
                  <a:pt x="3779" y="41087"/>
                </a:lnTo>
                <a:lnTo>
                  <a:pt x="1889" y="42976"/>
                </a:lnTo>
                <a:lnTo>
                  <a:pt x="0" y="46695"/>
                </a:lnTo>
                <a:lnTo>
                  <a:pt x="1889" y="50444"/>
                </a:lnTo>
                <a:lnTo>
                  <a:pt x="3779" y="52303"/>
                </a:lnTo>
                <a:lnTo>
                  <a:pt x="5669" y="54193"/>
                </a:lnTo>
                <a:lnTo>
                  <a:pt x="941191" y="54193"/>
                </a:lnTo>
                <a:lnTo>
                  <a:pt x="941191" y="93421"/>
                </a:lnTo>
                <a:lnTo>
                  <a:pt x="1035710" y="46695"/>
                </a:lnTo>
                <a:lnTo>
                  <a:pt x="941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77093" y="3607631"/>
            <a:ext cx="965835" cy="15240"/>
          </a:xfrm>
          <a:custGeom>
            <a:avLst/>
            <a:gdLst/>
            <a:ahLst/>
            <a:cxnLst/>
            <a:rect l="l" t="t" r="r" b="b"/>
            <a:pathLst>
              <a:path w="965834" h="15239">
                <a:moveTo>
                  <a:pt x="9441" y="0"/>
                </a:moveTo>
                <a:lnTo>
                  <a:pt x="958214" y="0"/>
                </a:lnTo>
                <a:lnTo>
                  <a:pt x="960084" y="0"/>
                </a:lnTo>
                <a:lnTo>
                  <a:pt x="963854" y="1878"/>
                </a:lnTo>
                <a:lnTo>
                  <a:pt x="963854" y="3757"/>
                </a:lnTo>
                <a:lnTo>
                  <a:pt x="965755" y="7485"/>
                </a:lnTo>
                <a:lnTo>
                  <a:pt x="963854" y="11213"/>
                </a:lnTo>
                <a:lnTo>
                  <a:pt x="963854" y="13092"/>
                </a:lnTo>
                <a:lnTo>
                  <a:pt x="960084" y="14971"/>
                </a:lnTo>
                <a:lnTo>
                  <a:pt x="958214" y="14971"/>
                </a:lnTo>
                <a:lnTo>
                  <a:pt x="9441" y="14971"/>
                </a:lnTo>
                <a:lnTo>
                  <a:pt x="5640" y="14971"/>
                </a:lnTo>
                <a:lnTo>
                  <a:pt x="3770" y="13092"/>
                </a:lnTo>
                <a:lnTo>
                  <a:pt x="1869" y="11213"/>
                </a:lnTo>
                <a:lnTo>
                  <a:pt x="0" y="7485"/>
                </a:lnTo>
                <a:lnTo>
                  <a:pt x="1869" y="3757"/>
                </a:lnTo>
                <a:lnTo>
                  <a:pt x="3770" y="1878"/>
                </a:lnTo>
                <a:lnTo>
                  <a:pt x="5640" y="0"/>
                </a:lnTo>
                <a:lnTo>
                  <a:pt x="9441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18295" y="3568415"/>
            <a:ext cx="94615" cy="93980"/>
          </a:xfrm>
          <a:custGeom>
            <a:avLst/>
            <a:gdLst/>
            <a:ahLst/>
            <a:cxnLst/>
            <a:rect l="l" t="t" r="r" b="b"/>
            <a:pathLst>
              <a:path w="94615" h="93979">
                <a:moveTo>
                  <a:pt x="0" y="0"/>
                </a:moveTo>
                <a:lnTo>
                  <a:pt x="94475" y="46701"/>
                </a:lnTo>
                <a:lnTo>
                  <a:pt x="0" y="93433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11768" y="3615117"/>
            <a:ext cx="0" cy="736600"/>
          </a:xfrm>
          <a:custGeom>
            <a:avLst/>
            <a:gdLst/>
            <a:ahLst/>
            <a:cxnLst/>
            <a:rect l="l" t="t" r="r" b="b"/>
            <a:pathLst>
              <a:path h="736600">
                <a:moveTo>
                  <a:pt x="0" y="736187"/>
                </a:moveTo>
                <a:lnTo>
                  <a:pt x="0" y="0"/>
                </a:lnTo>
              </a:path>
            </a:pathLst>
          </a:custGeom>
          <a:ln w="113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94649" y="3288136"/>
            <a:ext cx="803275" cy="629920"/>
          </a:xfrm>
          <a:custGeom>
            <a:avLst/>
            <a:gdLst/>
            <a:ahLst/>
            <a:cxnLst/>
            <a:rect l="l" t="t" r="r" b="b"/>
            <a:pathLst>
              <a:path w="803275" h="629920">
                <a:moveTo>
                  <a:pt x="0" y="629686"/>
                </a:moveTo>
                <a:lnTo>
                  <a:pt x="803242" y="629686"/>
                </a:lnTo>
                <a:lnTo>
                  <a:pt x="803242" y="0"/>
                </a:lnTo>
                <a:lnTo>
                  <a:pt x="0" y="0"/>
                </a:lnTo>
                <a:lnTo>
                  <a:pt x="0" y="6296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94618" y="3288146"/>
            <a:ext cx="803275" cy="629920"/>
          </a:xfrm>
          <a:custGeom>
            <a:avLst/>
            <a:gdLst/>
            <a:ahLst/>
            <a:cxnLst/>
            <a:rect l="l" t="t" r="r" b="b"/>
            <a:pathLst>
              <a:path w="803275" h="629920">
                <a:moveTo>
                  <a:pt x="0" y="0"/>
                </a:moveTo>
                <a:lnTo>
                  <a:pt x="0" y="629674"/>
                </a:lnTo>
                <a:lnTo>
                  <a:pt x="803258" y="629674"/>
                </a:lnTo>
                <a:lnTo>
                  <a:pt x="803258" y="0"/>
                </a:lnTo>
                <a:lnTo>
                  <a:pt x="0" y="0"/>
                </a:lnTo>
                <a:close/>
              </a:path>
            </a:pathLst>
          </a:custGeom>
          <a:ln w="11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968889" y="3439789"/>
            <a:ext cx="655320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5" dirty="0">
                <a:latin typeface="Arial"/>
                <a:cs typeface="Arial"/>
              </a:rPr>
              <a:t>S</a:t>
            </a:r>
            <a:r>
              <a:rPr sz="1450" spc="-5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st</a:t>
            </a:r>
            <a:r>
              <a:rPr sz="1450" spc="20" dirty="0">
                <a:latin typeface="Arial"/>
                <a:cs typeface="Arial"/>
              </a:rPr>
              <a:t>em</a:t>
            </a:r>
            <a:endParaRPr sz="14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57325" y="2742529"/>
            <a:ext cx="1470660" cy="618490"/>
          </a:xfrm>
          <a:custGeom>
            <a:avLst/>
            <a:gdLst/>
            <a:ahLst/>
            <a:cxnLst/>
            <a:rect l="l" t="t" r="r" b="b"/>
            <a:pathLst>
              <a:path w="1470660" h="618489">
                <a:moveTo>
                  <a:pt x="0" y="618469"/>
                </a:moveTo>
                <a:lnTo>
                  <a:pt x="1470397" y="618469"/>
                </a:lnTo>
                <a:lnTo>
                  <a:pt x="1470397" y="0"/>
                </a:lnTo>
                <a:lnTo>
                  <a:pt x="0" y="0"/>
                </a:lnTo>
                <a:lnTo>
                  <a:pt x="0" y="6184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762679" y="2887158"/>
            <a:ext cx="854075" cy="64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35" algn="ctr">
              <a:lnSpc>
                <a:spcPct val="100000"/>
              </a:lnSpc>
              <a:tabLst>
                <a:tab pos="371475" algn="l"/>
              </a:tabLst>
            </a:pPr>
            <a:r>
              <a:rPr sz="2100" spc="-65" dirty="0">
                <a:latin typeface="Tahoma"/>
                <a:cs typeface="Tahoma"/>
              </a:rPr>
              <a:t>X</a:t>
            </a:r>
            <a:r>
              <a:rPr sz="2100" spc="-65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ahoma"/>
                <a:cs typeface="Tahoma"/>
              </a:rPr>
              <a:t>o</a:t>
            </a:r>
            <a:r>
              <a:rPr sz="2000" dirty="0">
                <a:latin typeface="Tahoma"/>
                <a:cs typeface="Tahoma"/>
              </a:rPr>
              <a:t>r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100" spc="-65" dirty="0">
                <a:latin typeface="Tahoma"/>
                <a:cs typeface="Tahoma"/>
              </a:rPr>
              <a:t>Y</a:t>
            </a:r>
            <a:endParaRPr sz="2100">
              <a:latin typeface="Tahoma"/>
              <a:cs typeface="Tahoma"/>
            </a:endParaRPr>
          </a:p>
          <a:p>
            <a:pPr marR="31750" algn="ctr">
              <a:lnSpc>
                <a:spcPct val="100000"/>
              </a:lnSpc>
              <a:spcBef>
                <a:spcPts val="985"/>
              </a:spcBef>
            </a:pPr>
            <a:r>
              <a:rPr sz="1450" spc="20" dirty="0">
                <a:latin typeface="Arial"/>
                <a:cs typeface="Arial"/>
              </a:rPr>
              <a:t>Ou</a:t>
            </a:r>
            <a:r>
              <a:rPr sz="1450" spc="5" dirty="0">
                <a:latin typeface="Arial"/>
                <a:cs typeface="Arial"/>
              </a:rPr>
              <a:t>tp</a:t>
            </a:r>
            <a:r>
              <a:rPr sz="1450" spc="20" dirty="0">
                <a:latin typeface="Arial"/>
                <a:cs typeface="Arial"/>
              </a:rPr>
              <a:t>u</a:t>
            </a:r>
            <a:r>
              <a:rPr sz="1450" spc="5" dirty="0">
                <a:latin typeface="Arial"/>
                <a:cs typeface="Arial"/>
              </a:rPr>
              <a:t>t</a:t>
            </a:r>
            <a:r>
              <a:rPr sz="1450" dirty="0">
                <a:latin typeface="Arial"/>
                <a:cs typeface="Arial"/>
              </a:rPr>
              <a:t>(</a:t>
            </a:r>
            <a:r>
              <a:rPr sz="1450" spc="10" dirty="0">
                <a:latin typeface="Arial"/>
                <a:cs typeface="Arial"/>
              </a:rPr>
              <a:t>s)</a:t>
            </a:r>
            <a:endParaRPr sz="1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65580" y="2808248"/>
            <a:ext cx="1255395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dirty="0">
                <a:latin typeface="Arial"/>
                <a:cs typeface="Arial"/>
              </a:rPr>
              <a:t>ir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5" dirty="0">
                <a:latin typeface="Arial"/>
                <a:cs typeface="Arial"/>
              </a:rPr>
              <a:t>d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Arial"/>
                <a:cs typeface="Arial"/>
              </a:rPr>
              <a:t>o</a:t>
            </a:r>
            <a:r>
              <a:rPr sz="1450" spc="5" dirty="0">
                <a:latin typeface="Arial"/>
                <a:cs typeface="Arial"/>
              </a:rPr>
              <a:t>ut</a:t>
            </a:r>
            <a:r>
              <a:rPr sz="1450" spc="20" dirty="0">
                <a:latin typeface="Arial"/>
                <a:cs typeface="Arial"/>
              </a:rPr>
              <a:t>p</a:t>
            </a:r>
            <a:r>
              <a:rPr sz="1450" spc="5" dirty="0">
                <a:latin typeface="Arial"/>
                <a:cs typeface="Arial"/>
              </a:rPr>
              <a:t>ut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92370" y="3024990"/>
            <a:ext cx="803910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Arial"/>
                <a:cs typeface="Arial"/>
              </a:rPr>
              <a:t>r</a:t>
            </a:r>
            <a:r>
              <a:rPr sz="1450" spc="20" dirty="0">
                <a:latin typeface="Arial"/>
                <a:cs typeface="Arial"/>
              </a:rPr>
              <a:t>e</a:t>
            </a:r>
            <a:r>
              <a:rPr sz="1450" spc="10" dirty="0">
                <a:latin typeface="Arial"/>
                <a:cs typeface="Arial"/>
              </a:rPr>
              <a:t>s</a:t>
            </a:r>
            <a:r>
              <a:rPr sz="1450" spc="20" dirty="0">
                <a:latin typeface="Arial"/>
                <a:cs typeface="Arial"/>
              </a:rPr>
              <a:t>pon</a:t>
            </a:r>
            <a:r>
              <a:rPr sz="1450" spc="-5" dirty="0">
                <a:latin typeface="Arial"/>
                <a:cs typeface="Arial"/>
              </a:rPr>
              <a:t>s</a:t>
            </a:r>
            <a:r>
              <a:rPr sz="1450" spc="15" dirty="0">
                <a:latin typeface="Arial"/>
                <a:cs typeface="Arial"/>
              </a:rPr>
              <a:t>e</a:t>
            </a:r>
            <a:endParaRPr sz="1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82504" y="2901636"/>
            <a:ext cx="19240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70" dirty="0">
                <a:latin typeface="Tahoma"/>
                <a:cs typeface="Tahoma"/>
              </a:rPr>
              <a:t>U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97615" y="3184601"/>
            <a:ext cx="198120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75" dirty="0">
                <a:latin typeface="Tahoma"/>
                <a:cs typeface="Tahoma"/>
              </a:rPr>
              <a:t>D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4296" y="2696619"/>
            <a:ext cx="432434" cy="1079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329">
              <a:lnSpc>
                <a:spcPts val="4415"/>
              </a:lnSpc>
            </a:pPr>
            <a:r>
              <a:rPr sz="3900" i="1" spc="-20" dirty="0">
                <a:latin typeface="Times New Roman"/>
                <a:cs typeface="Times New Roman"/>
              </a:rPr>
              <a:t>r</a:t>
            </a:r>
            <a:endParaRPr sz="3900">
              <a:latin typeface="Times New Roman"/>
              <a:cs typeface="Times New Roman"/>
            </a:endParaRPr>
          </a:p>
          <a:p>
            <a:pPr marL="12700">
              <a:lnSpc>
                <a:spcPts val="3815"/>
              </a:lnSpc>
            </a:pPr>
            <a:r>
              <a:rPr sz="3400" i="1" spc="-10" dirty="0">
                <a:latin typeface="Times New Roman"/>
                <a:cs typeface="Times New Roman"/>
              </a:rPr>
              <a:t>y</a:t>
            </a:r>
            <a:r>
              <a:rPr sz="4650" i="1" baseline="-16129" dirty="0">
                <a:latin typeface="Times New Roman"/>
                <a:cs typeface="Times New Roman"/>
              </a:rPr>
              <a:t>d</a:t>
            </a:r>
            <a:endParaRPr sz="4650" baseline="-16129">
              <a:latin typeface="Times New Roman"/>
              <a:cs typeface="Times New Roman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96C6EEA-87EE-DE7D-BA20-0456A9F2C9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8201" y="6438900"/>
            <a:ext cx="497199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44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61950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r>
              <a:rPr sz="3400" spc="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3444" y="2385054"/>
            <a:ext cx="4968236" cy="37236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279" y="2313944"/>
            <a:ext cx="866140" cy="612140"/>
          </a:xfrm>
          <a:custGeom>
            <a:avLst/>
            <a:gdLst/>
            <a:ahLst/>
            <a:cxnLst/>
            <a:rect l="l" t="t" r="r" b="b"/>
            <a:pathLst>
              <a:path w="866140" h="612139">
                <a:moveTo>
                  <a:pt x="0" y="612135"/>
                </a:moveTo>
                <a:lnTo>
                  <a:pt x="866144" y="612135"/>
                </a:lnTo>
                <a:lnTo>
                  <a:pt x="866144" y="0"/>
                </a:lnTo>
                <a:lnTo>
                  <a:pt x="0" y="0"/>
                </a:lnTo>
                <a:lnTo>
                  <a:pt x="0" y="6121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06224" y="2745729"/>
            <a:ext cx="1433195" cy="449580"/>
          </a:xfrm>
          <a:custGeom>
            <a:avLst/>
            <a:gdLst/>
            <a:ahLst/>
            <a:cxnLst/>
            <a:rect l="l" t="t" r="r" b="b"/>
            <a:pathLst>
              <a:path w="1433195" h="449580">
                <a:moveTo>
                  <a:pt x="0" y="0"/>
                </a:moveTo>
                <a:lnTo>
                  <a:pt x="1432608" y="449366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91789" y="3114781"/>
            <a:ext cx="168275" cy="145415"/>
          </a:xfrm>
          <a:custGeom>
            <a:avLst/>
            <a:gdLst/>
            <a:ahLst/>
            <a:cxnLst/>
            <a:rect l="l" t="t" r="r" b="b"/>
            <a:pathLst>
              <a:path w="168275" h="145414">
                <a:moveTo>
                  <a:pt x="45613" y="0"/>
                </a:moveTo>
                <a:lnTo>
                  <a:pt x="0" y="145420"/>
                </a:lnTo>
                <a:lnTo>
                  <a:pt x="168219" y="118323"/>
                </a:lnTo>
                <a:lnTo>
                  <a:pt x="4561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52359" y="3538216"/>
            <a:ext cx="866140" cy="614680"/>
          </a:xfrm>
          <a:custGeom>
            <a:avLst/>
            <a:gdLst/>
            <a:ahLst/>
            <a:cxnLst/>
            <a:rect l="l" t="t" r="r" b="b"/>
            <a:pathLst>
              <a:path w="866140" h="614679">
                <a:moveTo>
                  <a:pt x="0" y="614684"/>
                </a:moveTo>
                <a:lnTo>
                  <a:pt x="866144" y="614684"/>
                </a:lnTo>
                <a:lnTo>
                  <a:pt x="866144" y="0"/>
                </a:lnTo>
                <a:lnTo>
                  <a:pt x="0" y="0"/>
                </a:lnTo>
                <a:lnTo>
                  <a:pt x="0" y="6146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8538" y="2419926"/>
            <a:ext cx="7112000" cy="1707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y</a:t>
            </a:r>
            <a:r>
              <a:rPr sz="3600" baseline="-20833" dirty="0">
                <a:latin typeface="Arial"/>
                <a:cs typeface="Arial"/>
              </a:rPr>
              <a:t>d</a:t>
            </a:r>
            <a:endParaRPr sz="3600" baseline="-2083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4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3600" spc="-25" dirty="0">
                <a:latin typeface="Arial"/>
                <a:cs typeface="Arial"/>
              </a:rPr>
              <a:t>Y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46850" y="3329178"/>
            <a:ext cx="1213485" cy="459105"/>
          </a:xfrm>
          <a:custGeom>
            <a:avLst/>
            <a:gdLst/>
            <a:ahLst/>
            <a:cxnLst/>
            <a:rect l="l" t="t" r="r" b="b"/>
            <a:pathLst>
              <a:path w="1213484" h="459104">
                <a:moveTo>
                  <a:pt x="1213378" y="459089"/>
                </a:moveTo>
                <a:lnTo>
                  <a:pt x="0" y="0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28069" y="3266907"/>
            <a:ext cx="169545" cy="142875"/>
          </a:xfrm>
          <a:custGeom>
            <a:avLst/>
            <a:gdLst/>
            <a:ahLst/>
            <a:cxnLst/>
            <a:rect l="l" t="t" r="r" b="b"/>
            <a:pathLst>
              <a:path w="169545" h="142875">
                <a:moveTo>
                  <a:pt x="169529" y="0"/>
                </a:moveTo>
                <a:lnTo>
                  <a:pt x="0" y="17312"/>
                </a:lnTo>
                <a:lnTo>
                  <a:pt x="115580" y="142524"/>
                </a:lnTo>
                <a:lnTo>
                  <a:pt x="16952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87929" y="5445764"/>
            <a:ext cx="866140" cy="614680"/>
          </a:xfrm>
          <a:custGeom>
            <a:avLst/>
            <a:gdLst/>
            <a:ahLst/>
            <a:cxnLst/>
            <a:rect l="l" t="t" r="r" b="b"/>
            <a:pathLst>
              <a:path w="866140" h="614679">
                <a:moveTo>
                  <a:pt x="0" y="614671"/>
                </a:moveTo>
                <a:lnTo>
                  <a:pt x="866131" y="614671"/>
                </a:lnTo>
                <a:lnTo>
                  <a:pt x="866131" y="0"/>
                </a:lnTo>
                <a:lnTo>
                  <a:pt x="0" y="0"/>
                </a:lnTo>
                <a:lnTo>
                  <a:pt x="0" y="614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46850" y="5239249"/>
            <a:ext cx="1213485" cy="459105"/>
          </a:xfrm>
          <a:custGeom>
            <a:avLst/>
            <a:gdLst/>
            <a:ahLst/>
            <a:cxnLst/>
            <a:rect l="l" t="t" r="r" b="b"/>
            <a:pathLst>
              <a:path w="1213484" h="459104">
                <a:moveTo>
                  <a:pt x="1213378" y="459104"/>
                </a:moveTo>
                <a:lnTo>
                  <a:pt x="0" y="0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28069" y="5176979"/>
            <a:ext cx="169545" cy="142875"/>
          </a:xfrm>
          <a:custGeom>
            <a:avLst/>
            <a:gdLst/>
            <a:ahLst/>
            <a:cxnLst/>
            <a:rect l="l" t="t" r="r" b="b"/>
            <a:pathLst>
              <a:path w="169545" h="142875">
                <a:moveTo>
                  <a:pt x="169529" y="0"/>
                </a:moveTo>
                <a:lnTo>
                  <a:pt x="0" y="17312"/>
                </a:lnTo>
                <a:lnTo>
                  <a:pt x="115580" y="142530"/>
                </a:lnTo>
                <a:lnTo>
                  <a:pt x="16952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43005" y="5552267"/>
            <a:ext cx="3556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U</a:t>
            </a:r>
            <a:endParaRPr sz="3600">
              <a:latin typeface="Arial"/>
              <a:cs typeface="Arial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5569B8D-D985-C31C-2C89-6D6EAF7ADA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8201" y="6362700"/>
            <a:ext cx="497199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45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g</a:t>
            </a:r>
            <a:r>
              <a:rPr spc="-80" dirty="0">
                <a:latin typeface="Calibri"/>
                <a:cs typeface="Calibri"/>
              </a:rPr>
              <a:t>r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oo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/>
          <p:nvPr/>
        </p:nvSpPr>
        <p:spPr>
          <a:xfrm>
            <a:off x="2123444" y="2313944"/>
            <a:ext cx="4960616" cy="37185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52359" y="3538216"/>
            <a:ext cx="866140" cy="614680"/>
          </a:xfrm>
          <a:custGeom>
            <a:avLst/>
            <a:gdLst/>
            <a:ahLst/>
            <a:cxnLst/>
            <a:rect l="l" t="t" r="r" b="b"/>
            <a:pathLst>
              <a:path w="866140" h="614679">
                <a:moveTo>
                  <a:pt x="0" y="614684"/>
                </a:moveTo>
                <a:lnTo>
                  <a:pt x="866144" y="614684"/>
                </a:lnTo>
                <a:lnTo>
                  <a:pt x="866144" y="0"/>
                </a:lnTo>
                <a:lnTo>
                  <a:pt x="0" y="0"/>
                </a:lnTo>
                <a:lnTo>
                  <a:pt x="0" y="6146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87929" y="5445764"/>
            <a:ext cx="866140" cy="614680"/>
          </a:xfrm>
          <a:custGeom>
            <a:avLst/>
            <a:gdLst/>
            <a:ahLst/>
            <a:cxnLst/>
            <a:rect l="l" t="t" r="r" b="b"/>
            <a:pathLst>
              <a:path w="866140" h="614679">
                <a:moveTo>
                  <a:pt x="0" y="614671"/>
                </a:moveTo>
                <a:lnTo>
                  <a:pt x="866131" y="614671"/>
                </a:lnTo>
                <a:lnTo>
                  <a:pt x="866131" y="0"/>
                </a:lnTo>
                <a:lnTo>
                  <a:pt x="0" y="0"/>
                </a:lnTo>
                <a:lnTo>
                  <a:pt x="0" y="614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6279" y="2313944"/>
            <a:ext cx="866140" cy="612140"/>
          </a:xfrm>
          <a:custGeom>
            <a:avLst/>
            <a:gdLst/>
            <a:ahLst/>
            <a:cxnLst/>
            <a:rect l="l" t="t" r="r" b="b"/>
            <a:pathLst>
              <a:path w="866140" h="612139">
                <a:moveTo>
                  <a:pt x="0" y="612135"/>
                </a:moveTo>
                <a:lnTo>
                  <a:pt x="866144" y="612135"/>
                </a:lnTo>
                <a:lnTo>
                  <a:pt x="866144" y="0"/>
                </a:lnTo>
                <a:lnTo>
                  <a:pt x="0" y="0"/>
                </a:lnTo>
                <a:lnTo>
                  <a:pt x="0" y="6121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8538" y="2419926"/>
            <a:ext cx="7112000" cy="1707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y</a:t>
            </a:r>
            <a:r>
              <a:rPr sz="3600" baseline="-20833" dirty="0">
                <a:latin typeface="Arial"/>
                <a:cs typeface="Arial"/>
              </a:rPr>
              <a:t>d</a:t>
            </a:r>
            <a:endParaRPr sz="3600" baseline="-2083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4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3600" spc="-25" dirty="0">
                <a:latin typeface="Arial"/>
                <a:cs typeface="Arial"/>
              </a:rPr>
              <a:t>Y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06224" y="2745729"/>
            <a:ext cx="1433195" cy="449580"/>
          </a:xfrm>
          <a:custGeom>
            <a:avLst/>
            <a:gdLst/>
            <a:ahLst/>
            <a:cxnLst/>
            <a:rect l="l" t="t" r="r" b="b"/>
            <a:pathLst>
              <a:path w="1433195" h="449580">
                <a:moveTo>
                  <a:pt x="0" y="0"/>
                </a:moveTo>
                <a:lnTo>
                  <a:pt x="1432608" y="449366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91789" y="3114781"/>
            <a:ext cx="168275" cy="145415"/>
          </a:xfrm>
          <a:custGeom>
            <a:avLst/>
            <a:gdLst/>
            <a:ahLst/>
            <a:cxnLst/>
            <a:rect l="l" t="t" r="r" b="b"/>
            <a:pathLst>
              <a:path w="168275" h="145414">
                <a:moveTo>
                  <a:pt x="45613" y="0"/>
                </a:moveTo>
                <a:lnTo>
                  <a:pt x="0" y="145420"/>
                </a:lnTo>
                <a:lnTo>
                  <a:pt x="168219" y="118323"/>
                </a:lnTo>
                <a:lnTo>
                  <a:pt x="4561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36944" y="3054980"/>
            <a:ext cx="1223645" cy="735330"/>
          </a:xfrm>
          <a:custGeom>
            <a:avLst/>
            <a:gdLst/>
            <a:ahLst/>
            <a:cxnLst/>
            <a:rect l="l" t="t" r="r" b="b"/>
            <a:pathLst>
              <a:path w="1223645" h="735329">
                <a:moveTo>
                  <a:pt x="1223284" y="735055"/>
                </a:moveTo>
                <a:lnTo>
                  <a:pt x="0" y="0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28100" y="2989569"/>
            <a:ext cx="170180" cy="144145"/>
          </a:xfrm>
          <a:custGeom>
            <a:avLst/>
            <a:gdLst/>
            <a:ahLst/>
            <a:cxnLst/>
            <a:rect l="l" t="t" r="r" b="b"/>
            <a:pathLst>
              <a:path w="170179" h="144144">
                <a:moveTo>
                  <a:pt x="0" y="0"/>
                </a:moveTo>
                <a:lnTo>
                  <a:pt x="91348" y="143835"/>
                </a:lnTo>
                <a:lnTo>
                  <a:pt x="169865" y="13197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52854" y="5433809"/>
            <a:ext cx="1207770" cy="228600"/>
          </a:xfrm>
          <a:custGeom>
            <a:avLst/>
            <a:gdLst/>
            <a:ahLst/>
            <a:cxnLst/>
            <a:rect l="l" t="t" r="r" b="b"/>
            <a:pathLst>
              <a:path w="1207770" h="228600">
                <a:moveTo>
                  <a:pt x="1207373" y="228420"/>
                </a:moveTo>
                <a:lnTo>
                  <a:pt x="0" y="0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28069" y="5363657"/>
            <a:ext cx="164465" cy="149860"/>
          </a:xfrm>
          <a:custGeom>
            <a:avLst/>
            <a:gdLst/>
            <a:ahLst/>
            <a:cxnLst/>
            <a:rect l="l" t="t" r="r" b="b"/>
            <a:pathLst>
              <a:path w="164464" h="149860">
                <a:moveTo>
                  <a:pt x="163921" y="0"/>
                </a:moveTo>
                <a:lnTo>
                  <a:pt x="0" y="46542"/>
                </a:lnTo>
                <a:lnTo>
                  <a:pt x="135575" y="149745"/>
                </a:lnTo>
                <a:lnTo>
                  <a:pt x="1639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43005" y="5552267"/>
            <a:ext cx="3556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U</a:t>
            </a:r>
            <a:endParaRPr sz="3600">
              <a:latin typeface="Arial"/>
              <a:cs typeface="Arial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779F003-E73C-A973-3CCA-7711DE34E2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8201" y="6400800"/>
            <a:ext cx="420999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46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g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(O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cill</a:t>
            </a:r>
            <a:r>
              <a:rPr spc="-6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y)</a:t>
            </a:r>
          </a:p>
        </p:txBody>
      </p:sp>
      <p:sp>
        <p:nvSpPr>
          <p:cNvPr id="5" name="object 5"/>
          <p:cNvSpPr/>
          <p:nvPr/>
        </p:nvSpPr>
        <p:spPr>
          <a:xfrm>
            <a:off x="2095500" y="2204731"/>
            <a:ext cx="4960619" cy="37210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81250" y="3538216"/>
            <a:ext cx="863600" cy="614680"/>
          </a:xfrm>
          <a:custGeom>
            <a:avLst/>
            <a:gdLst/>
            <a:ahLst/>
            <a:cxnLst/>
            <a:rect l="l" t="t" r="r" b="b"/>
            <a:pathLst>
              <a:path w="863600" h="614679">
                <a:moveTo>
                  <a:pt x="0" y="614684"/>
                </a:moveTo>
                <a:lnTo>
                  <a:pt x="863595" y="614684"/>
                </a:lnTo>
                <a:lnTo>
                  <a:pt x="863595" y="0"/>
                </a:lnTo>
                <a:lnTo>
                  <a:pt x="0" y="0"/>
                </a:lnTo>
                <a:lnTo>
                  <a:pt x="0" y="6146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87929" y="5445764"/>
            <a:ext cx="866140" cy="614680"/>
          </a:xfrm>
          <a:custGeom>
            <a:avLst/>
            <a:gdLst/>
            <a:ahLst/>
            <a:cxnLst/>
            <a:rect l="l" t="t" r="r" b="b"/>
            <a:pathLst>
              <a:path w="866140" h="614679">
                <a:moveTo>
                  <a:pt x="0" y="614671"/>
                </a:moveTo>
                <a:lnTo>
                  <a:pt x="866131" y="614671"/>
                </a:lnTo>
                <a:lnTo>
                  <a:pt x="866131" y="0"/>
                </a:lnTo>
                <a:lnTo>
                  <a:pt x="0" y="0"/>
                </a:lnTo>
                <a:lnTo>
                  <a:pt x="0" y="614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6279" y="2313944"/>
            <a:ext cx="866140" cy="612140"/>
          </a:xfrm>
          <a:custGeom>
            <a:avLst/>
            <a:gdLst/>
            <a:ahLst/>
            <a:cxnLst/>
            <a:rect l="l" t="t" r="r" b="b"/>
            <a:pathLst>
              <a:path w="866140" h="612139">
                <a:moveTo>
                  <a:pt x="0" y="612135"/>
                </a:moveTo>
                <a:lnTo>
                  <a:pt x="866144" y="612135"/>
                </a:lnTo>
                <a:lnTo>
                  <a:pt x="866144" y="0"/>
                </a:lnTo>
                <a:lnTo>
                  <a:pt x="0" y="0"/>
                </a:lnTo>
                <a:lnTo>
                  <a:pt x="0" y="6121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8538" y="2419926"/>
            <a:ext cx="7039609" cy="1707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y</a:t>
            </a:r>
            <a:r>
              <a:rPr sz="3600" baseline="-20833" dirty="0">
                <a:latin typeface="Arial"/>
                <a:cs typeface="Arial"/>
              </a:rPr>
              <a:t>d</a:t>
            </a:r>
            <a:endParaRPr sz="3600" baseline="-2083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4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3600" spc="-25" dirty="0">
                <a:latin typeface="Arial"/>
                <a:cs typeface="Arial"/>
              </a:rPr>
              <a:t>Y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06224" y="2745729"/>
            <a:ext cx="1433195" cy="449580"/>
          </a:xfrm>
          <a:custGeom>
            <a:avLst/>
            <a:gdLst/>
            <a:ahLst/>
            <a:cxnLst/>
            <a:rect l="l" t="t" r="r" b="b"/>
            <a:pathLst>
              <a:path w="1433195" h="449580">
                <a:moveTo>
                  <a:pt x="0" y="0"/>
                </a:moveTo>
                <a:lnTo>
                  <a:pt x="1432608" y="449366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91789" y="3114781"/>
            <a:ext cx="168275" cy="145415"/>
          </a:xfrm>
          <a:custGeom>
            <a:avLst/>
            <a:gdLst/>
            <a:ahLst/>
            <a:cxnLst/>
            <a:rect l="l" t="t" r="r" b="b"/>
            <a:pathLst>
              <a:path w="168275" h="145414">
                <a:moveTo>
                  <a:pt x="45613" y="0"/>
                </a:moveTo>
                <a:lnTo>
                  <a:pt x="0" y="145420"/>
                </a:lnTo>
                <a:lnTo>
                  <a:pt x="168219" y="118323"/>
                </a:lnTo>
                <a:lnTo>
                  <a:pt x="4561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51256" y="3247217"/>
            <a:ext cx="2073910" cy="578485"/>
          </a:xfrm>
          <a:custGeom>
            <a:avLst/>
            <a:gdLst/>
            <a:ahLst/>
            <a:cxnLst/>
            <a:rect l="l" t="t" r="r" b="b"/>
            <a:pathLst>
              <a:path w="2073909" h="578485">
                <a:moveTo>
                  <a:pt x="2073920" y="578236"/>
                </a:moveTo>
                <a:lnTo>
                  <a:pt x="0" y="0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28940" y="3180649"/>
            <a:ext cx="167640" cy="147320"/>
          </a:xfrm>
          <a:custGeom>
            <a:avLst/>
            <a:gdLst/>
            <a:ahLst/>
            <a:cxnLst/>
            <a:rect l="l" t="t" r="r" b="b"/>
            <a:pathLst>
              <a:path w="167639" h="147320">
                <a:moveTo>
                  <a:pt x="167243" y="0"/>
                </a:moveTo>
                <a:lnTo>
                  <a:pt x="0" y="32461"/>
                </a:lnTo>
                <a:lnTo>
                  <a:pt x="126309" y="146791"/>
                </a:lnTo>
                <a:lnTo>
                  <a:pt x="16724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08445" y="5030260"/>
            <a:ext cx="1252855" cy="560705"/>
          </a:xfrm>
          <a:custGeom>
            <a:avLst/>
            <a:gdLst/>
            <a:ahLst/>
            <a:cxnLst/>
            <a:rect l="l" t="t" r="r" b="b"/>
            <a:pathLst>
              <a:path w="1252854" h="560704">
                <a:moveTo>
                  <a:pt x="1252240" y="560201"/>
                </a:moveTo>
                <a:lnTo>
                  <a:pt x="0" y="0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92530" y="4971086"/>
            <a:ext cx="170815" cy="139700"/>
          </a:xfrm>
          <a:custGeom>
            <a:avLst/>
            <a:gdLst/>
            <a:ahLst/>
            <a:cxnLst/>
            <a:rect l="l" t="t" r="r" b="b"/>
            <a:pathLst>
              <a:path w="170814" h="139700">
                <a:moveTo>
                  <a:pt x="170230" y="0"/>
                </a:moveTo>
                <a:lnTo>
                  <a:pt x="0" y="7309"/>
                </a:lnTo>
                <a:lnTo>
                  <a:pt x="107990" y="139110"/>
                </a:lnTo>
                <a:lnTo>
                  <a:pt x="1702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43005" y="5552267"/>
            <a:ext cx="3556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U</a:t>
            </a:r>
            <a:endParaRPr sz="3600">
              <a:latin typeface="Arial"/>
              <a:cs typeface="Arial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2EE4A0A-09EF-0104-4BEF-3CE78F7CB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8201" y="6324600"/>
            <a:ext cx="420999" cy="285659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47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5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dirty="0">
                <a:latin typeface="Calibri"/>
                <a:cs typeface="Calibri"/>
              </a:rPr>
              <a:t>r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anda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d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b</a:t>
            </a:r>
            <a:r>
              <a:rPr spc="5" dirty="0">
                <a:latin typeface="Calibri"/>
                <a:cs typeface="Calibri"/>
              </a:rPr>
              <a:t>j</a:t>
            </a:r>
            <a:r>
              <a:rPr spc="-15" dirty="0">
                <a:latin typeface="Calibri"/>
                <a:cs typeface="Calibri"/>
              </a:rPr>
              <a:t>ect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0832" y="2053139"/>
            <a:ext cx="7912734" cy="121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st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bl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832" y="3376480"/>
            <a:ext cx="678307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ns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600" b="1" spc="-6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1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iou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832" y="3754667"/>
            <a:ext cx="1795780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>
              <a:lnSpc>
                <a:spcPct val="100000"/>
              </a:lnSpc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</a:p>
        </p:txBody>
      </p:sp>
      <p:sp>
        <p:nvSpPr>
          <p:cNvPr id="8" name="object 8"/>
          <p:cNvSpPr/>
          <p:nvPr/>
        </p:nvSpPr>
        <p:spPr>
          <a:xfrm>
            <a:off x="4140189" y="3860804"/>
            <a:ext cx="3855719" cy="28930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61569" y="3248655"/>
            <a:ext cx="863600" cy="614680"/>
          </a:xfrm>
          <a:custGeom>
            <a:avLst/>
            <a:gdLst/>
            <a:ahLst/>
            <a:cxnLst/>
            <a:rect l="l" t="t" r="r" b="b"/>
            <a:pathLst>
              <a:path w="863600" h="614679">
                <a:moveTo>
                  <a:pt x="0" y="614684"/>
                </a:moveTo>
                <a:lnTo>
                  <a:pt x="863608" y="614684"/>
                </a:lnTo>
                <a:lnTo>
                  <a:pt x="863608" y="0"/>
                </a:lnTo>
                <a:lnTo>
                  <a:pt x="0" y="0"/>
                </a:lnTo>
                <a:lnTo>
                  <a:pt x="0" y="6146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9432" y="4595408"/>
            <a:ext cx="7865745" cy="1149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252085">
              <a:lnSpc>
                <a:spcPts val="2800"/>
              </a:lnSpc>
            </a:pP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ect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di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tu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endParaRPr sz="2600" dirty="0">
              <a:latin typeface="Calibri"/>
              <a:cs typeface="Calibri"/>
            </a:endParaRPr>
          </a:p>
          <a:p>
            <a:pPr marR="5080" algn="r">
              <a:lnSpc>
                <a:spcPts val="3575"/>
              </a:lnSpc>
            </a:pPr>
            <a:r>
              <a:rPr sz="3600" dirty="0">
                <a:latin typeface="Arial"/>
                <a:cs typeface="Arial"/>
              </a:rPr>
              <a:t>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827702" y="3356031"/>
            <a:ext cx="33083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25" dirty="0">
                <a:latin typeface="Arial"/>
                <a:cs typeface="Arial"/>
              </a:rPr>
              <a:t>Y</a:t>
            </a:r>
            <a:endParaRPr sz="3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24800" y="5153655"/>
            <a:ext cx="866140" cy="614680"/>
          </a:xfrm>
          <a:custGeom>
            <a:avLst/>
            <a:gdLst/>
            <a:ahLst/>
            <a:cxnLst/>
            <a:rect l="l" t="t" r="r" b="b"/>
            <a:pathLst>
              <a:path w="866140" h="614679">
                <a:moveTo>
                  <a:pt x="0" y="614684"/>
                </a:moveTo>
                <a:lnTo>
                  <a:pt x="866144" y="614684"/>
                </a:lnTo>
                <a:lnTo>
                  <a:pt x="866144" y="0"/>
                </a:lnTo>
                <a:lnTo>
                  <a:pt x="0" y="0"/>
                </a:lnTo>
                <a:lnTo>
                  <a:pt x="0" y="6146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99360" y="3751576"/>
            <a:ext cx="866140" cy="614680"/>
          </a:xfrm>
          <a:custGeom>
            <a:avLst/>
            <a:gdLst/>
            <a:ahLst/>
            <a:cxnLst/>
            <a:rect l="l" t="t" r="r" b="b"/>
            <a:pathLst>
              <a:path w="866139" h="614679">
                <a:moveTo>
                  <a:pt x="0" y="614684"/>
                </a:moveTo>
                <a:lnTo>
                  <a:pt x="866144" y="614684"/>
                </a:lnTo>
                <a:lnTo>
                  <a:pt x="866144" y="0"/>
                </a:lnTo>
                <a:lnTo>
                  <a:pt x="0" y="0"/>
                </a:lnTo>
                <a:lnTo>
                  <a:pt x="0" y="6146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20253" y="3857783"/>
            <a:ext cx="2540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y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48853" y="4093039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07079" y="4236720"/>
            <a:ext cx="1433195" cy="449580"/>
          </a:xfrm>
          <a:custGeom>
            <a:avLst/>
            <a:gdLst/>
            <a:ahLst/>
            <a:cxnLst/>
            <a:rect l="l" t="t" r="r" b="b"/>
            <a:pathLst>
              <a:path w="1433195" h="449579">
                <a:moveTo>
                  <a:pt x="0" y="0"/>
                </a:moveTo>
                <a:lnTo>
                  <a:pt x="1432620" y="449354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92639" y="4605753"/>
            <a:ext cx="168275" cy="145415"/>
          </a:xfrm>
          <a:custGeom>
            <a:avLst/>
            <a:gdLst/>
            <a:ahLst/>
            <a:cxnLst/>
            <a:rect l="l" t="t" r="r" b="b"/>
            <a:pathLst>
              <a:path w="168275" h="145414">
                <a:moveTo>
                  <a:pt x="45628" y="0"/>
                </a:moveTo>
                <a:lnTo>
                  <a:pt x="0" y="145423"/>
                </a:lnTo>
                <a:lnTo>
                  <a:pt x="168219" y="118335"/>
                </a:lnTo>
                <a:lnTo>
                  <a:pt x="456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43253" y="3637269"/>
            <a:ext cx="1493520" cy="694055"/>
          </a:xfrm>
          <a:custGeom>
            <a:avLst/>
            <a:gdLst/>
            <a:ahLst/>
            <a:cxnLst/>
            <a:rect l="l" t="t" r="r" b="b"/>
            <a:pathLst>
              <a:path w="1493520" h="694054">
                <a:moveTo>
                  <a:pt x="1493215" y="0"/>
                </a:moveTo>
                <a:lnTo>
                  <a:pt x="0" y="693962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28069" y="4251423"/>
            <a:ext cx="170815" cy="138430"/>
          </a:xfrm>
          <a:custGeom>
            <a:avLst/>
            <a:gdLst/>
            <a:ahLst/>
            <a:cxnLst/>
            <a:rect l="l" t="t" r="r" b="b"/>
            <a:pathLst>
              <a:path w="170814" h="138429">
                <a:moveTo>
                  <a:pt x="106100" y="0"/>
                </a:moveTo>
                <a:lnTo>
                  <a:pt x="0" y="133337"/>
                </a:lnTo>
                <a:lnTo>
                  <a:pt x="170322" y="138208"/>
                </a:lnTo>
                <a:lnTo>
                  <a:pt x="1061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70170" y="5524500"/>
            <a:ext cx="958215" cy="313055"/>
          </a:xfrm>
          <a:custGeom>
            <a:avLst/>
            <a:gdLst/>
            <a:ahLst/>
            <a:cxnLst/>
            <a:rect l="l" t="t" r="r" b="b"/>
            <a:pathLst>
              <a:path w="958215" h="313054">
                <a:moveTo>
                  <a:pt x="957986" y="0"/>
                </a:moveTo>
                <a:lnTo>
                  <a:pt x="0" y="312989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49440" y="5757172"/>
            <a:ext cx="168910" cy="145415"/>
          </a:xfrm>
          <a:custGeom>
            <a:avLst/>
            <a:gdLst/>
            <a:ahLst/>
            <a:cxnLst/>
            <a:rect l="l" t="t" r="r" b="b"/>
            <a:pathLst>
              <a:path w="168909" h="145414">
                <a:moveTo>
                  <a:pt x="121188" y="0"/>
                </a:moveTo>
                <a:lnTo>
                  <a:pt x="0" y="119777"/>
                </a:lnTo>
                <a:lnTo>
                  <a:pt x="168523" y="144850"/>
                </a:lnTo>
                <a:lnTo>
                  <a:pt x="12118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92ABDCD-FE2F-D1D9-C8F6-ACBDD5652E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10604" y="6324600"/>
            <a:ext cx="428596" cy="286542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48</a:t>
            </a:fld>
            <a:endParaRPr lang="en-US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9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Co</a:t>
            </a:r>
            <a:r>
              <a:rPr spc="-30" dirty="0">
                <a:latin typeface="Calibri"/>
                <a:cs typeface="Calibri"/>
              </a:rPr>
              <a:t>mm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30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ft</a:t>
            </a:r>
          </a:p>
        </p:txBody>
      </p:sp>
      <p:sp>
        <p:nvSpPr>
          <p:cNvPr id="5" name="object 5"/>
          <p:cNvSpPr/>
          <p:nvPr/>
        </p:nvSpPr>
        <p:spPr>
          <a:xfrm>
            <a:off x="621382" y="2336422"/>
            <a:ext cx="1089394" cy="7506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00483" y="4399276"/>
            <a:ext cx="5600700" cy="2540"/>
          </a:xfrm>
          <a:custGeom>
            <a:avLst/>
            <a:gdLst/>
            <a:ahLst/>
            <a:cxnLst/>
            <a:rect l="l" t="t" r="r" b="b"/>
            <a:pathLst>
              <a:path w="5600700" h="2539">
                <a:moveTo>
                  <a:pt x="0" y="0"/>
                </a:moveTo>
                <a:lnTo>
                  <a:pt x="5600705" y="2548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385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909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433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81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005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529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053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577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101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625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14983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306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673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197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721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245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769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29389" y="4399276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48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817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341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865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389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913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43789" y="4399276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48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961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485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009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533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057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58189" y="4399276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48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105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629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153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67789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520190" y="439927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72590" y="4399276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48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8339" y="2717810"/>
            <a:ext cx="5046980" cy="1308100"/>
          </a:xfrm>
          <a:custGeom>
            <a:avLst/>
            <a:gdLst/>
            <a:ahLst/>
            <a:cxnLst/>
            <a:rect l="l" t="t" r="r" b="b"/>
            <a:pathLst>
              <a:path w="5046980" h="1308100">
                <a:moveTo>
                  <a:pt x="0" y="0"/>
                </a:moveTo>
                <a:lnTo>
                  <a:pt x="65812" y="38885"/>
                </a:lnTo>
                <a:lnTo>
                  <a:pt x="131696" y="77722"/>
                </a:lnTo>
                <a:lnTo>
                  <a:pt x="197723" y="116460"/>
                </a:lnTo>
                <a:lnTo>
                  <a:pt x="263963" y="155049"/>
                </a:lnTo>
                <a:lnTo>
                  <a:pt x="330487" y="193442"/>
                </a:lnTo>
                <a:lnTo>
                  <a:pt x="397368" y="231588"/>
                </a:lnTo>
                <a:lnTo>
                  <a:pt x="464676" y="269437"/>
                </a:lnTo>
                <a:lnTo>
                  <a:pt x="532482" y="306942"/>
                </a:lnTo>
                <a:lnTo>
                  <a:pt x="600859" y="344052"/>
                </a:lnTo>
                <a:lnTo>
                  <a:pt x="669876" y="380718"/>
                </a:lnTo>
                <a:lnTo>
                  <a:pt x="739606" y="416890"/>
                </a:lnTo>
                <a:lnTo>
                  <a:pt x="810119" y="452520"/>
                </a:lnTo>
                <a:lnTo>
                  <a:pt x="881487" y="487558"/>
                </a:lnTo>
                <a:lnTo>
                  <a:pt x="953780" y="521954"/>
                </a:lnTo>
                <a:lnTo>
                  <a:pt x="1027072" y="555660"/>
                </a:lnTo>
                <a:lnTo>
                  <a:pt x="1101431" y="588626"/>
                </a:lnTo>
                <a:lnTo>
                  <a:pt x="1176931" y="620803"/>
                </a:lnTo>
                <a:lnTo>
                  <a:pt x="1253641" y="652141"/>
                </a:lnTo>
                <a:lnTo>
                  <a:pt x="1331634" y="682591"/>
                </a:lnTo>
                <a:lnTo>
                  <a:pt x="1410980" y="712104"/>
                </a:lnTo>
                <a:lnTo>
                  <a:pt x="1491888" y="740848"/>
                </a:lnTo>
                <a:lnTo>
                  <a:pt x="1574438" y="769017"/>
                </a:lnTo>
                <a:lnTo>
                  <a:pt x="1658507" y="796595"/>
                </a:lnTo>
                <a:lnTo>
                  <a:pt x="1743974" y="823568"/>
                </a:lnTo>
                <a:lnTo>
                  <a:pt x="1830717" y="849922"/>
                </a:lnTo>
                <a:lnTo>
                  <a:pt x="1918613" y="875641"/>
                </a:lnTo>
                <a:lnTo>
                  <a:pt x="2007540" y="900712"/>
                </a:lnTo>
                <a:lnTo>
                  <a:pt x="2097376" y="925120"/>
                </a:lnTo>
                <a:lnTo>
                  <a:pt x="2187998" y="948851"/>
                </a:lnTo>
                <a:lnTo>
                  <a:pt x="2279286" y="971889"/>
                </a:lnTo>
                <a:lnTo>
                  <a:pt x="2371117" y="994221"/>
                </a:lnTo>
                <a:lnTo>
                  <a:pt x="2463368" y="1015832"/>
                </a:lnTo>
                <a:lnTo>
                  <a:pt x="2555917" y="1036707"/>
                </a:lnTo>
                <a:lnTo>
                  <a:pt x="2648643" y="1056833"/>
                </a:lnTo>
                <a:lnTo>
                  <a:pt x="2741423" y="1076193"/>
                </a:lnTo>
                <a:lnTo>
                  <a:pt x="2834135" y="1094775"/>
                </a:lnTo>
                <a:lnTo>
                  <a:pt x="2926657" y="1112563"/>
                </a:lnTo>
                <a:lnTo>
                  <a:pt x="3018867" y="1129542"/>
                </a:lnTo>
                <a:lnTo>
                  <a:pt x="3110643" y="1145699"/>
                </a:lnTo>
                <a:lnTo>
                  <a:pt x="3201862" y="1161019"/>
                </a:lnTo>
                <a:lnTo>
                  <a:pt x="3292859" y="1175365"/>
                </a:lnTo>
                <a:lnTo>
                  <a:pt x="3384049" y="1188634"/>
                </a:lnTo>
                <a:lnTo>
                  <a:pt x="3475422" y="1200885"/>
                </a:lnTo>
                <a:lnTo>
                  <a:pt x="3566969" y="1212173"/>
                </a:lnTo>
                <a:lnTo>
                  <a:pt x="3658679" y="1222555"/>
                </a:lnTo>
                <a:lnTo>
                  <a:pt x="3750541" y="1232088"/>
                </a:lnTo>
                <a:lnTo>
                  <a:pt x="3842547" y="1240828"/>
                </a:lnTo>
                <a:lnTo>
                  <a:pt x="3934685" y="1248833"/>
                </a:lnTo>
                <a:lnTo>
                  <a:pt x="4026945" y="1256158"/>
                </a:lnTo>
                <a:lnTo>
                  <a:pt x="4119318" y="1262860"/>
                </a:lnTo>
                <a:lnTo>
                  <a:pt x="4211793" y="1268996"/>
                </a:lnTo>
                <a:lnTo>
                  <a:pt x="4304359" y="1274622"/>
                </a:lnTo>
                <a:lnTo>
                  <a:pt x="4397007" y="1279796"/>
                </a:lnTo>
                <a:lnTo>
                  <a:pt x="4489726" y="1284573"/>
                </a:lnTo>
                <a:lnTo>
                  <a:pt x="4582506" y="1289011"/>
                </a:lnTo>
                <a:lnTo>
                  <a:pt x="4675338" y="1293166"/>
                </a:lnTo>
                <a:lnTo>
                  <a:pt x="4768210" y="1297094"/>
                </a:lnTo>
                <a:lnTo>
                  <a:pt x="4861113" y="1300852"/>
                </a:lnTo>
                <a:lnTo>
                  <a:pt x="4954036" y="1304497"/>
                </a:lnTo>
                <a:lnTo>
                  <a:pt x="5046969" y="1308085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50719" y="2220558"/>
            <a:ext cx="3403600" cy="1148715"/>
          </a:xfrm>
          <a:custGeom>
            <a:avLst/>
            <a:gdLst/>
            <a:ahLst/>
            <a:cxnLst/>
            <a:rect l="l" t="t" r="r" b="b"/>
            <a:pathLst>
              <a:path w="3403600" h="1148714">
                <a:moveTo>
                  <a:pt x="0" y="474452"/>
                </a:moveTo>
                <a:lnTo>
                  <a:pt x="14737" y="432393"/>
                </a:lnTo>
                <a:lnTo>
                  <a:pt x="29502" y="390630"/>
                </a:lnTo>
                <a:lnTo>
                  <a:pt x="44326" y="349456"/>
                </a:lnTo>
                <a:lnTo>
                  <a:pt x="59237" y="309167"/>
                </a:lnTo>
                <a:lnTo>
                  <a:pt x="74263" y="270057"/>
                </a:lnTo>
                <a:lnTo>
                  <a:pt x="89435" y="232421"/>
                </a:lnTo>
                <a:lnTo>
                  <a:pt x="104781" y="196554"/>
                </a:lnTo>
                <a:lnTo>
                  <a:pt x="136113" y="131305"/>
                </a:lnTo>
                <a:lnTo>
                  <a:pt x="168491" y="76667"/>
                </a:lnTo>
                <a:lnTo>
                  <a:pt x="202148" y="34999"/>
                </a:lnTo>
                <a:lnTo>
                  <a:pt x="237318" y="8657"/>
                </a:lnTo>
                <a:lnTo>
                  <a:pt x="274233" y="0"/>
                </a:lnTo>
                <a:lnTo>
                  <a:pt x="293417" y="3039"/>
                </a:lnTo>
                <a:lnTo>
                  <a:pt x="333387" y="25329"/>
                </a:lnTo>
                <a:lnTo>
                  <a:pt x="376648" y="83044"/>
                </a:lnTo>
                <a:lnTo>
                  <a:pt x="399733" y="127901"/>
                </a:lnTo>
                <a:lnTo>
                  <a:pt x="423631" y="181628"/>
                </a:lnTo>
                <a:lnTo>
                  <a:pt x="448228" y="242878"/>
                </a:lnTo>
                <a:lnTo>
                  <a:pt x="473406" y="310304"/>
                </a:lnTo>
                <a:lnTo>
                  <a:pt x="499049" y="382557"/>
                </a:lnTo>
                <a:lnTo>
                  <a:pt x="525041" y="458292"/>
                </a:lnTo>
                <a:lnTo>
                  <a:pt x="551265" y="536159"/>
                </a:lnTo>
                <a:lnTo>
                  <a:pt x="577607" y="614813"/>
                </a:lnTo>
                <a:lnTo>
                  <a:pt x="603948" y="692905"/>
                </a:lnTo>
                <a:lnTo>
                  <a:pt x="630172" y="769088"/>
                </a:lnTo>
                <a:lnTo>
                  <a:pt x="656165" y="842015"/>
                </a:lnTo>
                <a:lnTo>
                  <a:pt x="681808" y="910338"/>
                </a:lnTo>
                <a:lnTo>
                  <a:pt x="706986" y="972711"/>
                </a:lnTo>
                <a:lnTo>
                  <a:pt x="731583" y="1027785"/>
                </a:lnTo>
                <a:lnTo>
                  <a:pt x="755482" y="1074213"/>
                </a:lnTo>
                <a:lnTo>
                  <a:pt x="778566" y="1110649"/>
                </a:lnTo>
                <a:lnTo>
                  <a:pt x="821829" y="1148152"/>
                </a:lnTo>
                <a:lnTo>
                  <a:pt x="841913" y="1147258"/>
                </a:lnTo>
                <a:lnTo>
                  <a:pt x="879570" y="1110194"/>
                </a:lnTo>
                <a:lnTo>
                  <a:pt x="914439" y="1034478"/>
                </a:lnTo>
                <a:lnTo>
                  <a:pt x="931039" y="985269"/>
                </a:lnTo>
                <a:lnTo>
                  <a:pt x="947196" y="930169"/>
                </a:lnTo>
                <a:lnTo>
                  <a:pt x="962993" y="870435"/>
                </a:lnTo>
                <a:lnTo>
                  <a:pt x="978514" y="807326"/>
                </a:lnTo>
                <a:lnTo>
                  <a:pt x="993844" y="742097"/>
                </a:lnTo>
                <a:lnTo>
                  <a:pt x="1009068" y="676007"/>
                </a:lnTo>
                <a:lnTo>
                  <a:pt x="1024270" y="610313"/>
                </a:lnTo>
                <a:lnTo>
                  <a:pt x="1039533" y="546273"/>
                </a:lnTo>
                <a:lnTo>
                  <a:pt x="1054942" y="485143"/>
                </a:lnTo>
                <a:lnTo>
                  <a:pt x="1070582" y="428182"/>
                </a:lnTo>
                <a:lnTo>
                  <a:pt x="1086537" y="376646"/>
                </a:lnTo>
                <a:lnTo>
                  <a:pt x="1102891" y="331793"/>
                </a:lnTo>
                <a:lnTo>
                  <a:pt x="1119729" y="294880"/>
                </a:lnTo>
                <a:lnTo>
                  <a:pt x="1155191" y="249906"/>
                </a:lnTo>
                <a:lnTo>
                  <a:pt x="1193140" y="242217"/>
                </a:lnTo>
                <a:lnTo>
                  <a:pt x="1212855" y="248921"/>
                </a:lnTo>
                <a:lnTo>
                  <a:pt x="1253448" y="279725"/>
                </a:lnTo>
                <a:lnTo>
                  <a:pt x="1295164" y="328784"/>
                </a:lnTo>
                <a:lnTo>
                  <a:pt x="1337492" y="390176"/>
                </a:lnTo>
                <a:lnTo>
                  <a:pt x="1358725" y="423646"/>
                </a:lnTo>
                <a:lnTo>
                  <a:pt x="1379920" y="457977"/>
                </a:lnTo>
                <a:lnTo>
                  <a:pt x="1401011" y="492429"/>
                </a:lnTo>
                <a:lnTo>
                  <a:pt x="1421935" y="526262"/>
                </a:lnTo>
                <a:lnTo>
                  <a:pt x="1442628" y="558735"/>
                </a:lnTo>
                <a:lnTo>
                  <a:pt x="1483065" y="616638"/>
                </a:lnTo>
                <a:lnTo>
                  <a:pt x="1521809" y="660217"/>
                </a:lnTo>
                <a:lnTo>
                  <a:pt x="1558350" y="683545"/>
                </a:lnTo>
                <a:lnTo>
                  <a:pt x="1592155" y="687692"/>
                </a:lnTo>
                <a:lnTo>
                  <a:pt x="1608067" y="684937"/>
                </a:lnTo>
                <a:lnTo>
                  <a:pt x="1652824" y="661230"/>
                </a:lnTo>
                <a:lnTo>
                  <a:pt x="1694821" y="621126"/>
                </a:lnTo>
                <a:lnTo>
                  <a:pt x="1722371" y="589579"/>
                </a:lnTo>
                <a:lnTo>
                  <a:pt x="1736257" y="573330"/>
                </a:lnTo>
                <a:lnTo>
                  <a:pt x="1750325" y="557192"/>
                </a:lnTo>
                <a:lnTo>
                  <a:pt x="1779332" y="526544"/>
                </a:lnTo>
                <a:lnTo>
                  <a:pt x="1810046" y="500213"/>
                </a:lnTo>
                <a:lnTo>
                  <a:pt x="1843118" y="480778"/>
                </a:lnTo>
                <a:lnTo>
                  <a:pt x="1897789" y="466375"/>
                </a:lnTo>
                <a:lnTo>
                  <a:pt x="1936653" y="461876"/>
                </a:lnTo>
                <a:lnTo>
                  <a:pt x="1977053" y="460352"/>
                </a:lnTo>
                <a:lnTo>
                  <a:pt x="1997742" y="460516"/>
                </a:lnTo>
                <a:lnTo>
                  <a:pt x="2039924" y="462319"/>
                </a:lnTo>
                <a:lnTo>
                  <a:pt x="2082944" y="465586"/>
                </a:lnTo>
                <a:lnTo>
                  <a:pt x="2126523" y="469711"/>
                </a:lnTo>
                <a:lnTo>
                  <a:pt x="2148435" y="471908"/>
                </a:lnTo>
                <a:lnTo>
                  <a:pt x="2170381" y="474092"/>
                </a:lnTo>
                <a:lnTo>
                  <a:pt x="2214240" y="478124"/>
                </a:lnTo>
                <a:lnTo>
                  <a:pt x="2257818" y="481202"/>
                </a:lnTo>
                <a:lnTo>
                  <a:pt x="2302033" y="483064"/>
                </a:lnTo>
                <a:lnTo>
                  <a:pt x="2326637" y="484104"/>
                </a:lnTo>
                <a:lnTo>
                  <a:pt x="2380442" y="486602"/>
                </a:lnTo>
                <a:lnTo>
                  <a:pt x="2438109" y="489503"/>
                </a:lnTo>
                <a:lnTo>
                  <a:pt x="2496917" y="492619"/>
                </a:lnTo>
                <a:lnTo>
                  <a:pt x="2554143" y="495765"/>
                </a:lnTo>
                <a:lnTo>
                  <a:pt x="2607068" y="498756"/>
                </a:lnTo>
                <a:lnTo>
                  <a:pt x="2652969" y="501406"/>
                </a:lnTo>
                <a:lnTo>
                  <a:pt x="2702697" y="504335"/>
                </a:lnTo>
                <a:lnTo>
                  <a:pt x="2721315" y="505450"/>
                </a:lnTo>
                <a:lnTo>
                  <a:pt x="3403610" y="536418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12619" y="2694950"/>
            <a:ext cx="5207000" cy="2059939"/>
          </a:xfrm>
          <a:custGeom>
            <a:avLst/>
            <a:gdLst/>
            <a:ahLst/>
            <a:cxnLst/>
            <a:rect l="l" t="t" r="r" b="b"/>
            <a:pathLst>
              <a:path w="5207000" h="2059939">
                <a:moveTo>
                  <a:pt x="0" y="0"/>
                </a:moveTo>
                <a:lnTo>
                  <a:pt x="153401" y="102566"/>
                </a:lnTo>
                <a:lnTo>
                  <a:pt x="306686" y="204877"/>
                </a:lnTo>
                <a:lnTo>
                  <a:pt x="459738" y="306677"/>
                </a:lnTo>
                <a:lnTo>
                  <a:pt x="612442" y="407710"/>
                </a:lnTo>
                <a:lnTo>
                  <a:pt x="764681" y="507721"/>
                </a:lnTo>
                <a:lnTo>
                  <a:pt x="916339" y="606454"/>
                </a:lnTo>
                <a:lnTo>
                  <a:pt x="1067300" y="703654"/>
                </a:lnTo>
                <a:lnTo>
                  <a:pt x="1217447" y="799065"/>
                </a:lnTo>
                <a:lnTo>
                  <a:pt x="1366664" y="892431"/>
                </a:lnTo>
                <a:lnTo>
                  <a:pt x="1514836" y="983497"/>
                </a:lnTo>
                <a:lnTo>
                  <a:pt x="1661845" y="1072008"/>
                </a:lnTo>
                <a:lnTo>
                  <a:pt x="1807576" y="1157708"/>
                </a:lnTo>
                <a:lnTo>
                  <a:pt x="1951913" y="1240341"/>
                </a:lnTo>
                <a:lnTo>
                  <a:pt x="2094738" y="1319652"/>
                </a:lnTo>
                <a:lnTo>
                  <a:pt x="2235937" y="1395386"/>
                </a:lnTo>
                <a:lnTo>
                  <a:pt x="2375393" y="1467286"/>
                </a:lnTo>
                <a:lnTo>
                  <a:pt x="2512989" y="1535098"/>
                </a:lnTo>
                <a:lnTo>
                  <a:pt x="2648610" y="1598565"/>
                </a:lnTo>
                <a:lnTo>
                  <a:pt x="2782139" y="1657433"/>
                </a:lnTo>
                <a:lnTo>
                  <a:pt x="2913461" y="1711445"/>
                </a:lnTo>
                <a:lnTo>
                  <a:pt x="3042488" y="1760432"/>
                </a:lnTo>
                <a:lnTo>
                  <a:pt x="3169307" y="1804562"/>
                </a:lnTo>
                <a:lnTo>
                  <a:pt x="3294034" y="1844093"/>
                </a:lnTo>
                <a:lnTo>
                  <a:pt x="3416786" y="1879278"/>
                </a:lnTo>
                <a:lnTo>
                  <a:pt x="3537679" y="1910375"/>
                </a:lnTo>
                <a:lnTo>
                  <a:pt x="3656829" y="1937638"/>
                </a:lnTo>
                <a:lnTo>
                  <a:pt x="3774352" y="1961323"/>
                </a:lnTo>
                <a:lnTo>
                  <a:pt x="3890365" y="1981686"/>
                </a:lnTo>
                <a:lnTo>
                  <a:pt x="4004984" y="1998982"/>
                </a:lnTo>
                <a:lnTo>
                  <a:pt x="4118324" y="2013467"/>
                </a:lnTo>
                <a:lnTo>
                  <a:pt x="4230502" y="2025396"/>
                </a:lnTo>
                <a:lnTo>
                  <a:pt x="4341634" y="2035025"/>
                </a:lnTo>
                <a:lnTo>
                  <a:pt x="4451837" y="2042610"/>
                </a:lnTo>
                <a:lnTo>
                  <a:pt x="4561227" y="2048406"/>
                </a:lnTo>
                <a:lnTo>
                  <a:pt x="4669919" y="2052669"/>
                </a:lnTo>
                <a:lnTo>
                  <a:pt x="4778030" y="2055654"/>
                </a:lnTo>
                <a:lnTo>
                  <a:pt x="4885677" y="2057617"/>
                </a:lnTo>
                <a:lnTo>
                  <a:pt x="4992974" y="2058814"/>
                </a:lnTo>
                <a:lnTo>
                  <a:pt x="5100040" y="2059499"/>
                </a:lnTo>
                <a:lnTo>
                  <a:pt x="5206989" y="2059929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22775" y="2738110"/>
            <a:ext cx="5001895" cy="1641475"/>
          </a:xfrm>
          <a:custGeom>
            <a:avLst/>
            <a:gdLst/>
            <a:ahLst/>
            <a:cxnLst/>
            <a:rect l="l" t="t" r="r" b="b"/>
            <a:pathLst>
              <a:path w="5001895" h="1641475">
                <a:moveTo>
                  <a:pt x="0" y="0"/>
                </a:moveTo>
                <a:lnTo>
                  <a:pt x="65216" y="48781"/>
                </a:lnTo>
                <a:lnTo>
                  <a:pt x="130503" y="97500"/>
                </a:lnTo>
                <a:lnTo>
                  <a:pt x="195931" y="146094"/>
                </a:lnTo>
                <a:lnTo>
                  <a:pt x="261570" y="194502"/>
                </a:lnTo>
                <a:lnTo>
                  <a:pt x="327492" y="242662"/>
                </a:lnTo>
                <a:lnTo>
                  <a:pt x="393767" y="290512"/>
                </a:lnTo>
                <a:lnTo>
                  <a:pt x="460466" y="337990"/>
                </a:lnTo>
                <a:lnTo>
                  <a:pt x="527659" y="385035"/>
                </a:lnTo>
                <a:lnTo>
                  <a:pt x="595416" y="431584"/>
                </a:lnTo>
                <a:lnTo>
                  <a:pt x="663809" y="477575"/>
                </a:lnTo>
                <a:lnTo>
                  <a:pt x="732907" y="522948"/>
                </a:lnTo>
                <a:lnTo>
                  <a:pt x="802782" y="567640"/>
                </a:lnTo>
                <a:lnTo>
                  <a:pt x="873504" y="611589"/>
                </a:lnTo>
                <a:lnTo>
                  <a:pt x="945143" y="654734"/>
                </a:lnTo>
                <a:lnTo>
                  <a:pt x="1017771" y="697012"/>
                </a:lnTo>
                <a:lnTo>
                  <a:pt x="1091457" y="738363"/>
                </a:lnTo>
                <a:lnTo>
                  <a:pt x="1166273" y="778723"/>
                </a:lnTo>
                <a:lnTo>
                  <a:pt x="1242289" y="818032"/>
                </a:lnTo>
                <a:lnTo>
                  <a:pt x="1319575" y="856227"/>
                </a:lnTo>
                <a:lnTo>
                  <a:pt x="1398202" y="893246"/>
                </a:lnTo>
                <a:lnTo>
                  <a:pt x="1478376" y="929300"/>
                </a:lnTo>
                <a:lnTo>
                  <a:pt x="1560176" y="964631"/>
                </a:lnTo>
                <a:lnTo>
                  <a:pt x="1643482" y="999223"/>
                </a:lnTo>
                <a:lnTo>
                  <a:pt x="1728173" y="1033056"/>
                </a:lnTo>
                <a:lnTo>
                  <a:pt x="1814128" y="1066112"/>
                </a:lnTo>
                <a:lnTo>
                  <a:pt x="1901226" y="1098374"/>
                </a:lnTo>
                <a:lnTo>
                  <a:pt x="1989346" y="1129823"/>
                </a:lnTo>
                <a:lnTo>
                  <a:pt x="2078366" y="1160440"/>
                </a:lnTo>
                <a:lnTo>
                  <a:pt x="2168167" y="1190208"/>
                </a:lnTo>
                <a:lnTo>
                  <a:pt x="2258626" y="1219109"/>
                </a:lnTo>
                <a:lnTo>
                  <a:pt x="2349623" y="1247123"/>
                </a:lnTo>
                <a:lnTo>
                  <a:pt x="2441038" y="1274234"/>
                </a:lnTo>
                <a:lnTo>
                  <a:pt x="2532748" y="1300422"/>
                </a:lnTo>
                <a:lnTo>
                  <a:pt x="2624633" y="1325669"/>
                </a:lnTo>
                <a:lnTo>
                  <a:pt x="2716571" y="1349957"/>
                </a:lnTo>
                <a:lnTo>
                  <a:pt x="2808443" y="1373269"/>
                </a:lnTo>
                <a:lnTo>
                  <a:pt x="2900127" y="1395585"/>
                </a:lnTo>
                <a:lnTo>
                  <a:pt x="2991501" y="1416888"/>
                </a:lnTo>
                <a:lnTo>
                  <a:pt x="3082446" y="1437159"/>
                </a:lnTo>
                <a:lnTo>
                  <a:pt x="3172839" y="1456380"/>
                </a:lnTo>
                <a:lnTo>
                  <a:pt x="3263016" y="1474371"/>
                </a:lnTo>
                <a:lnTo>
                  <a:pt x="3353384" y="1491014"/>
                </a:lnTo>
                <a:lnTo>
                  <a:pt x="3443934" y="1506378"/>
                </a:lnTo>
                <a:lnTo>
                  <a:pt x="3534655" y="1520536"/>
                </a:lnTo>
                <a:lnTo>
                  <a:pt x="3625537" y="1533559"/>
                </a:lnTo>
                <a:lnTo>
                  <a:pt x="3716571" y="1545516"/>
                </a:lnTo>
                <a:lnTo>
                  <a:pt x="3807746" y="1556479"/>
                </a:lnTo>
                <a:lnTo>
                  <a:pt x="3899051" y="1566520"/>
                </a:lnTo>
                <a:lnTo>
                  <a:pt x="3990478" y="1575708"/>
                </a:lnTo>
                <a:lnTo>
                  <a:pt x="4082016" y="1584116"/>
                </a:lnTo>
                <a:lnTo>
                  <a:pt x="4173654" y="1591814"/>
                </a:lnTo>
                <a:lnTo>
                  <a:pt x="4265384" y="1598872"/>
                </a:lnTo>
                <a:lnTo>
                  <a:pt x="4357193" y="1605363"/>
                </a:lnTo>
                <a:lnTo>
                  <a:pt x="4449074" y="1611356"/>
                </a:lnTo>
                <a:lnTo>
                  <a:pt x="4541015" y="1616924"/>
                </a:lnTo>
                <a:lnTo>
                  <a:pt x="4633006" y="1622136"/>
                </a:lnTo>
                <a:lnTo>
                  <a:pt x="4725038" y="1627064"/>
                </a:lnTo>
                <a:lnTo>
                  <a:pt x="4817099" y="1631779"/>
                </a:lnTo>
                <a:lnTo>
                  <a:pt x="4909181" y="1636352"/>
                </a:lnTo>
                <a:lnTo>
                  <a:pt x="5001274" y="1640854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44526" y="4888495"/>
            <a:ext cx="4443730" cy="154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Calibri"/>
                <a:cs typeface="Calibri"/>
              </a:rPr>
              <a:t>“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6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ur</a:t>
            </a:r>
            <a:r>
              <a:rPr sz="2600" dirty="0">
                <a:latin typeface="Calibri"/>
                <a:cs typeface="Calibri"/>
              </a:rPr>
              <a:t>?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…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9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763249" y="1605290"/>
            <a:ext cx="2867658" cy="19126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758189" y="1600193"/>
            <a:ext cx="2877820" cy="1922780"/>
          </a:xfrm>
          <a:custGeom>
            <a:avLst/>
            <a:gdLst/>
            <a:ahLst/>
            <a:cxnLst/>
            <a:rect l="l" t="t" r="r" b="b"/>
            <a:pathLst>
              <a:path w="2877820" h="1922779">
                <a:moveTo>
                  <a:pt x="0" y="1922775"/>
                </a:moveTo>
                <a:lnTo>
                  <a:pt x="2877811" y="1922775"/>
                </a:lnTo>
                <a:lnTo>
                  <a:pt x="2877811" y="0"/>
                </a:lnTo>
                <a:lnTo>
                  <a:pt x="0" y="0"/>
                </a:lnTo>
                <a:lnTo>
                  <a:pt x="0" y="1922775"/>
                </a:lnTo>
                <a:close/>
              </a:path>
            </a:pathLst>
          </a:custGeom>
          <a:ln w="1015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5709327" y="3602263"/>
            <a:ext cx="295402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dirty="0">
                <a:latin typeface="Calibri"/>
                <a:cs typeface="Calibri"/>
              </a:rPr>
              <a:t>tt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//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ip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i/</a:t>
            </a:r>
            <a:r>
              <a:rPr sz="1000" spc="-5" dirty="0">
                <a:latin typeface="Calibri"/>
                <a:cs typeface="Calibri"/>
              </a:rPr>
              <a:t>M</a:t>
            </a:r>
            <a:r>
              <a:rPr sz="1000" spc="-10" dirty="0">
                <a:latin typeface="Calibri"/>
                <a:cs typeface="Calibri"/>
              </a:rPr>
              <a:t>ili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y_a</a:t>
            </a:r>
            <a:r>
              <a:rPr sz="1000" spc="-15" dirty="0">
                <a:latin typeface="Calibri"/>
                <a:cs typeface="Calibri"/>
              </a:rPr>
              <a:t>ir</a:t>
            </a:r>
            <a:r>
              <a:rPr sz="1000" spc="-10" dirty="0">
                <a:latin typeface="Calibri"/>
                <a:cs typeface="Calibri"/>
              </a:rPr>
              <a:t>c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spc="-5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f</a:t>
            </a:r>
            <a:r>
              <a:rPr sz="1000" dirty="0">
                <a:latin typeface="Calibri"/>
                <a:cs typeface="Calibri"/>
              </a:rPr>
              <a:t>t#</a:t>
            </a:r>
            <a:r>
              <a:rPr sz="1000" spc="-10" dirty="0">
                <a:latin typeface="Calibri"/>
                <a:cs typeface="Calibri"/>
              </a:rPr>
              <a:t>/medi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dirty="0">
                <a:latin typeface="Calibri"/>
                <a:cs typeface="Calibri"/>
              </a:rPr>
              <a:t>F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alibri"/>
                <a:cs typeface="Calibri"/>
              </a:rPr>
              <a:t>il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Ae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spc="-10" dirty="0">
                <a:latin typeface="Calibri"/>
                <a:cs typeface="Calibri"/>
              </a:rPr>
              <a:t>m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cchi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0" dirty="0">
                <a:latin typeface="Calibri"/>
                <a:cs typeface="Calibri"/>
              </a:rPr>
              <a:t>T-</a:t>
            </a:r>
            <a:r>
              <a:rPr sz="1000" spc="-15" dirty="0">
                <a:latin typeface="Calibri"/>
                <a:cs typeface="Calibri"/>
              </a:rPr>
              <a:t>346</a:t>
            </a:r>
            <a:r>
              <a:rPr sz="1000" spc="-10" dirty="0">
                <a:latin typeface="Calibri"/>
                <a:cs typeface="Calibri"/>
              </a:rPr>
              <a:t>A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0" dirty="0">
                <a:latin typeface="Calibri"/>
                <a:cs typeface="Calibri"/>
              </a:rPr>
              <a:t>5</a:t>
            </a:r>
            <a:r>
              <a:rPr sz="1000" dirty="0">
                <a:latin typeface="Calibri"/>
                <a:cs typeface="Calibri"/>
              </a:rPr>
              <a:t>D</a:t>
            </a:r>
            <a:r>
              <a:rPr sz="1000" spc="-15" dirty="0">
                <a:latin typeface="Calibri"/>
                <a:cs typeface="Calibri"/>
              </a:rPr>
              <a:t>4</a:t>
            </a:r>
            <a:r>
              <a:rPr sz="1000" spc="-5" dirty="0">
                <a:latin typeface="Calibri"/>
                <a:cs typeface="Calibri"/>
              </a:rPr>
              <a:t>_</a:t>
            </a:r>
            <a:r>
              <a:rPr sz="1000" spc="0" dirty="0">
                <a:latin typeface="Calibri"/>
                <a:cs typeface="Calibri"/>
              </a:rPr>
              <a:t>1</a:t>
            </a:r>
            <a:r>
              <a:rPr sz="1000" spc="-15" dirty="0">
                <a:latin typeface="Calibri"/>
                <a:cs typeface="Calibri"/>
              </a:rPr>
              <a:t>0</a:t>
            </a:r>
            <a:r>
              <a:rPr sz="1000" spc="0" dirty="0">
                <a:latin typeface="Calibri"/>
                <a:cs typeface="Calibri"/>
              </a:rPr>
              <a:t>6</a:t>
            </a:r>
            <a:r>
              <a:rPr sz="1000" spc="-15" dirty="0">
                <a:latin typeface="Calibri"/>
                <a:cs typeface="Calibri"/>
              </a:rPr>
              <a:t>6</a:t>
            </a:r>
            <a:r>
              <a:rPr sz="1000" spc="-5" dirty="0">
                <a:latin typeface="Calibri"/>
                <a:cs typeface="Calibri"/>
              </a:rPr>
              <a:t>_</a:t>
            </a:r>
            <a:r>
              <a:rPr sz="1000" spc="15" dirty="0">
                <a:latin typeface="Calibri"/>
                <a:cs typeface="Calibri"/>
              </a:rPr>
              <a:t>(</a:t>
            </a:r>
            <a:r>
              <a:rPr sz="1000" spc="-15" dirty="0">
                <a:latin typeface="Calibri"/>
                <a:cs typeface="Calibri"/>
              </a:rPr>
              <a:t>4</a:t>
            </a:r>
            <a:r>
              <a:rPr sz="1000" spc="0" dirty="0">
                <a:latin typeface="Calibri"/>
                <a:cs typeface="Calibri"/>
              </a:rPr>
              <a:t>30</a:t>
            </a:r>
            <a:r>
              <a:rPr sz="1000" spc="-15" dirty="0">
                <a:latin typeface="Calibri"/>
                <a:cs typeface="Calibri"/>
              </a:rPr>
              <a:t>7</a:t>
            </a:r>
            <a:r>
              <a:rPr sz="1000" spc="0" dirty="0">
                <a:latin typeface="Calibri"/>
                <a:cs typeface="Calibri"/>
              </a:rPr>
              <a:t>4</a:t>
            </a:r>
            <a:r>
              <a:rPr sz="1000" spc="-15" dirty="0">
                <a:latin typeface="Calibri"/>
                <a:cs typeface="Calibri"/>
              </a:rPr>
              <a:t>1</a:t>
            </a:r>
            <a:r>
              <a:rPr sz="1000" spc="0" dirty="0">
                <a:latin typeface="Calibri"/>
                <a:cs typeface="Calibri"/>
              </a:rPr>
              <a:t>48</a:t>
            </a:r>
            <a:r>
              <a:rPr sz="1000" spc="-15" dirty="0">
                <a:latin typeface="Calibri"/>
                <a:cs typeface="Calibri"/>
              </a:rPr>
              <a:t>2</a:t>
            </a:r>
            <a:r>
              <a:rPr sz="1000" spc="0" dirty="0">
                <a:latin typeface="Calibri"/>
                <a:cs typeface="Calibri"/>
              </a:rPr>
              <a:t>3</a:t>
            </a:r>
            <a:r>
              <a:rPr sz="1000" spc="-10" dirty="0">
                <a:latin typeface="Calibri"/>
                <a:cs typeface="Calibri"/>
              </a:rPr>
              <a:t>4</a:t>
            </a:r>
            <a:r>
              <a:rPr sz="1000" spc="-5" dirty="0">
                <a:latin typeface="Calibri"/>
                <a:cs typeface="Calibri"/>
              </a:rPr>
              <a:t>)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j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spc="-5" dirty="0">
                <a:latin typeface="Calibri"/>
                <a:cs typeface="Calibri"/>
              </a:rPr>
              <a:t>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3013107-9792-BAF5-419F-7D5EF7CDC1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401" y="6286500"/>
            <a:ext cx="497199" cy="342900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49</a:t>
            </a:fld>
            <a:endParaRPr lang="en-US" spc="-10" dirty="0">
              <a:latin typeface="Calibri"/>
              <a:cs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60C1B4-DCBC-984B-3814-37D4D17D6B7E}"/>
              </a:ext>
            </a:extLst>
          </p:cNvPr>
          <p:cNvSpPr txBox="1"/>
          <p:nvPr/>
        </p:nvSpPr>
        <p:spPr>
          <a:xfrm>
            <a:off x="5953759" y="5475989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highlight>
                  <a:srgbClr val="FFFF00"/>
                </a:highlight>
              </a:rPr>
              <a:t>More Examples in Tutorial</a:t>
            </a: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0906-F3C7-077D-ECB7-F1C1446E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67" y="728416"/>
            <a:ext cx="7768865" cy="523220"/>
          </a:xfrm>
        </p:spPr>
        <p:txBody>
          <a:bodyPr/>
          <a:lstStyle/>
          <a:p>
            <a:r>
              <a:rPr lang="en-US" dirty="0"/>
              <a:t>Assignment-Homework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BF7AE-92F1-BF77-C8F1-EC7E1BCDA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197" y="1480610"/>
            <a:ext cx="8148907" cy="1200329"/>
          </a:xfrm>
        </p:spPr>
        <p:txBody>
          <a:bodyPr/>
          <a:lstStyle/>
          <a:p>
            <a:r>
              <a:rPr lang="en-US" dirty="0"/>
              <a:t>Choose any one area (some are given below) and provide an example to Appy Four objectives of the Closed Loop Control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368FD-E2C6-AC0B-495B-0CE48EAFDE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29601" y="6190288"/>
            <a:ext cx="397516" cy="286711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50</a:t>
            </a:fld>
            <a:endParaRPr lang="en-US" spc="-10" dirty="0">
              <a:latin typeface="Calibri"/>
              <a:cs typeface="Calibri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4F9E0B4-30F4-32D9-EEBB-9F68BB03E446}"/>
              </a:ext>
            </a:extLst>
          </p:cNvPr>
          <p:cNvSpPr txBox="1">
            <a:spLocks/>
          </p:cNvSpPr>
          <p:nvPr/>
        </p:nvSpPr>
        <p:spPr>
          <a:xfrm>
            <a:off x="520197" y="2667000"/>
            <a:ext cx="8148907" cy="2800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6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kern="0" dirty="0">
                <a:latin typeface="Söhne"/>
              </a:rPr>
              <a:t>Industrial Manufacturing</a:t>
            </a:r>
          </a:p>
          <a:p>
            <a:r>
              <a:rPr lang="en-US" b="1" kern="0" dirty="0">
                <a:latin typeface="Söhne"/>
              </a:rPr>
              <a:t>Robotics</a:t>
            </a:r>
          </a:p>
          <a:p>
            <a:r>
              <a:rPr lang="en-US" b="1" kern="0" dirty="0">
                <a:latin typeface="Söhne"/>
              </a:rPr>
              <a:t>Agriculture</a:t>
            </a:r>
          </a:p>
          <a:p>
            <a:r>
              <a:rPr lang="en-US" b="1" kern="0" dirty="0">
                <a:latin typeface="Söhne"/>
              </a:rPr>
              <a:t>Aerospace</a:t>
            </a:r>
          </a:p>
          <a:p>
            <a:r>
              <a:rPr lang="en-US" b="1" kern="0" dirty="0">
                <a:latin typeface="Söhne"/>
              </a:rPr>
              <a:t>Traffic Management</a:t>
            </a:r>
            <a:endParaRPr lang="en-US" kern="0" dirty="0">
              <a:solidFill>
                <a:srgbClr val="374151"/>
              </a:solidFill>
              <a:latin typeface="Söhne"/>
            </a:endParaRPr>
          </a:p>
          <a:p>
            <a:r>
              <a:rPr lang="en-US" b="1" kern="0" dirty="0">
                <a:latin typeface="Söhne"/>
              </a:rPr>
              <a:t>Telecommunications</a:t>
            </a:r>
            <a:r>
              <a:rPr lang="en-US" b="1" kern="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b="1" kern="0" dirty="0" err="1">
                <a:solidFill>
                  <a:srgbClr val="374151"/>
                </a:solidFill>
                <a:latin typeface="Söhne"/>
              </a:rPr>
              <a:t>etc</a:t>
            </a:r>
            <a:r>
              <a:rPr lang="en-US" b="1" kern="0" dirty="0">
                <a:solidFill>
                  <a:srgbClr val="374151"/>
                </a:solidFill>
                <a:latin typeface="Söhne"/>
              </a:rPr>
              <a:t>……</a:t>
            </a:r>
            <a:endParaRPr lang="en-US" b="1" kern="0" dirty="0">
              <a:latin typeface="Söhne"/>
            </a:endParaRP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6274612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7FD4-E30E-E250-8AF7-64EB15340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67" y="728416"/>
            <a:ext cx="7768865" cy="1107996"/>
          </a:xfrm>
        </p:spPr>
        <p:txBody>
          <a:bodyPr/>
          <a:lstStyle/>
          <a:p>
            <a:br>
              <a:rPr lang="en-US" sz="3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3600" b="1" i="0" u="none" strike="noStrike" baseline="0" dirty="0">
                <a:latin typeface="Calibri" panose="020F0502020204030204" pitchFamily="34" charset="0"/>
              </a:rPr>
              <a:t>Conclusions</a:t>
            </a:r>
            <a:endParaRPr lang="en-US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43AF7-CE8C-627B-3E77-5936D0DA4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7546" y="2096258"/>
            <a:ext cx="8148907" cy="1869743"/>
          </a:xfrm>
        </p:spPr>
        <p:txBody>
          <a:bodyPr/>
          <a:lstStyle/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I</a:t>
            </a:r>
            <a:r>
              <a:rPr lang="en-US" sz="2600" spc="-30" dirty="0">
                <a:latin typeface="Calibri"/>
                <a:cs typeface="Calibri"/>
              </a:rPr>
              <a:t>n</a:t>
            </a:r>
            <a:r>
              <a:rPr lang="en-US" sz="2600" spc="-5" dirty="0">
                <a:latin typeface="Calibri"/>
                <a:cs typeface="Calibri"/>
              </a:rPr>
              <a:t>t</a:t>
            </a:r>
            <a:r>
              <a:rPr lang="en-US" sz="2600" spc="-60" dirty="0">
                <a:latin typeface="Calibri"/>
                <a:cs typeface="Calibri"/>
              </a:rPr>
              <a:t>r</a:t>
            </a:r>
            <a:r>
              <a:rPr lang="en-US" sz="2600" spc="5" dirty="0">
                <a:latin typeface="Calibri"/>
                <a:cs typeface="Calibri"/>
              </a:rPr>
              <a:t>o</a:t>
            </a:r>
            <a:r>
              <a:rPr lang="en-US" sz="2600" spc="-10" dirty="0">
                <a:latin typeface="Calibri"/>
                <a:cs typeface="Calibri"/>
              </a:rPr>
              <a:t>du</a:t>
            </a:r>
            <a:r>
              <a:rPr lang="en-US" sz="2600" dirty="0">
                <a:latin typeface="Calibri"/>
                <a:cs typeface="Calibri"/>
              </a:rPr>
              <a:t>c</a:t>
            </a:r>
            <a:r>
              <a:rPr lang="en-US" sz="2600" spc="-5" dirty="0">
                <a:latin typeface="Calibri"/>
                <a:cs typeface="Calibri"/>
              </a:rPr>
              <a:t>t</a:t>
            </a:r>
            <a:r>
              <a:rPr lang="en-US" sz="2600" dirty="0">
                <a:latin typeface="Calibri"/>
                <a:cs typeface="Calibri"/>
              </a:rPr>
              <a:t>i</a:t>
            </a:r>
            <a:r>
              <a:rPr lang="en-US" sz="2600" spc="5" dirty="0">
                <a:latin typeface="Calibri"/>
                <a:cs typeface="Calibri"/>
              </a:rPr>
              <a:t>o</a:t>
            </a:r>
            <a:r>
              <a:rPr lang="en-US" sz="2600" dirty="0">
                <a:latin typeface="Calibri"/>
                <a:cs typeface="Calibri"/>
              </a:rPr>
              <a:t>n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600" spc="-35" dirty="0">
                <a:latin typeface="Calibri"/>
                <a:cs typeface="Calibri"/>
              </a:rPr>
              <a:t>S</a:t>
            </a:r>
            <a:r>
              <a:rPr lang="en-US" sz="2600" spc="-15" dirty="0">
                <a:latin typeface="Calibri"/>
                <a:cs typeface="Calibri"/>
              </a:rPr>
              <a:t>y</a:t>
            </a:r>
            <a:r>
              <a:rPr lang="en-US" sz="2600" dirty="0">
                <a:latin typeface="Calibri"/>
                <a:cs typeface="Calibri"/>
              </a:rPr>
              <a:t>ll</a:t>
            </a:r>
            <a:r>
              <a:rPr lang="en-US" sz="2600" spc="-10" dirty="0">
                <a:latin typeface="Calibri"/>
                <a:cs typeface="Calibri"/>
              </a:rPr>
              <a:t>abus</a:t>
            </a:r>
            <a:endParaRPr lang="en-US"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600" spc="-35" dirty="0">
                <a:latin typeface="Calibri"/>
                <a:cs typeface="Calibri"/>
              </a:rPr>
              <a:t>F</a:t>
            </a:r>
            <a:r>
              <a:rPr lang="en-US" sz="2600" spc="-10" dirty="0">
                <a:latin typeface="Calibri"/>
                <a:cs typeface="Calibri"/>
              </a:rPr>
              <a:t>eedba</a:t>
            </a:r>
            <a:r>
              <a:rPr lang="en-US" sz="2600" dirty="0">
                <a:latin typeface="Calibri"/>
                <a:cs typeface="Calibri"/>
              </a:rPr>
              <a:t>c</a:t>
            </a:r>
            <a:r>
              <a:rPr lang="en-US" sz="2600" spc="-15" dirty="0">
                <a:latin typeface="Calibri"/>
                <a:cs typeface="Calibri"/>
              </a:rPr>
              <a:t>k</a:t>
            </a:r>
            <a:endParaRPr lang="en-US"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600" spc="-10" dirty="0">
                <a:latin typeface="Calibri"/>
                <a:cs typeface="Calibri"/>
              </a:rPr>
              <a:t>C</a:t>
            </a:r>
            <a:r>
              <a:rPr lang="en-US" sz="2600" spc="5" dirty="0">
                <a:latin typeface="Calibri"/>
                <a:cs typeface="Calibri"/>
              </a:rPr>
              <a:t>o</a:t>
            </a:r>
            <a:r>
              <a:rPr lang="en-US" sz="2600" spc="-30" dirty="0">
                <a:latin typeface="Calibri"/>
                <a:cs typeface="Calibri"/>
              </a:rPr>
              <a:t>n</a:t>
            </a:r>
            <a:r>
              <a:rPr lang="en-US" sz="2600" spc="-5" dirty="0">
                <a:latin typeface="Calibri"/>
                <a:cs typeface="Calibri"/>
              </a:rPr>
              <a:t>t</a:t>
            </a:r>
            <a:r>
              <a:rPr lang="en-US" sz="2600" spc="-60" dirty="0">
                <a:latin typeface="Calibri"/>
                <a:cs typeface="Calibri"/>
              </a:rPr>
              <a:t>r</a:t>
            </a:r>
            <a:r>
              <a:rPr lang="en-US" sz="2600" spc="5" dirty="0">
                <a:latin typeface="Calibri"/>
                <a:cs typeface="Calibri"/>
              </a:rPr>
              <a:t>o</a:t>
            </a:r>
            <a:r>
              <a:rPr lang="en-US" sz="2600" dirty="0">
                <a:latin typeface="Calibri"/>
                <a:cs typeface="Calibri"/>
              </a:rPr>
              <a:t>l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O</a:t>
            </a:r>
            <a:r>
              <a:rPr lang="en-US" sz="2600" spc="-10" dirty="0">
                <a:latin typeface="Calibri"/>
                <a:cs typeface="Calibri"/>
              </a:rPr>
              <a:t>b</a:t>
            </a:r>
            <a:r>
              <a:rPr lang="en-US" sz="2600" spc="-5" dirty="0">
                <a:latin typeface="Calibri"/>
                <a:cs typeface="Calibri"/>
              </a:rPr>
              <a:t>j</a:t>
            </a:r>
            <a:r>
              <a:rPr lang="en-US" sz="2600" spc="-10" dirty="0">
                <a:latin typeface="Calibri"/>
                <a:cs typeface="Calibri"/>
              </a:rPr>
              <a:t>e</a:t>
            </a:r>
            <a:r>
              <a:rPr lang="en-US" sz="2600" spc="-15" dirty="0">
                <a:latin typeface="Calibri"/>
                <a:cs typeface="Calibri"/>
              </a:rPr>
              <a:t>c</a:t>
            </a:r>
            <a:r>
              <a:rPr lang="en-US" sz="2600" spc="-5" dirty="0">
                <a:latin typeface="Calibri"/>
                <a:cs typeface="Calibri"/>
              </a:rPr>
              <a:t>t</a:t>
            </a:r>
            <a:r>
              <a:rPr lang="en-US" sz="2600" dirty="0">
                <a:latin typeface="Calibri"/>
                <a:cs typeface="Calibri"/>
              </a:rPr>
              <a:t>i</a:t>
            </a:r>
            <a:r>
              <a:rPr lang="en-US" sz="2600" spc="-30" dirty="0">
                <a:latin typeface="Calibri"/>
                <a:cs typeface="Calibri"/>
              </a:rPr>
              <a:t>v</a:t>
            </a:r>
            <a:r>
              <a:rPr lang="en-US" sz="2600" spc="-10" dirty="0">
                <a:latin typeface="Calibri"/>
                <a:cs typeface="Calibri"/>
              </a:rPr>
              <a:t>e</a:t>
            </a:r>
            <a:r>
              <a:rPr lang="en-US" sz="2600" dirty="0">
                <a:latin typeface="Calibri"/>
                <a:cs typeface="Calibri"/>
              </a:rPr>
              <a:t>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98FC3-250F-12C8-B924-8FCDCE6D1D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29601" y="6190288"/>
            <a:ext cx="397516" cy="362911"/>
          </a:xfrm>
        </p:spPr>
        <p:txBody>
          <a:bodyPr/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lang="en-US" spc="-10" smtClean="0">
                <a:latin typeface="Calibri"/>
                <a:cs typeface="Calibri"/>
              </a:rPr>
              <a:t>51</a:t>
            </a:fld>
            <a:endParaRPr lang="en-US" spc="-1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1445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</TotalTime>
  <Words>2160</Words>
  <Application>Microsoft Office PowerPoint</Application>
  <PresentationFormat>On-screen Show (4:3)</PresentationFormat>
  <Paragraphs>515</Paragraphs>
  <Slides>51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Calibri</vt:lpstr>
      <vt:lpstr>Open Sans</vt:lpstr>
      <vt:lpstr>Söhne</vt:lpstr>
      <vt:lpstr>Symbol</vt:lpstr>
      <vt:lpstr>Tahoma</vt:lpstr>
      <vt:lpstr>Times New Roman</vt:lpstr>
      <vt:lpstr>Office Theme</vt:lpstr>
      <vt:lpstr>PowerPoint Presentation</vt:lpstr>
      <vt:lpstr>CNENGR506 Intelligent System Control</vt:lpstr>
      <vt:lpstr>ENGR406 (506) Intelligent System Control</vt:lpstr>
      <vt:lpstr>PowerPoint Presentation</vt:lpstr>
      <vt:lpstr>PowerPoint Presentation</vt:lpstr>
      <vt:lpstr>Educational Aims</vt:lpstr>
      <vt:lpstr>“Control”</vt:lpstr>
      <vt:lpstr>Automatic Control</vt:lpstr>
      <vt:lpstr>Selected Projects</vt:lpstr>
      <vt:lpstr>PowerPoint Presentation</vt:lpstr>
      <vt:lpstr>Environmental Control</vt:lpstr>
      <vt:lpstr>PowerPoint Presentation</vt:lpstr>
      <vt:lpstr>Module Scope</vt:lpstr>
      <vt:lpstr>Mass–Spring–Damper</vt:lpstr>
      <vt:lpstr>PowerPoint Presentation</vt:lpstr>
      <vt:lpstr>PowerPoint Presentation</vt:lpstr>
      <vt:lpstr>Module Scope (2)</vt:lpstr>
      <vt:lpstr>Quick History Lesson</vt:lpstr>
      <vt:lpstr>Float Valve</vt:lpstr>
      <vt:lpstr>Watt’s Flyball Governor</vt:lpstr>
      <vt:lpstr>History Lesson Continued</vt:lpstr>
      <vt:lpstr>Classical Control</vt:lpstr>
      <vt:lpstr>Modern Control</vt:lpstr>
      <vt:lpstr>Syllabus</vt:lpstr>
      <vt:lpstr>Timetable</vt:lpstr>
      <vt:lpstr>Short Exercise…</vt:lpstr>
      <vt:lpstr>PowerPoint Presentation</vt:lpstr>
      <vt:lpstr>Case Study</vt:lpstr>
      <vt:lpstr>Step Response</vt:lpstr>
      <vt:lpstr>Open–Loop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Feedback</vt:lpstr>
      <vt:lpstr>PowerPoint Presentation</vt:lpstr>
      <vt:lpstr>Closed–Loop Control of a DC</vt:lpstr>
      <vt:lpstr>Closed–Loop Control</vt:lpstr>
      <vt:lpstr>Short Exercise…</vt:lpstr>
      <vt:lpstr>Open Loop Control Systems</vt:lpstr>
      <vt:lpstr>PowerPoint Presentation</vt:lpstr>
      <vt:lpstr>PowerPoint Presentation</vt:lpstr>
      <vt:lpstr>PowerPoint Presentation</vt:lpstr>
      <vt:lpstr>Integral Control (Smooth)</vt:lpstr>
      <vt:lpstr>Integral Control (Oscillatory)</vt:lpstr>
      <vt:lpstr>Four Standard Objectives</vt:lpstr>
      <vt:lpstr>Commercial Aircraft</vt:lpstr>
      <vt:lpstr>Assignment-Homework</vt:lpstr>
      <vt:lpstr> 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Abrar, Muhammad</cp:lastModifiedBy>
  <cp:revision>30</cp:revision>
  <dcterms:created xsi:type="dcterms:W3CDTF">2022-07-22T03:45:45Z</dcterms:created>
  <dcterms:modified xsi:type="dcterms:W3CDTF">2025-09-16T07:04:20Z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2022-07-22T00:00:00Z</vt:filetime>
  </property>
  <property fmtid="{D5CDD505-2E9C-101B-9397-08002B2CF9AE}" pid="3" name="LastSaved">
    <vt:filetime>2022-07-22T00:00:00Z</vt:filetime>
  </property>
</Properties>
</file>