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456F-8BA1-4D1C-71BD-40A225B9A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5C4F8-0B29-CFC9-620D-C683207BB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85A95-5376-35E2-0731-B3A5486AB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4AE69-42A3-F387-3368-186F3566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94FB1-9825-0686-EA9C-E404D07F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6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9C30-4124-8DEF-6D12-F86F7E517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5B15F-B551-BE1B-91A3-E1C3CDCF3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FCFF7-C0DB-FE90-F1A8-1BAE3DBF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236D4-4E7C-990B-576A-2337E33D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7C19E-910D-198C-9B24-63F1A8A0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54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7785-18D0-6CED-D6C1-EC9DEF9F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A1832-FFBB-60F8-995D-6FB114D05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FD0BE-4516-8A87-74C1-B60D6B79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50A8D-C9E6-6AC2-7662-992C6B4A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08E6F-7DBB-F410-6109-162ACED4A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7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A7FA5-9FB9-3D0A-5447-8D9B7073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13EED-8737-3F5B-B4F9-C484493C7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777BD-EA79-E833-47C2-471E86535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9C470-1F1F-6FFD-6B11-87415F34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A451D-7F14-99C6-DC38-7E409E2AB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910E5-893A-F0C4-0883-C90E3CF5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6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0D65-FA80-4C8F-CB01-811FBA7D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F7697-0881-5554-1432-29D4C9B2F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9F9BE-D7C3-3566-3780-B0DCD1B8A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3C72D-56E6-794A-F06E-F19DAFA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BCB77-F556-BCF1-1ED4-8C3A04B89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D701C-211C-58D5-C081-61567706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D66590-EB5C-36FE-173A-5B27E31B4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C81D2-596F-A0FA-DBB8-7B8BBF81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4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AF97-812E-8156-67B2-881736A0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AC9869-059E-9426-B247-D623B1D4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498D4-BE29-0B94-B447-D39B22F2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61737-427A-A7E5-519B-5D9972CF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6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2156D4-BEF4-9BA4-97E9-E3DFE30A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BE629-D918-A4F7-1DBD-140FA194D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4379C-C0CC-DE97-8341-BD8E566D9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21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FCFB4-203D-55D0-4F1B-D79A129B7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27E54-9F9B-7198-823E-B08DC195D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87EAC-61DA-0933-ADDA-DF8839B8E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D217B-4015-D6B4-28A1-DA1EBCB2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7651E-C0C7-0AC0-FD8D-D0B4646F0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58AB7-19D1-3E21-3309-FD944D42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64052-2B8F-27EF-14B1-FC09756C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F066F-595D-374A-76A8-DE1F98210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BF292-7BC9-8EB2-DE75-7E3DE0A69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E0D9B-902C-182D-A967-F2A46843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1EE83-6016-E705-AE6C-C9ACCED6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9C3D9-5427-D92F-87F3-B1228FB1F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7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2DB1-4732-5556-1D94-25100292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5F15F-9474-79DC-A6CE-1BACA16CA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08DFB-35B2-A7AB-9F2C-47FE92F7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29B87-FDEE-5910-3608-A9735B07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5FB10-8EED-2D0D-CF63-9277FD75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9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E4027-E68E-46C1-76A8-7BC9AC286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5376D-3AA3-AA3F-5F31-F5E67348C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3895A-8A8D-C3AE-D245-EB8D1350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2B216-3ED7-3D41-8232-4F9F7AA7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F03D9-7CBB-B7F7-6BED-8115B35D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7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DF518-3344-DFCD-7B0B-B35C0409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F6EA1-800D-1104-73D4-4E29E0B43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F0EEF-8BA6-8201-8BBF-94C3D2B1E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5A9CE-CD90-4716-9399-9D97CE9BB7B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10D56-23E6-DABA-4091-94D0504C5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55204-72F1-1B4C-71B4-A4A46F23A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F57B8-B1E6-4C4E-9E36-B03296A70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3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4FD-9554-2627-4A73-7A1BA336A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Coursework 3</a:t>
            </a:r>
          </a:p>
        </p:txBody>
      </p:sp>
    </p:spTree>
    <p:extLst>
      <p:ext uri="{BB962C8B-B14F-4D97-AF65-F5344CB8AC3E}">
        <p14:creationId xmlns:p14="http://schemas.microsoft.com/office/powerpoint/2010/main" val="303959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4729-6E09-72CF-09CA-571C94625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Research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85404-6528-C24B-086E-B9DEEA0EB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Twin Modelling of Adaptive Signal Processing for Smart Transportation Systems</a:t>
            </a:r>
          </a:p>
          <a:p>
            <a:r>
              <a:rPr lang="en-US" dirty="0"/>
              <a:t>Pole Placement and Stability Analysis of Energy-Efficient Network Protocols</a:t>
            </a:r>
          </a:p>
          <a:p>
            <a:r>
              <a:rPr lang="en-US" dirty="0"/>
              <a:t>Design and Simulation of Optimal PI Controllers for OFDM-based Communication Systems</a:t>
            </a:r>
          </a:p>
          <a:p>
            <a:r>
              <a:rPr lang="en-US" dirty="0"/>
              <a:t>Digital Twin for Smart Microgrids with Renewable Energy 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572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DDF7-6EDF-14BF-01EB-C2E7AF0F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Research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03752-4609-A249-B771-025843217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Robust Synchronization of Drone-to-Drone Communications in Swarm Networks</a:t>
            </a:r>
          </a:p>
          <a:p>
            <a:r>
              <a:rPr lang="en-US" dirty="0"/>
              <a:t>Stochastic Control of Wireless Sensor Networks for Smart Healthcare</a:t>
            </a:r>
          </a:p>
          <a:p>
            <a:r>
              <a:rPr lang="en-US" dirty="0"/>
              <a:t>Energy-Aware Robust Control for Electric Vehicle Charging Networks using Smart Grids</a:t>
            </a:r>
          </a:p>
          <a:p>
            <a:r>
              <a:rPr lang="en-US" dirty="0"/>
              <a:t>AI-Powered Adaptive Beamforming for Massive MIMO Systems</a:t>
            </a:r>
          </a:p>
          <a:p>
            <a:r>
              <a:rPr lang="en-US" dirty="0"/>
              <a:t>Edge-Enabled Predictive Control for IoT-Based Health Monitoring Systems</a:t>
            </a:r>
          </a:p>
        </p:txBody>
      </p:sp>
    </p:spTree>
    <p:extLst>
      <p:ext uri="{BB962C8B-B14F-4D97-AF65-F5344CB8AC3E}">
        <p14:creationId xmlns:p14="http://schemas.microsoft.com/office/powerpoint/2010/main" val="16491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FFA2B-E6CA-B678-A8C9-15BCD6534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Research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59831-30F5-8A2D-3823-C68B3A406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Adaptive Traffic Signal Control for Smart Cities using Real-Time Sensor Data</a:t>
            </a:r>
          </a:p>
          <a:p>
            <a:r>
              <a:rPr lang="en-US" dirty="0"/>
              <a:t>Air Pollution Monitoring and Forecasting using DSP and State-Space Models</a:t>
            </a:r>
          </a:p>
          <a:p>
            <a:r>
              <a:rPr lang="en-US" dirty="0"/>
              <a:t>IoT-Enabled Precision Irrigation for Smart Agriculture</a:t>
            </a:r>
          </a:p>
          <a:p>
            <a:r>
              <a:rPr lang="en-US" dirty="0"/>
              <a:t>Smart Waste Collection: Optimal Routing using Control and Signal Data</a:t>
            </a:r>
          </a:p>
          <a:p>
            <a:r>
              <a:rPr lang="en-US" dirty="0"/>
              <a:t>Environmental Disaster Early Warning via Sensor Network Simulation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103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140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Coursework 3</vt:lpstr>
      <vt:lpstr>Potential Research Topics</vt:lpstr>
      <vt:lpstr>Potential Research Topics</vt:lpstr>
      <vt:lpstr>Potential Research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Abrar, Muhammad</dc:creator>
  <cp:lastModifiedBy>Abrar, Muhammad</cp:lastModifiedBy>
  <cp:revision>1</cp:revision>
  <dcterms:created xsi:type="dcterms:W3CDTF">2025-09-15T14:50:15Z</dcterms:created>
  <dcterms:modified xsi:type="dcterms:W3CDTF">2025-09-15T15:09:34Z</dcterms:modified>
</cp:coreProperties>
</file>