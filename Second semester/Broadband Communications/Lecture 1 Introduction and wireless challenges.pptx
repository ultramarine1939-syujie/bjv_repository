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97" r:id="rId4"/>
    <p:sldId id="299" r:id="rId5"/>
    <p:sldId id="298" r:id="rId6"/>
    <p:sldId id="300" r:id="rId7"/>
    <p:sldId id="295" r:id="rId8"/>
    <p:sldId id="296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242" autoAdjust="0"/>
  </p:normalViewPr>
  <p:slideViewPr>
    <p:cSldViewPr>
      <p:cViewPr varScale="1">
        <p:scale>
          <a:sx n="54" d="100"/>
          <a:sy n="54" d="100"/>
        </p:scale>
        <p:origin x="1634" y="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g, Qiao" userId="a4dc6857-f989-4182-9c48-79c525a30131" providerId="ADAL" clId="{BFAB287F-EDAE-4ECC-B469-228FDCB5230B}"/>
    <pc:docChg chg="undo custSel addSld modSld sldOrd">
      <pc:chgData name="Cheng, Qiao" userId="a4dc6857-f989-4182-9c48-79c525a30131" providerId="ADAL" clId="{BFAB287F-EDAE-4ECC-B469-228FDCB5230B}" dt="2026-03-02T03:03:35.421" v="546" actId="12"/>
      <pc:docMkLst>
        <pc:docMk/>
      </pc:docMkLst>
      <pc:sldChg chg="addSp delSp modSp mod">
        <pc:chgData name="Cheng, Qiao" userId="a4dc6857-f989-4182-9c48-79c525a30131" providerId="ADAL" clId="{BFAB287F-EDAE-4ECC-B469-228FDCB5230B}" dt="2026-02-28T02:24:09.186" v="491" actId="1076"/>
        <pc:sldMkLst>
          <pc:docMk/>
          <pc:sldMk cId="0" sldId="256"/>
        </pc:sldMkLst>
        <pc:spChg chg="mod">
          <ac:chgData name="Cheng, Qiao" userId="a4dc6857-f989-4182-9c48-79c525a30131" providerId="ADAL" clId="{BFAB287F-EDAE-4ECC-B469-228FDCB5230B}" dt="2026-02-27T13:56:16.067" v="103" actId="2711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Cheng, Qiao" userId="a4dc6857-f989-4182-9c48-79c525a30131" providerId="ADAL" clId="{BFAB287F-EDAE-4ECC-B469-228FDCB5230B}" dt="2026-02-27T13:56:09.863" v="102" actId="2711"/>
          <ac:spMkLst>
            <pc:docMk/>
            <pc:sldMk cId="0" sldId="256"/>
            <ac:spMk id="8" creationId="{F6A6AA23-76EC-53C0-A5B4-3269E4BBD536}"/>
          </ac:spMkLst>
        </pc:spChg>
        <pc:spChg chg="add mod">
          <ac:chgData name="Cheng, Qiao" userId="a4dc6857-f989-4182-9c48-79c525a30131" providerId="ADAL" clId="{BFAB287F-EDAE-4ECC-B469-228FDCB5230B}" dt="2026-02-28T02:24:09.186" v="491" actId="1076"/>
          <ac:spMkLst>
            <pc:docMk/>
            <pc:sldMk cId="0" sldId="256"/>
            <ac:spMk id="11" creationId="{D8D14C02-F3C0-8CBE-DD2F-D4479BDDEE6F}"/>
          </ac:spMkLst>
        </pc:spChg>
      </pc:sldChg>
      <pc:sldChg chg="addSp delSp modSp mod ord">
        <pc:chgData name="Cheng, Qiao" userId="a4dc6857-f989-4182-9c48-79c525a30131" providerId="ADAL" clId="{BFAB287F-EDAE-4ECC-B469-228FDCB5230B}" dt="2026-03-02T03:00:21.217" v="536" actId="113"/>
        <pc:sldMkLst>
          <pc:docMk/>
          <pc:sldMk cId="0" sldId="257"/>
        </pc:sldMkLst>
        <pc:spChg chg="mod">
          <ac:chgData name="Cheng, Qiao" userId="a4dc6857-f989-4182-9c48-79c525a30131" providerId="ADAL" clId="{BFAB287F-EDAE-4ECC-B469-228FDCB5230B}" dt="2026-02-27T13:56:51.842" v="120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Cheng, Qiao" userId="a4dc6857-f989-4182-9c48-79c525a30131" providerId="ADAL" clId="{BFAB287F-EDAE-4ECC-B469-228FDCB5230B}" dt="2026-03-02T03:00:21.217" v="536" actId="113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Cheng, Qiao" userId="a4dc6857-f989-4182-9c48-79c525a30131" providerId="ADAL" clId="{BFAB287F-EDAE-4ECC-B469-228FDCB5230B}" dt="2026-02-27T14:01:17.417" v="152" actId="1076"/>
          <ac:spMkLst>
            <pc:docMk/>
            <pc:sldMk cId="0" sldId="257"/>
            <ac:spMk id="8" creationId="{439394A0-6A90-7881-0E68-A4784AB62F3C}"/>
          </ac:spMkLst>
        </pc:spChg>
        <pc:spChg chg="add mod">
          <ac:chgData name="Cheng, Qiao" userId="a4dc6857-f989-4182-9c48-79c525a30131" providerId="ADAL" clId="{BFAB287F-EDAE-4ECC-B469-228FDCB5230B}" dt="2026-02-28T02:24:15.935" v="492"/>
          <ac:spMkLst>
            <pc:docMk/>
            <pc:sldMk cId="0" sldId="257"/>
            <ac:spMk id="9" creationId="{CAF2E38C-5CBB-1DD9-B0DB-0C7B2FE1ED11}"/>
          </ac:spMkLst>
        </pc:spChg>
        <pc:picChg chg="add mod">
          <ac:chgData name="Cheng, Qiao" userId="a4dc6857-f989-4182-9c48-79c525a30131" providerId="ADAL" clId="{BFAB287F-EDAE-4ECC-B469-228FDCB5230B}" dt="2026-02-27T13:57:33.701" v="125" actId="1076"/>
          <ac:picMkLst>
            <pc:docMk/>
            <pc:sldMk cId="0" sldId="257"/>
            <ac:picMk id="7" creationId="{D884E7EE-96A8-AD43-077A-9E44F2DDD4CD}"/>
          </ac:picMkLst>
        </pc:picChg>
      </pc:sldChg>
      <pc:sldChg chg="delSp mod">
        <pc:chgData name="Cheng, Qiao" userId="a4dc6857-f989-4182-9c48-79c525a30131" providerId="ADAL" clId="{BFAB287F-EDAE-4ECC-B469-228FDCB5230B}" dt="2026-02-28T02:24:27.884" v="499" actId="478"/>
        <pc:sldMkLst>
          <pc:docMk/>
          <pc:sldMk cId="0" sldId="258"/>
        </pc:sldMkLst>
      </pc:sldChg>
      <pc:sldChg chg="delSp mod">
        <pc:chgData name="Cheng, Qiao" userId="a4dc6857-f989-4182-9c48-79c525a30131" providerId="ADAL" clId="{BFAB287F-EDAE-4ECC-B469-228FDCB5230B}" dt="2026-02-28T02:24:29.314" v="500" actId="478"/>
        <pc:sldMkLst>
          <pc:docMk/>
          <pc:sldMk cId="0" sldId="259"/>
        </pc:sldMkLst>
      </pc:sldChg>
      <pc:sldChg chg="delSp mod">
        <pc:chgData name="Cheng, Qiao" userId="a4dc6857-f989-4182-9c48-79c525a30131" providerId="ADAL" clId="{BFAB287F-EDAE-4ECC-B469-228FDCB5230B}" dt="2026-02-28T02:24:30.363" v="501" actId="478"/>
        <pc:sldMkLst>
          <pc:docMk/>
          <pc:sldMk cId="0" sldId="260"/>
        </pc:sldMkLst>
      </pc:sldChg>
      <pc:sldChg chg="delSp mod">
        <pc:chgData name="Cheng, Qiao" userId="a4dc6857-f989-4182-9c48-79c525a30131" providerId="ADAL" clId="{BFAB287F-EDAE-4ECC-B469-228FDCB5230B}" dt="2026-02-28T02:24:31.358" v="502" actId="478"/>
        <pc:sldMkLst>
          <pc:docMk/>
          <pc:sldMk cId="0" sldId="261"/>
        </pc:sldMkLst>
      </pc:sldChg>
      <pc:sldChg chg="delSp mod">
        <pc:chgData name="Cheng, Qiao" userId="a4dc6857-f989-4182-9c48-79c525a30131" providerId="ADAL" clId="{BFAB287F-EDAE-4ECC-B469-228FDCB5230B}" dt="2026-02-28T02:24:32.389" v="503" actId="478"/>
        <pc:sldMkLst>
          <pc:docMk/>
          <pc:sldMk cId="0" sldId="262"/>
        </pc:sldMkLst>
      </pc:sldChg>
      <pc:sldChg chg="delSp mod">
        <pc:chgData name="Cheng, Qiao" userId="a4dc6857-f989-4182-9c48-79c525a30131" providerId="ADAL" clId="{BFAB287F-EDAE-4ECC-B469-228FDCB5230B}" dt="2026-02-28T02:24:33.425" v="504" actId="478"/>
        <pc:sldMkLst>
          <pc:docMk/>
          <pc:sldMk cId="0" sldId="263"/>
        </pc:sldMkLst>
      </pc:sldChg>
      <pc:sldChg chg="delSp mod">
        <pc:chgData name="Cheng, Qiao" userId="a4dc6857-f989-4182-9c48-79c525a30131" providerId="ADAL" clId="{BFAB287F-EDAE-4ECC-B469-228FDCB5230B}" dt="2026-02-28T02:24:34.772" v="505" actId="478"/>
        <pc:sldMkLst>
          <pc:docMk/>
          <pc:sldMk cId="0" sldId="264"/>
        </pc:sldMkLst>
      </pc:sldChg>
      <pc:sldChg chg="delSp mod">
        <pc:chgData name="Cheng, Qiao" userId="a4dc6857-f989-4182-9c48-79c525a30131" providerId="ADAL" clId="{BFAB287F-EDAE-4ECC-B469-228FDCB5230B}" dt="2026-02-28T02:24:35.974" v="506" actId="478"/>
        <pc:sldMkLst>
          <pc:docMk/>
          <pc:sldMk cId="0" sldId="265"/>
        </pc:sldMkLst>
      </pc:sldChg>
      <pc:sldChg chg="delSp mod">
        <pc:chgData name="Cheng, Qiao" userId="a4dc6857-f989-4182-9c48-79c525a30131" providerId="ADAL" clId="{BFAB287F-EDAE-4ECC-B469-228FDCB5230B}" dt="2026-02-28T02:24:37.218" v="507" actId="478"/>
        <pc:sldMkLst>
          <pc:docMk/>
          <pc:sldMk cId="0" sldId="266"/>
        </pc:sldMkLst>
      </pc:sldChg>
      <pc:sldChg chg="delSp mod">
        <pc:chgData name="Cheng, Qiao" userId="a4dc6857-f989-4182-9c48-79c525a30131" providerId="ADAL" clId="{BFAB287F-EDAE-4ECC-B469-228FDCB5230B}" dt="2026-02-28T02:24:38.266" v="508" actId="478"/>
        <pc:sldMkLst>
          <pc:docMk/>
          <pc:sldMk cId="0" sldId="267"/>
        </pc:sldMkLst>
      </pc:sldChg>
      <pc:sldChg chg="delSp mod">
        <pc:chgData name="Cheng, Qiao" userId="a4dc6857-f989-4182-9c48-79c525a30131" providerId="ADAL" clId="{BFAB287F-EDAE-4ECC-B469-228FDCB5230B}" dt="2026-02-28T02:24:39.617" v="509" actId="478"/>
        <pc:sldMkLst>
          <pc:docMk/>
          <pc:sldMk cId="0" sldId="268"/>
        </pc:sldMkLst>
      </pc:sldChg>
      <pc:sldChg chg="delSp mod">
        <pc:chgData name="Cheng, Qiao" userId="a4dc6857-f989-4182-9c48-79c525a30131" providerId="ADAL" clId="{BFAB287F-EDAE-4ECC-B469-228FDCB5230B}" dt="2026-02-28T02:24:40.906" v="510" actId="478"/>
        <pc:sldMkLst>
          <pc:docMk/>
          <pc:sldMk cId="0" sldId="269"/>
        </pc:sldMkLst>
      </pc:sldChg>
      <pc:sldChg chg="delSp mod">
        <pc:chgData name="Cheng, Qiao" userId="a4dc6857-f989-4182-9c48-79c525a30131" providerId="ADAL" clId="{BFAB287F-EDAE-4ECC-B469-228FDCB5230B}" dt="2026-02-28T02:24:42.105" v="511" actId="478"/>
        <pc:sldMkLst>
          <pc:docMk/>
          <pc:sldMk cId="0" sldId="270"/>
        </pc:sldMkLst>
      </pc:sldChg>
      <pc:sldChg chg="delSp mod">
        <pc:chgData name="Cheng, Qiao" userId="a4dc6857-f989-4182-9c48-79c525a30131" providerId="ADAL" clId="{BFAB287F-EDAE-4ECC-B469-228FDCB5230B}" dt="2026-02-28T02:24:43.401" v="512" actId="478"/>
        <pc:sldMkLst>
          <pc:docMk/>
          <pc:sldMk cId="0" sldId="271"/>
        </pc:sldMkLst>
      </pc:sldChg>
      <pc:sldChg chg="delSp mod">
        <pc:chgData name="Cheng, Qiao" userId="a4dc6857-f989-4182-9c48-79c525a30131" providerId="ADAL" clId="{BFAB287F-EDAE-4ECC-B469-228FDCB5230B}" dt="2026-02-28T02:24:44.433" v="513" actId="478"/>
        <pc:sldMkLst>
          <pc:docMk/>
          <pc:sldMk cId="0" sldId="272"/>
        </pc:sldMkLst>
      </pc:sldChg>
      <pc:sldChg chg="delSp mod">
        <pc:chgData name="Cheng, Qiao" userId="a4dc6857-f989-4182-9c48-79c525a30131" providerId="ADAL" clId="{BFAB287F-EDAE-4ECC-B469-228FDCB5230B}" dt="2026-02-28T02:24:45.513" v="514" actId="478"/>
        <pc:sldMkLst>
          <pc:docMk/>
          <pc:sldMk cId="0" sldId="273"/>
        </pc:sldMkLst>
      </pc:sldChg>
      <pc:sldChg chg="delSp mod">
        <pc:chgData name="Cheng, Qiao" userId="a4dc6857-f989-4182-9c48-79c525a30131" providerId="ADAL" clId="{BFAB287F-EDAE-4ECC-B469-228FDCB5230B}" dt="2026-02-28T02:24:46.548" v="515" actId="478"/>
        <pc:sldMkLst>
          <pc:docMk/>
          <pc:sldMk cId="0" sldId="274"/>
        </pc:sldMkLst>
      </pc:sldChg>
      <pc:sldChg chg="delSp mod">
        <pc:chgData name="Cheng, Qiao" userId="a4dc6857-f989-4182-9c48-79c525a30131" providerId="ADAL" clId="{BFAB287F-EDAE-4ECC-B469-228FDCB5230B}" dt="2026-02-28T02:24:47.733" v="516" actId="478"/>
        <pc:sldMkLst>
          <pc:docMk/>
          <pc:sldMk cId="0" sldId="275"/>
        </pc:sldMkLst>
      </pc:sldChg>
      <pc:sldChg chg="delSp mod">
        <pc:chgData name="Cheng, Qiao" userId="a4dc6857-f989-4182-9c48-79c525a30131" providerId="ADAL" clId="{BFAB287F-EDAE-4ECC-B469-228FDCB5230B}" dt="2026-02-28T02:24:48.975" v="517" actId="478"/>
        <pc:sldMkLst>
          <pc:docMk/>
          <pc:sldMk cId="0" sldId="276"/>
        </pc:sldMkLst>
      </pc:sldChg>
      <pc:sldChg chg="delSp mod">
        <pc:chgData name="Cheng, Qiao" userId="a4dc6857-f989-4182-9c48-79c525a30131" providerId="ADAL" clId="{BFAB287F-EDAE-4ECC-B469-228FDCB5230B}" dt="2026-02-28T02:24:50.042" v="518" actId="478"/>
        <pc:sldMkLst>
          <pc:docMk/>
          <pc:sldMk cId="0" sldId="277"/>
        </pc:sldMkLst>
      </pc:sldChg>
      <pc:sldChg chg="delSp mod">
        <pc:chgData name="Cheng, Qiao" userId="a4dc6857-f989-4182-9c48-79c525a30131" providerId="ADAL" clId="{BFAB287F-EDAE-4ECC-B469-228FDCB5230B}" dt="2026-02-28T02:24:51.258" v="519" actId="478"/>
        <pc:sldMkLst>
          <pc:docMk/>
          <pc:sldMk cId="0" sldId="278"/>
        </pc:sldMkLst>
      </pc:sldChg>
      <pc:sldChg chg="delSp mod">
        <pc:chgData name="Cheng, Qiao" userId="a4dc6857-f989-4182-9c48-79c525a30131" providerId="ADAL" clId="{BFAB287F-EDAE-4ECC-B469-228FDCB5230B}" dt="2026-02-28T02:24:52.295" v="520" actId="478"/>
        <pc:sldMkLst>
          <pc:docMk/>
          <pc:sldMk cId="0" sldId="279"/>
        </pc:sldMkLst>
      </pc:sldChg>
      <pc:sldChg chg="delSp mod">
        <pc:chgData name="Cheng, Qiao" userId="a4dc6857-f989-4182-9c48-79c525a30131" providerId="ADAL" clId="{BFAB287F-EDAE-4ECC-B469-228FDCB5230B}" dt="2026-02-28T02:24:53.357" v="521" actId="478"/>
        <pc:sldMkLst>
          <pc:docMk/>
          <pc:sldMk cId="0" sldId="280"/>
        </pc:sldMkLst>
      </pc:sldChg>
      <pc:sldChg chg="delSp mod">
        <pc:chgData name="Cheng, Qiao" userId="a4dc6857-f989-4182-9c48-79c525a30131" providerId="ADAL" clId="{BFAB287F-EDAE-4ECC-B469-228FDCB5230B}" dt="2026-02-28T02:24:54.588" v="522" actId="478"/>
        <pc:sldMkLst>
          <pc:docMk/>
          <pc:sldMk cId="0" sldId="281"/>
        </pc:sldMkLst>
      </pc:sldChg>
      <pc:sldChg chg="delSp mod">
        <pc:chgData name="Cheng, Qiao" userId="a4dc6857-f989-4182-9c48-79c525a30131" providerId="ADAL" clId="{BFAB287F-EDAE-4ECC-B469-228FDCB5230B}" dt="2026-02-28T02:24:55.655" v="523" actId="478"/>
        <pc:sldMkLst>
          <pc:docMk/>
          <pc:sldMk cId="0" sldId="282"/>
        </pc:sldMkLst>
      </pc:sldChg>
      <pc:sldChg chg="delSp mod">
        <pc:chgData name="Cheng, Qiao" userId="a4dc6857-f989-4182-9c48-79c525a30131" providerId="ADAL" clId="{BFAB287F-EDAE-4ECC-B469-228FDCB5230B}" dt="2026-02-28T02:24:56.641" v="524" actId="478"/>
        <pc:sldMkLst>
          <pc:docMk/>
          <pc:sldMk cId="0" sldId="283"/>
        </pc:sldMkLst>
      </pc:sldChg>
      <pc:sldChg chg="delSp mod">
        <pc:chgData name="Cheng, Qiao" userId="a4dc6857-f989-4182-9c48-79c525a30131" providerId="ADAL" clId="{BFAB287F-EDAE-4ECC-B469-228FDCB5230B}" dt="2026-02-28T02:24:57.756" v="525" actId="478"/>
        <pc:sldMkLst>
          <pc:docMk/>
          <pc:sldMk cId="0" sldId="284"/>
        </pc:sldMkLst>
      </pc:sldChg>
      <pc:sldChg chg="delSp mod">
        <pc:chgData name="Cheng, Qiao" userId="a4dc6857-f989-4182-9c48-79c525a30131" providerId="ADAL" clId="{BFAB287F-EDAE-4ECC-B469-228FDCB5230B}" dt="2026-02-28T02:24:58.906" v="526" actId="478"/>
        <pc:sldMkLst>
          <pc:docMk/>
          <pc:sldMk cId="0" sldId="285"/>
        </pc:sldMkLst>
      </pc:sldChg>
      <pc:sldChg chg="delSp mod">
        <pc:chgData name="Cheng, Qiao" userId="a4dc6857-f989-4182-9c48-79c525a30131" providerId="ADAL" clId="{BFAB287F-EDAE-4ECC-B469-228FDCB5230B}" dt="2026-02-28T02:24:59.838" v="527" actId="478"/>
        <pc:sldMkLst>
          <pc:docMk/>
          <pc:sldMk cId="0" sldId="286"/>
        </pc:sldMkLst>
      </pc:sldChg>
      <pc:sldChg chg="delSp mod">
        <pc:chgData name="Cheng, Qiao" userId="a4dc6857-f989-4182-9c48-79c525a30131" providerId="ADAL" clId="{BFAB287F-EDAE-4ECC-B469-228FDCB5230B}" dt="2026-02-28T02:25:00.932" v="528" actId="478"/>
        <pc:sldMkLst>
          <pc:docMk/>
          <pc:sldMk cId="0" sldId="287"/>
        </pc:sldMkLst>
      </pc:sldChg>
      <pc:sldChg chg="delSp mod">
        <pc:chgData name="Cheng, Qiao" userId="a4dc6857-f989-4182-9c48-79c525a30131" providerId="ADAL" clId="{BFAB287F-EDAE-4ECC-B469-228FDCB5230B}" dt="2026-02-28T02:25:01.998" v="529" actId="478"/>
        <pc:sldMkLst>
          <pc:docMk/>
          <pc:sldMk cId="0" sldId="288"/>
        </pc:sldMkLst>
      </pc:sldChg>
      <pc:sldChg chg="delSp mod">
        <pc:chgData name="Cheng, Qiao" userId="a4dc6857-f989-4182-9c48-79c525a30131" providerId="ADAL" clId="{BFAB287F-EDAE-4ECC-B469-228FDCB5230B}" dt="2026-02-28T02:25:03.605" v="530" actId="478"/>
        <pc:sldMkLst>
          <pc:docMk/>
          <pc:sldMk cId="0" sldId="289"/>
        </pc:sldMkLst>
      </pc:sldChg>
      <pc:sldChg chg="delSp mod">
        <pc:chgData name="Cheng, Qiao" userId="a4dc6857-f989-4182-9c48-79c525a30131" providerId="ADAL" clId="{BFAB287F-EDAE-4ECC-B469-228FDCB5230B}" dt="2026-02-28T02:25:04.671" v="531" actId="478"/>
        <pc:sldMkLst>
          <pc:docMk/>
          <pc:sldMk cId="0" sldId="290"/>
        </pc:sldMkLst>
      </pc:sldChg>
      <pc:sldChg chg="delSp mod">
        <pc:chgData name="Cheng, Qiao" userId="a4dc6857-f989-4182-9c48-79c525a30131" providerId="ADAL" clId="{BFAB287F-EDAE-4ECC-B469-228FDCB5230B}" dt="2026-02-28T02:25:05.748" v="532" actId="478"/>
        <pc:sldMkLst>
          <pc:docMk/>
          <pc:sldMk cId="0" sldId="291"/>
        </pc:sldMkLst>
      </pc:sldChg>
      <pc:sldChg chg="delSp mod">
        <pc:chgData name="Cheng, Qiao" userId="a4dc6857-f989-4182-9c48-79c525a30131" providerId="ADAL" clId="{BFAB287F-EDAE-4ECC-B469-228FDCB5230B}" dt="2026-02-28T02:25:07.079" v="533" actId="478"/>
        <pc:sldMkLst>
          <pc:docMk/>
          <pc:sldMk cId="0" sldId="292"/>
        </pc:sldMkLst>
      </pc:sldChg>
      <pc:sldChg chg="delSp mod">
        <pc:chgData name="Cheng, Qiao" userId="a4dc6857-f989-4182-9c48-79c525a30131" providerId="ADAL" clId="{BFAB287F-EDAE-4ECC-B469-228FDCB5230B}" dt="2026-02-28T02:25:08.115" v="534" actId="478"/>
        <pc:sldMkLst>
          <pc:docMk/>
          <pc:sldMk cId="0" sldId="293"/>
        </pc:sldMkLst>
      </pc:sldChg>
      <pc:sldChg chg="delSp mod">
        <pc:chgData name="Cheng, Qiao" userId="a4dc6857-f989-4182-9c48-79c525a30131" providerId="ADAL" clId="{BFAB287F-EDAE-4ECC-B469-228FDCB5230B}" dt="2026-02-28T02:25:09.166" v="535" actId="478"/>
        <pc:sldMkLst>
          <pc:docMk/>
          <pc:sldMk cId="0" sldId="294"/>
        </pc:sldMkLst>
      </pc:sldChg>
      <pc:sldChg chg="delSp add mod">
        <pc:chgData name="Cheng, Qiao" userId="a4dc6857-f989-4182-9c48-79c525a30131" providerId="ADAL" clId="{BFAB287F-EDAE-4ECC-B469-228FDCB5230B}" dt="2026-02-28T02:24:23.827" v="497" actId="478"/>
        <pc:sldMkLst>
          <pc:docMk/>
          <pc:sldMk cId="26293359" sldId="295"/>
        </pc:sldMkLst>
      </pc:sldChg>
      <pc:sldChg chg="delSp add mod">
        <pc:chgData name="Cheng, Qiao" userId="a4dc6857-f989-4182-9c48-79c525a30131" providerId="ADAL" clId="{BFAB287F-EDAE-4ECC-B469-228FDCB5230B}" dt="2026-02-28T02:24:25.605" v="498" actId="478"/>
        <pc:sldMkLst>
          <pc:docMk/>
          <pc:sldMk cId="2999437036" sldId="296"/>
        </pc:sldMkLst>
      </pc:sldChg>
      <pc:sldChg chg="addSp delSp modSp add mod ord">
        <pc:chgData name="Cheng, Qiao" userId="a4dc6857-f989-4182-9c48-79c525a30131" providerId="ADAL" clId="{BFAB287F-EDAE-4ECC-B469-228FDCB5230B}" dt="2026-03-02T03:03:35.421" v="546" actId="12"/>
        <pc:sldMkLst>
          <pc:docMk/>
          <pc:sldMk cId="1163245584" sldId="297"/>
        </pc:sldMkLst>
        <pc:spChg chg="mod">
          <ac:chgData name="Cheng, Qiao" userId="a4dc6857-f989-4182-9c48-79c525a30131" providerId="ADAL" clId="{BFAB287F-EDAE-4ECC-B469-228FDCB5230B}" dt="2026-02-27T14:02:15.512" v="177" actId="20577"/>
          <ac:spMkLst>
            <pc:docMk/>
            <pc:sldMk cId="1163245584" sldId="297"/>
            <ac:spMk id="2" creationId="{70961753-5C53-42CD-F45D-C27FB42F2CAF}"/>
          </ac:spMkLst>
        </pc:spChg>
        <pc:spChg chg="add mod">
          <ac:chgData name="Cheng, Qiao" userId="a4dc6857-f989-4182-9c48-79c525a30131" providerId="ADAL" clId="{BFAB287F-EDAE-4ECC-B469-228FDCB5230B}" dt="2026-03-02T03:03:35.421" v="546" actId="12"/>
          <ac:spMkLst>
            <pc:docMk/>
            <pc:sldMk cId="1163245584" sldId="297"/>
            <ac:spMk id="4" creationId="{80BC1CD7-F42C-5151-5CAC-E0AD385D703D}"/>
          </ac:spMkLst>
        </pc:spChg>
        <pc:spChg chg="add mod">
          <ac:chgData name="Cheng, Qiao" userId="a4dc6857-f989-4182-9c48-79c525a30131" providerId="ADAL" clId="{BFAB287F-EDAE-4ECC-B469-228FDCB5230B}" dt="2026-02-28T02:24:17.077" v="493"/>
          <ac:spMkLst>
            <pc:docMk/>
            <pc:sldMk cId="1163245584" sldId="297"/>
            <ac:spMk id="6" creationId="{E507A78A-90C7-CD3B-E84F-85AFD453DB47}"/>
          </ac:spMkLst>
        </pc:spChg>
      </pc:sldChg>
      <pc:sldChg chg="addSp delSp modSp add mod">
        <pc:chgData name="Cheng, Qiao" userId="a4dc6857-f989-4182-9c48-79c525a30131" providerId="ADAL" clId="{BFAB287F-EDAE-4ECC-B469-228FDCB5230B}" dt="2026-02-28T02:24:19.790" v="495"/>
        <pc:sldMkLst>
          <pc:docMk/>
          <pc:sldMk cId="691050004" sldId="298"/>
        </pc:sldMkLst>
        <pc:spChg chg="mod">
          <ac:chgData name="Cheng, Qiao" userId="a4dc6857-f989-4182-9c48-79c525a30131" providerId="ADAL" clId="{BFAB287F-EDAE-4ECC-B469-228FDCB5230B}" dt="2026-02-27T14:02:34.250" v="190" actId="20577"/>
          <ac:spMkLst>
            <pc:docMk/>
            <pc:sldMk cId="691050004" sldId="298"/>
            <ac:spMk id="2" creationId="{2CEB6A04-3D6D-F288-B289-D5437D982324}"/>
          </ac:spMkLst>
        </pc:spChg>
        <pc:spChg chg="add mod">
          <ac:chgData name="Cheng, Qiao" userId="a4dc6857-f989-4182-9c48-79c525a30131" providerId="ADAL" clId="{BFAB287F-EDAE-4ECC-B469-228FDCB5230B}" dt="2026-02-27T14:44:43.697" v="428" actId="403"/>
          <ac:spMkLst>
            <pc:docMk/>
            <pc:sldMk cId="691050004" sldId="298"/>
            <ac:spMk id="4" creationId="{9B4AD91B-1BB7-90AF-2C01-92A26F1D7975}"/>
          </ac:spMkLst>
        </pc:spChg>
        <pc:spChg chg="add mod">
          <ac:chgData name="Cheng, Qiao" userId="a4dc6857-f989-4182-9c48-79c525a30131" providerId="ADAL" clId="{BFAB287F-EDAE-4ECC-B469-228FDCB5230B}" dt="2026-02-28T02:24:19.790" v="495"/>
          <ac:spMkLst>
            <pc:docMk/>
            <pc:sldMk cId="691050004" sldId="298"/>
            <ac:spMk id="6" creationId="{4DA01A7D-63CB-AD49-2018-C83C05AFC99D}"/>
          </ac:spMkLst>
        </pc:spChg>
      </pc:sldChg>
      <pc:sldChg chg="addSp delSp modSp add mod">
        <pc:chgData name="Cheng, Qiao" userId="a4dc6857-f989-4182-9c48-79c525a30131" providerId="ADAL" clId="{BFAB287F-EDAE-4ECC-B469-228FDCB5230B}" dt="2026-02-28T02:24:18.624" v="494"/>
        <pc:sldMkLst>
          <pc:docMk/>
          <pc:sldMk cId="981077819" sldId="299"/>
        </pc:sldMkLst>
        <pc:spChg chg="mod">
          <ac:chgData name="Cheng, Qiao" userId="a4dc6857-f989-4182-9c48-79c525a30131" providerId="ADAL" clId="{BFAB287F-EDAE-4ECC-B469-228FDCB5230B}" dt="2026-02-27T14:03:20.017" v="200" actId="20577"/>
          <ac:spMkLst>
            <pc:docMk/>
            <pc:sldMk cId="981077819" sldId="299"/>
            <ac:spMk id="2" creationId="{14326903-480A-D916-2937-E7B51898225A}"/>
          </ac:spMkLst>
        </pc:spChg>
        <pc:spChg chg="add mod">
          <ac:chgData name="Cheng, Qiao" userId="a4dc6857-f989-4182-9c48-79c525a30131" providerId="ADAL" clId="{BFAB287F-EDAE-4ECC-B469-228FDCB5230B}" dt="2026-02-27T14:44:47.148" v="429" actId="403"/>
          <ac:spMkLst>
            <pc:docMk/>
            <pc:sldMk cId="981077819" sldId="299"/>
            <ac:spMk id="4" creationId="{4D1D1462-FF96-356C-F794-4C8D9AE2933A}"/>
          </ac:spMkLst>
        </pc:spChg>
        <pc:spChg chg="add mod">
          <ac:chgData name="Cheng, Qiao" userId="a4dc6857-f989-4182-9c48-79c525a30131" providerId="ADAL" clId="{BFAB287F-EDAE-4ECC-B469-228FDCB5230B}" dt="2026-02-28T02:24:18.624" v="494"/>
          <ac:spMkLst>
            <pc:docMk/>
            <pc:sldMk cId="981077819" sldId="299"/>
            <ac:spMk id="6" creationId="{2D3C0BC2-8A1F-87A0-5286-C36484CBCDF3}"/>
          </ac:spMkLst>
        </pc:spChg>
      </pc:sldChg>
      <pc:sldChg chg="addSp modSp add mod">
        <pc:chgData name="Cheng, Qiao" userId="a4dc6857-f989-4182-9c48-79c525a30131" providerId="ADAL" clId="{BFAB287F-EDAE-4ECC-B469-228FDCB5230B}" dt="2026-02-28T02:24:20.665" v="496"/>
        <pc:sldMkLst>
          <pc:docMk/>
          <pc:sldMk cId="1324291983" sldId="300"/>
        </pc:sldMkLst>
        <pc:spChg chg="mod">
          <ac:chgData name="Cheng, Qiao" userId="a4dc6857-f989-4182-9c48-79c525a30131" providerId="ADAL" clId="{BFAB287F-EDAE-4ECC-B469-228FDCB5230B}" dt="2026-02-27T14:42:09.256" v="396"/>
          <ac:spMkLst>
            <pc:docMk/>
            <pc:sldMk cId="1324291983" sldId="300"/>
            <ac:spMk id="2" creationId="{E9A5E257-3287-45CD-0641-194DFFF552D1}"/>
          </ac:spMkLst>
        </pc:spChg>
        <pc:spChg chg="add mod">
          <ac:chgData name="Cheng, Qiao" userId="a4dc6857-f989-4182-9c48-79c525a30131" providerId="ADAL" clId="{BFAB287F-EDAE-4ECC-B469-228FDCB5230B}" dt="2026-02-28T02:24:20.665" v="496"/>
          <ac:spMkLst>
            <pc:docMk/>
            <pc:sldMk cId="1324291983" sldId="300"/>
            <ac:spMk id="3" creationId="{5D60BD54-E6D2-CDBE-A6F6-C0B35135CD25}"/>
          </ac:spMkLst>
        </pc:spChg>
        <pc:spChg chg="mod">
          <ac:chgData name="Cheng, Qiao" userId="a4dc6857-f989-4182-9c48-79c525a30131" providerId="ADAL" clId="{BFAB287F-EDAE-4ECC-B469-228FDCB5230B}" dt="2026-02-27T14:44:38.141" v="427" actId="1076"/>
          <ac:spMkLst>
            <pc:docMk/>
            <pc:sldMk cId="1324291983" sldId="300"/>
            <ac:spMk id="4" creationId="{53FCD627-828E-375B-55DD-2AB90D8F06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2D45B-C64C-4897-8F93-518CCBC828C0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38BDF7-BEB2-4F74-986C-9851B7428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49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473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726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221F-7BD2-C8C0-E062-67695BAA3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95B05-039F-329D-925F-D040DFF09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B5C12-8134-AC36-EBA3-E8A883256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0E6CC-6CE1-742B-1BF5-38FBD734B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43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9A1D-92A0-B756-ECDF-503336352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46840-8DD6-4CA4-3169-FC3196595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112D5-90B7-6872-85DC-67CE7DFF1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EDA53-4E34-2280-1E20-1073288F7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548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B167D-DE1A-2E1B-EB3D-A3EB5961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F1076-DFDD-30DE-F5F4-411E6C212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AF0DE-531B-3D6B-095A-0E5EB2794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E662E-71DF-3C7B-D850-4933818F0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475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7A6D-0EBF-98B6-2A45-037A394C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3F4C8-D534-0FCC-D472-6769E5023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05EC9-F4CA-F7FA-4865-80D3DF2B5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5A65A-4D20-8A6F-D028-B8C8DDB85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528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762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774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097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312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755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4777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345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8577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195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4770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9465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144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5298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3591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8622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419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6100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9386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374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4149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1563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8BDF7-BEB2-4F74-986C-9851B7428080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96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303021"/>
            <a:ext cx="189738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8C269-9D43-4E31-BEF1-810BC0953FE1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78592-6510-4CE2-996C-4CF47F58E1C6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24F5E-FA2D-4513-B4C1-C959D8565036}" type="datetime1">
              <a:rPr lang="en-US" smtClean="0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1E14A-E3D2-4D02-B39D-0C6F11B7A920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29A7C-19E7-482E-841D-2149DC5878FE}" type="datetime1">
              <a:rPr lang="en-US" smtClean="0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0"/>
                </a:moveTo>
                <a:lnTo>
                  <a:pt x="0" y="0"/>
                </a:lnTo>
                <a:lnTo>
                  <a:pt x="0" y="457199"/>
                </a:lnTo>
                <a:lnTo>
                  <a:pt x="9144000" y="457199"/>
                </a:lnTo>
                <a:lnTo>
                  <a:pt x="914400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540" y="58623"/>
            <a:ext cx="7329805" cy="1002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171003"/>
            <a:ext cx="8141334" cy="4283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9982" y="6522062"/>
            <a:ext cx="5337175" cy="22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428FF-D8AE-4A8C-BCD8-0E427EFB7208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12885" y="6522062"/>
            <a:ext cx="262254" cy="22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qiao.cheng@lancaster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2521" y="5029200"/>
            <a:ext cx="7924800" cy="82907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Arial MT"/>
              </a:rPr>
              <a:t>Dr Qiao Cheng</a:t>
            </a:r>
          </a:p>
          <a:p>
            <a:pPr>
              <a:spcBef>
                <a:spcPts val="600"/>
              </a:spcBef>
            </a:pPr>
            <a:r>
              <a:rPr lang="en-US" sz="2400" dirty="0" err="1">
                <a:solidFill>
                  <a:srgbClr val="000000"/>
                </a:solidFill>
                <a:latin typeface="Arial MT"/>
                <a:hlinkClick r:id="rId3"/>
              </a:rPr>
              <a:t>qiao.cheng</a:t>
            </a:r>
            <a:r>
              <a:rPr lang="en-GB" sz="2400" dirty="0">
                <a:solidFill>
                  <a:srgbClr val="000000"/>
                </a:solidFill>
                <a:latin typeface="Arial MT"/>
                <a:hlinkClick r:id="rId3"/>
              </a:rPr>
              <a:t>@</a:t>
            </a:r>
            <a:r>
              <a:rPr lang="en-US" altLang="zh-CN" sz="2400" dirty="0">
                <a:solidFill>
                  <a:srgbClr val="000000"/>
                </a:solidFill>
                <a:latin typeface="Arial MT"/>
                <a:hlinkClick r:id="rId3"/>
              </a:rPr>
              <a:t>lancaster.ac.uk</a:t>
            </a:r>
            <a:endParaRPr lang="en-US" altLang="zh-CN" sz="2400" dirty="0">
              <a:solidFill>
                <a:srgbClr val="000000"/>
              </a:solidFill>
              <a:latin typeface="Arial MT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A6AA23-76EC-53C0-A5B4-3269E4BBD536}"/>
              </a:ext>
            </a:extLst>
          </p:cNvPr>
          <p:cNvSpPr txBox="1"/>
          <p:nvPr/>
        </p:nvSpPr>
        <p:spPr>
          <a:xfrm>
            <a:off x="322521" y="1752600"/>
            <a:ext cx="8534400" cy="2583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4000" dirty="0">
                <a:solidFill>
                  <a:srgbClr val="000000"/>
                </a:solidFill>
                <a:latin typeface="Arial MT"/>
              </a:rPr>
              <a:t>CNSCC406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solidFill>
                  <a:srgbClr val="000000"/>
                </a:solidFill>
                <a:latin typeface="Arial MT"/>
              </a:rPr>
              <a:t>Broadband Communications</a:t>
            </a:r>
          </a:p>
          <a:p>
            <a:pPr>
              <a:spcBef>
                <a:spcPts val="600"/>
              </a:spcBef>
            </a:pPr>
            <a:endParaRPr lang="en-US" sz="4000" dirty="0">
              <a:solidFill>
                <a:srgbClr val="000000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3200" dirty="0">
                <a:solidFill>
                  <a:srgbClr val="000000"/>
                </a:solidFill>
                <a:latin typeface="Arial MT"/>
              </a:rPr>
              <a:t>Lecture 1 Introduction and wireless challenges</a:t>
            </a:r>
            <a:endParaRPr lang="en-US" sz="3200" dirty="0">
              <a:solidFill>
                <a:srgbClr val="000000"/>
              </a:solidFill>
              <a:latin typeface="Arial M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E8B516-37A3-3192-F654-25B189B409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1</a:t>
            </a:fld>
            <a:endParaRPr lang="en-GB" spc="-25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99BD3-636F-4CA4-355F-454840D843C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179983" y="6522062"/>
            <a:ext cx="3392017" cy="225425"/>
          </a:xfrm>
        </p:spPr>
        <p:txBody>
          <a:bodyPr/>
          <a:lstStyle/>
          <a:p>
            <a:pPr marL="12700">
              <a:lnSpc>
                <a:spcPts val="1655"/>
              </a:lnSpc>
            </a:pPr>
            <a:r>
              <a:rPr lang="en-GB" dirty="0"/>
              <a:t>CNSCC.406 Broadband Communications</a:t>
            </a:r>
            <a:endParaRPr lang="en-GB" spc="-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58623"/>
            <a:ext cx="7329805" cy="752051"/>
          </a:xfrm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/>
              <a:t>Suggested reading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18893" y="1828800"/>
            <a:ext cx="5712460" cy="256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000" b="1" dirty="0">
                <a:latin typeface="Arial MT"/>
                <a:cs typeface="Arial MT"/>
              </a:rPr>
              <a:t>WIRELESS COMMUNICATIONS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000" b="1" dirty="0">
                <a:latin typeface="Arial MT"/>
                <a:cs typeface="Arial MT"/>
              </a:rPr>
              <a:t>From Fundamentals to Beyond 5G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000" dirty="0">
                <a:latin typeface="Arial MT"/>
                <a:cs typeface="Arial MT"/>
              </a:rPr>
              <a:t>Third Edition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000" dirty="0">
                <a:latin typeface="Arial MT"/>
                <a:cs typeface="Arial MT"/>
              </a:rPr>
              <a:t>Andreas F. Molisch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GB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GB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000" b="1" dirty="0">
                <a:latin typeface="Arial MT"/>
                <a:cs typeface="Arial MT"/>
              </a:rPr>
              <a:t>WIRELESS COMMUNICATIONS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000" dirty="0">
                <a:latin typeface="Arial MT"/>
                <a:cs typeface="Arial MT"/>
              </a:rPr>
              <a:t>Andrea Goldsmith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84E7EE-96A8-AD43-077A-9E44F2DDD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353" y="1485301"/>
            <a:ext cx="2363983" cy="3059445"/>
          </a:xfrm>
          <a:prstGeom prst="rect">
            <a:avLst/>
          </a:prstGeom>
        </p:spPr>
      </p:pic>
      <p:sp>
        <p:nvSpPr>
          <p:cNvPr id="8" name="Star: 5 Points 7">
            <a:extLst>
              <a:ext uri="{FF2B5EF4-FFF2-40B4-BE49-F238E27FC236}">
                <a16:creationId xmlns:a16="http://schemas.microsoft.com/office/drawing/2014/main" id="{439394A0-6A90-7881-0E68-A4784AB62F3C}"/>
              </a:ext>
            </a:extLst>
          </p:cNvPr>
          <p:cNvSpPr/>
          <p:nvPr/>
        </p:nvSpPr>
        <p:spPr>
          <a:xfrm>
            <a:off x="294738" y="1905000"/>
            <a:ext cx="304800" cy="3048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9F94A-F75F-BB9D-9D0C-D88516CAF5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2</a:t>
            </a:fld>
            <a:endParaRPr lang="en-GB" spc="-2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32E62-DF73-42F1-63F5-D8B21221359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0875-C31F-DA55-9640-F547DFB1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961753-5C53-42CD-F45D-C27FB42F2C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3540" y="58623"/>
            <a:ext cx="7329805" cy="752051"/>
          </a:xfrm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/>
              <a:t>Breakdown of the content</a:t>
            </a:r>
            <a:endParaRPr spc="-1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0BC1CD7-F42C-5151-5CAC-E0AD385D703D}"/>
              </a:ext>
            </a:extLst>
          </p:cNvPr>
          <p:cNvSpPr txBox="1"/>
          <p:nvPr/>
        </p:nvSpPr>
        <p:spPr>
          <a:xfrm>
            <a:off x="533400" y="1447800"/>
            <a:ext cx="7086600" cy="420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Introduction and wireless challenges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Wireless System Design Overview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Propagation Effects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Antenna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Statistical Modelling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Wideband Channels &amp; Channel Modelling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Digital Modulation and Demodulation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Diversity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Equalization &amp; OFDM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MIMO Systems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4G, 5G NR &amp; Emerging B5G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A81125-D394-B1A5-967C-CC4975DC38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3</a:t>
            </a:fld>
            <a:endParaRPr lang="en-GB" spc="-25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28236E-13CD-2779-88AA-E743F00716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</p:spTree>
    <p:extLst>
      <p:ext uri="{BB962C8B-B14F-4D97-AF65-F5344CB8AC3E}">
        <p14:creationId xmlns:p14="http://schemas.microsoft.com/office/powerpoint/2010/main" val="1163245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A84C2-40A4-7BEF-DA7B-3BF80026D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326903-480A-D916-2937-E7B5189822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3540" y="58623"/>
            <a:ext cx="7329805" cy="752051"/>
          </a:xfrm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/>
              <a:t>Timetable</a:t>
            </a:r>
            <a:endParaRPr spc="-1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D1D1462-FF96-356C-F794-4C8D9AE2933A}"/>
              </a:ext>
            </a:extLst>
          </p:cNvPr>
          <p:cNvSpPr txBox="1"/>
          <p:nvPr/>
        </p:nvSpPr>
        <p:spPr>
          <a:xfrm>
            <a:off x="457200" y="1981200"/>
            <a:ext cx="5712460" cy="1910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b="1" dirty="0">
                <a:latin typeface="Arial MT"/>
                <a:cs typeface="Arial MT"/>
              </a:rPr>
              <a:t>12 Lectures </a:t>
            </a:r>
            <a:r>
              <a:rPr lang="en-GB" sz="2400" dirty="0">
                <a:latin typeface="Arial MT"/>
                <a:cs typeface="Arial MT"/>
              </a:rPr>
              <a:t>from week 1 to week 12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endParaRPr lang="en-GB" sz="2400" b="1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b="1" dirty="0">
                <a:latin typeface="Arial MT"/>
                <a:cs typeface="Arial MT"/>
              </a:rPr>
              <a:t>8 Labs </a:t>
            </a:r>
            <a:r>
              <a:rPr lang="en-GB" sz="2400" dirty="0">
                <a:latin typeface="Arial MT"/>
                <a:cs typeface="Arial MT"/>
              </a:rPr>
              <a:t>at week 1-2, 4-5, 7-8 and 10-11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endParaRPr lang="en-GB"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b="1" dirty="0">
                <a:latin typeface="Arial MT"/>
                <a:cs typeface="Arial MT"/>
              </a:rPr>
              <a:t>4 Tutorials </a:t>
            </a:r>
            <a:r>
              <a:rPr lang="en-GB" sz="2400" dirty="0">
                <a:latin typeface="Arial MT"/>
                <a:cs typeface="Arial MT"/>
              </a:rPr>
              <a:t>at week 3, 6, 9 and 12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E9B334-232F-CC32-E5C3-85AB20E09B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4</a:t>
            </a:fld>
            <a:endParaRPr lang="en-GB" spc="-25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A48534-D6EF-FD06-D1E8-82D678DF9FD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</p:spTree>
    <p:extLst>
      <p:ext uri="{BB962C8B-B14F-4D97-AF65-F5344CB8AC3E}">
        <p14:creationId xmlns:p14="http://schemas.microsoft.com/office/powerpoint/2010/main" val="981077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8DD77-4803-44C1-C15D-74FF0B72B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EB6A04-3D6D-F288-B289-D5437D9823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3540" y="58623"/>
            <a:ext cx="7329805" cy="752051"/>
          </a:xfrm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/>
              <a:t>Assessment</a:t>
            </a:r>
            <a:endParaRPr spc="-1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B4AD91B-1BB7-90AF-2C01-92A26F1D7975}"/>
              </a:ext>
            </a:extLst>
          </p:cNvPr>
          <p:cNvSpPr txBox="1"/>
          <p:nvPr/>
        </p:nvSpPr>
        <p:spPr>
          <a:xfrm>
            <a:off x="457200" y="1752600"/>
            <a:ext cx="7543800" cy="41780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b="1" dirty="0">
                <a:latin typeface="Arial MT"/>
                <a:cs typeface="Arial MT"/>
              </a:rPr>
              <a:t>Coursework – 40%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Coursework is submitted online and checked for plagiarism automatically.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GB" sz="2400" b="1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b="1" dirty="0">
                <a:latin typeface="Arial MT"/>
                <a:cs typeface="Arial MT"/>
              </a:rPr>
              <a:t>Exam – 60%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3 Questions, 25 marks each.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Attempt any 2 out of 3 questions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Please remember to write your name, student ID and Question Number on your answer sheets.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Total duration of exam will be 2 hours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GB" sz="2400" dirty="0">
              <a:latin typeface="Arial MT"/>
              <a:cs typeface="Arial M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427AA-ABD2-9B7C-9FE0-89A57CB606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5</a:t>
            </a:fld>
            <a:endParaRPr lang="en-GB" spc="-25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D82C1E-83DB-97BD-1FEA-B8A09C3BC1F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</p:spTree>
    <p:extLst>
      <p:ext uri="{BB962C8B-B14F-4D97-AF65-F5344CB8AC3E}">
        <p14:creationId xmlns:p14="http://schemas.microsoft.com/office/powerpoint/2010/main" val="69105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C5747-E405-C96C-9E02-9B569648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9A5E257-3287-45CD-0641-194DFFF552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3540" y="58623"/>
            <a:ext cx="7329805" cy="752051"/>
          </a:xfrm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/>
              <a:t>Plagiarism</a:t>
            </a:r>
            <a:endParaRPr spc="-1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3FCD627-828E-375B-55DD-2AB90D8F06D5}"/>
              </a:ext>
            </a:extLst>
          </p:cNvPr>
          <p:cNvSpPr txBox="1"/>
          <p:nvPr/>
        </p:nvSpPr>
        <p:spPr>
          <a:xfrm>
            <a:off x="297720" y="1752600"/>
            <a:ext cx="8417939" cy="42575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b="1" dirty="0">
                <a:latin typeface="Arial MT"/>
                <a:cs typeface="Arial MT"/>
              </a:rPr>
              <a:t>Passing off someone else’s work as your own, including:</a:t>
            </a:r>
          </a:p>
          <a:p>
            <a:pPr marL="828000" lvl="6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Submitting (e.g.) code that someone else wrote</a:t>
            </a:r>
          </a:p>
          <a:p>
            <a:pPr marL="828000" lvl="6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Paying for someone else to do it for you</a:t>
            </a:r>
          </a:p>
          <a:p>
            <a:pPr marL="828000" lvl="6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Working on a piece of non-group work together as a group, and submitting it as individual work</a:t>
            </a:r>
          </a:p>
          <a:p>
            <a:pPr marL="828000" lvl="6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r>
              <a:rPr lang="en-GB" sz="2400" dirty="0">
                <a:latin typeface="Arial MT"/>
                <a:cs typeface="Arial MT"/>
              </a:rPr>
              <a:t>Sharing of code that you then possibly adapt</a:t>
            </a:r>
          </a:p>
          <a:p>
            <a:pPr marL="828000" lvl="6" indent="-342900"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354965" algn="l"/>
              </a:tabLst>
            </a:pPr>
            <a:endParaRPr lang="en-GB"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GB" sz="2400" b="1" dirty="0">
                <a:latin typeface="Arial MT"/>
                <a:cs typeface="Arial MT"/>
              </a:rPr>
              <a:t>If you give someone else your work, you can also be called in for plagiarism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endParaRPr lang="en-GB" sz="2000" dirty="0">
              <a:latin typeface="Arial MT"/>
              <a:cs typeface="Arial M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2D71C-1DF3-E654-60CE-CCF6ADAE0F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6</a:t>
            </a:fld>
            <a:endParaRPr lang="en-GB" spc="-25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3517519-5AF5-2489-2858-5EADF9A564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</p:spTree>
    <p:extLst>
      <p:ext uri="{BB962C8B-B14F-4D97-AF65-F5344CB8AC3E}">
        <p14:creationId xmlns:p14="http://schemas.microsoft.com/office/powerpoint/2010/main" val="132429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477A2-96B1-4FAE-BCD2-B0B89521A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CC1E83-8444-3EED-64D4-096AC9009B4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Chapter</a:t>
            </a:r>
            <a:r>
              <a:rPr spc="-80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15BDEBE-9E96-9C27-26C2-695B888CBC9D}"/>
              </a:ext>
            </a:extLst>
          </p:cNvPr>
          <p:cNvSpPr txBox="1"/>
          <p:nvPr/>
        </p:nvSpPr>
        <p:spPr>
          <a:xfrm>
            <a:off x="3135629" y="2847213"/>
            <a:ext cx="29476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latin typeface="Arial MT"/>
                <a:cs typeface="Arial MT"/>
              </a:rPr>
              <a:t>Introduction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34FDC-34DD-4A68-8E94-3E3759CD221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1BEF5-B461-F816-2B03-BC0A9E2935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7</a:t>
            </a:fld>
            <a:endParaRPr lang="en-GB" spc="-25" dirty="0"/>
          </a:p>
        </p:txBody>
      </p:sp>
    </p:spTree>
    <p:extLst>
      <p:ext uri="{BB962C8B-B14F-4D97-AF65-F5344CB8AC3E}">
        <p14:creationId xmlns:p14="http://schemas.microsoft.com/office/powerpoint/2010/main" val="26293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2A5E5-13CA-CCAF-5634-FE5B9A048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3D4AD7-722E-9090-778A-3298268CBE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926032F-E443-2E3A-7BF9-8B1A73EDD03B}"/>
              </a:ext>
            </a:extLst>
          </p:cNvPr>
          <p:cNvSpPr txBox="1"/>
          <p:nvPr/>
        </p:nvSpPr>
        <p:spPr>
          <a:xfrm>
            <a:off x="383540" y="1684146"/>
            <a:ext cx="4318635" cy="302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History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wireless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Classifications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Requirements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services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Social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economic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aspects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304EE-1940-29F6-9CF3-A7AE38CA095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38DBD-FD87-FA8D-F54F-C71554B1DC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8</a:t>
            </a:fld>
            <a:endParaRPr lang="en-GB" spc="-25" dirty="0"/>
          </a:p>
        </p:txBody>
      </p:sp>
    </p:spTree>
    <p:extLst>
      <p:ext uri="{BB962C8B-B14F-4D97-AF65-F5344CB8AC3E}">
        <p14:creationId xmlns:p14="http://schemas.microsoft.com/office/powerpoint/2010/main" val="2999437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0145" y="2917316"/>
            <a:ext cx="5285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Arial MT"/>
                <a:cs typeface="Arial MT"/>
              </a:rPr>
              <a:t>HISTORY</a:t>
            </a:r>
            <a:r>
              <a:rPr sz="3600" b="0" spc="-1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b="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36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Arial MT"/>
                <a:cs typeface="Arial MT"/>
              </a:rPr>
              <a:t>WIRELESS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785B3-D8C1-750B-55E6-D1CE262393C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46B9EE-966B-DB86-0746-D21C3A78D6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9</a:t>
            </a:fld>
            <a:endParaRPr lang="en-GB"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History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wireless</a:t>
            </a:r>
            <a:r>
              <a:rPr spc="-4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71003"/>
            <a:ext cx="7585075" cy="419735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Maxwell: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theory</a:t>
            </a:r>
            <a:endParaRPr sz="240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Hertz: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fundamental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experiments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confirming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Maxwell’s theory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20" dirty="0">
                <a:latin typeface="Arial MT"/>
                <a:cs typeface="Arial MT"/>
              </a:rPr>
              <a:t>1890-</a:t>
            </a:r>
            <a:r>
              <a:rPr sz="2400" dirty="0">
                <a:latin typeface="Arial MT"/>
                <a:cs typeface="Arial MT"/>
              </a:rPr>
              <a:t>1905: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experiments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wireless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information</a:t>
            </a:r>
            <a:endParaRPr sz="2400" dirty="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transmission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Tesla,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Bose,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Marconi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spc="-25" dirty="0">
                <a:latin typeface="Arial MT"/>
                <a:cs typeface="Arial MT"/>
              </a:rPr>
              <a:t>1905-</a:t>
            </a:r>
            <a:r>
              <a:rPr sz="2400" dirty="0">
                <a:latin typeface="Arial MT"/>
                <a:cs typeface="Arial MT"/>
              </a:rPr>
              <a:t>1946: First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systems: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1947/1948: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fundamental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information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theory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90BBD-3A47-479A-89B7-F8A392E73D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CCD26-18D2-6644-A7D6-01D5B624ED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10</a:t>
            </a:fld>
            <a:endParaRPr lang="en-GB"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History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wireless</a:t>
            </a:r>
            <a:r>
              <a:rPr spc="-4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71003"/>
            <a:ext cx="8281034" cy="46742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Development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cellular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telephony: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1950s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1980s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Cellular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systems</a:t>
            </a:r>
            <a:endParaRPr sz="2400" dirty="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GSM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(Global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Mobile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communications)</a:t>
            </a:r>
            <a:endParaRPr sz="2000" dirty="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439"/>
              </a:spcBef>
              <a:buChar char="•"/>
              <a:tabLst>
                <a:tab pos="1155700" algn="l"/>
              </a:tabLst>
            </a:pPr>
            <a:r>
              <a:rPr sz="1800" dirty="0">
                <a:latin typeface="Arial MT"/>
                <a:cs typeface="Arial MT"/>
              </a:rPr>
              <a:t>First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deployment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early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1990s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Europe</a:t>
            </a:r>
            <a:endParaRPr sz="1800" dirty="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430"/>
              </a:spcBef>
              <a:buChar char="•"/>
              <a:tabLst>
                <a:tab pos="1155700" algn="l"/>
              </a:tabLst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2005,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billion </a:t>
            </a:r>
            <a:r>
              <a:rPr sz="1800" spc="-10" dirty="0">
                <a:latin typeface="Arial MT"/>
                <a:cs typeface="Arial MT"/>
              </a:rPr>
              <a:t>users</a:t>
            </a:r>
            <a:endParaRPr sz="1800" dirty="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75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Arial MT"/>
                <a:cs typeface="Arial MT"/>
              </a:rPr>
              <a:t>IS-</a:t>
            </a:r>
            <a:r>
              <a:rPr sz="2000" dirty="0">
                <a:latin typeface="Arial MT"/>
                <a:cs typeface="Arial MT"/>
              </a:rPr>
              <a:t>95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(cdmaOne)</a:t>
            </a:r>
            <a:endParaRPr sz="2000" dirty="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440"/>
              </a:spcBef>
              <a:buChar char="•"/>
              <a:tabLst>
                <a:tab pos="1155700" algn="l"/>
              </a:tabLst>
            </a:pPr>
            <a:r>
              <a:rPr sz="1800" spc="-10" dirty="0">
                <a:latin typeface="Arial MT"/>
                <a:cs typeface="Arial MT"/>
              </a:rPr>
              <a:t>Second-</a:t>
            </a:r>
            <a:r>
              <a:rPr sz="1800" dirty="0">
                <a:latin typeface="Arial MT"/>
                <a:cs typeface="Arial MT"/>
              </a:rPr>
              <a:t>generation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10" dirty="0">
                <a:latin typeface="Arial MT"/>
                <a:cs typeface="Arial MT"/>
              </a:rPr>
              <a:t> multiple-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scheme</a:t>
            </a:r>
            <a:endParaRPr sz="1800" dirty="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430"/>
              </a:spcBef>
              <a:buChar char="•"/>
              <a:tabLst>
                <a:tab pos="1155700" algn="l"/>
              </a:tabLst>
            </a:pP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mainly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Korea</a:t>
            </a:r>
            <a:endParaRPr sz="1800" dirty="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7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PDC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(Pacific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Digital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Cellular)</a:t>
            </a:r>
            <a:endParaRPr sz="2000" dirty="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Arial MT"/>
                <a:cs typeface="Arial MT"/>
              </a:rPr>
              <a:t>Third-</a:t>
            </a:r>
            <a:r>
              <a:rPr sz="2000" dirty="0">
                <a:latin typeface="Arial MT"/>
                <a:cs typeface="Arial MT"/>
              </a:rPr>
              <a:t>generation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systems</a:t>
            </a:r>
            <a:endParaRPr sz="2000" dirty="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440"/>
              </a:spcBef>
              <a:buChar char="•"/>
              <a:tabLst>
                <a:tab pos="1155700" algn="l"/>
              </a:tabLst>
            </a:pPr>
            <a:r>
              <a:rPr sz="1800" dirty="0">
                <a:latin typeface="Arial MT"/>
                <a:cs typeface="Arial MT"/>
              </a:rPr>
              <a:t>Several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standards</a:t>
            </a:r>
            <a:endParaRPr sz="1800" dirty="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434"/>
              </a:spcBef>
              <a:buChar char="•"/>
              <a:tabLst>
                <a:tab pos="1155700" algn="l"/>
              </a:tabLst>
            </a:pP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CDMA</a:t>
            </a:r>
            <a:endParaRPr sz="1800" dirty="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430"/>
              </a:spcBef>
              <a:buChar char="•"/>
              <a:tabLst>
                <a:tab pos="1155700" algn="l"/>
              </a:tabLst>
            </a:pPr>
            <a:r>
              <a:rPr sz="1800" dirty="0">
                <a:latin typeface="Arial MT"/>
                <a:cs typeface="Arial MT"/>
              </a:rPr>
              <a:t>Still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mainly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speech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communication,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services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D88CF-6AAA-57DD-E259-3908A072F6B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5D0DC-FD27-17D7-1E33-D3C19FFD23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11</a:t>
            </a:fld>
            <a:endParaRPr lang="en-GB"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History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wireless</a:t>
            </a:r>
            <a:r>
              <a:rPr spc="-45" dirty="0"/>
              <a:t> </a:t>
            </a:r>
            <a:r>
              <a:rPr spc="-2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44549"/>
            <a:ext cx="8208645" cy="492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2008/9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(smartphone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era):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cellphones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mostly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(web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browsing,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social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networks).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After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2015: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video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dominates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(now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~70%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traffic)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traffic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starts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explode,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voice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almost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irrelevant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cellular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requirements,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scheduling,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….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150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Since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2010: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deployment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LTE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Continuous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improvements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LTE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standard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since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then</a:t>
            </a:r>
            <a:endParaRPr sz="2000">
              <a:latin typeface="Arial MT"/>
              <a:cs typeface="Arial MT"/>
            </a:endParaRPr>
          </a:p>
          <a:p>
            <a:pPr marL="355600" marR="106934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5G: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version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standard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approved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2018, </a:t>
            </a:r>
            <a:r>
              <a:rPr sz="2400" dirty="0">
                <a:latin typeface="Arial MT"/>
                <a:cs typeface="Arial MT"/>
              </a:rPr>
              <a:t>deployment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since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then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higher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rates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Massive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connectivity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IoT)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Low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latency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applications,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(industry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4.0,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tactile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internet)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CB85D-2AFE-B67B-9BB9-09D2499B05C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92BAA-F873-CFED-DFDB-5CDFFB7FB3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12</a:t>
            </a:fld>
            <a:endParaRPr lang="en-GB"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Other</a:t>
            </a:r>
            <a:r>
              <a:rPr spc="-65" dirty="0"/>
              <a:t> </a:t>
            </a:r>
            <a:r>
              <a:rPr dirty="0"/>
              <a:t>wireless</a:t>
            </a:r>
            <a:r>
              <a:rPr spc="-5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dirty="0"/>
              <a:t>Fixed</a:t>
            </a:r>
            <a:r>
              <a:rPr spc="-65" dirty="0"/>
              <a:t> </a:t>
            </a:r>
            <a:r>
              <a:rPr dirty="0"/>
              <a:t>wireless</a:t>
            </a:r>
            <a:r>
              <a:rPr spc="-50" dirty="0"/>
              <a:t> </a:t>
            </a:r>
            <a:r>
              <a:rPr spc="-10" dirty="0"/>
              <a:t>access:</a:t>
            </a: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internet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successful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1990s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2000s,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WiMax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developed,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Now: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mm-</a:t>
            </a:r>
            <a:r>
              <a:rPr sz="2000" dirty="0">
                <a:latin typeface="Arial MT"/>
                <a:cs typeface="Arial MT"/>
              </a:rPr>
              <a:t>wave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compete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cabled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connections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dirty="0"/>
              <a:t>Wireless</a:t>
            </a:r>
            <a:r>
              <a:rPr spc="-85" dirty="0"/>
              <a:t> </a:t>
            </a:r>
            <a:r>
              <a:rPr spc="-20" dirty="0"/>
              <a:t>LANs</a:t>
            </a: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(WiFi)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homes,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both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“last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10m”,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sz="2000" dirty="0"/>
              <a:t>and</a:t>
            </a:r>
            <a:r>
              <a:rPr sz="2000" spc="-45" dirty="0"/>
              <a:t> </a:t>
            </a:r>
            <a:r>
              <a:rPr sz="2000" dirty="0"/>
              <a:t>for</a:t>
            </a:r>
            <a:r>
              <a:rPr sz="2000" spc="-35" dirty="0"/>
              <a:t> </a:t>
            </a:r>
            <a:r>
              <a:rPr sz="2000" dirty="0"/>
              <a:t>data</a:t>
            </a:r>
            <a:r>
              <a:rPr sz="2000" spc="-45" dirty="0"/>
              <a:t> </a:t>
            </a:r>
            <a:r>
              <a:rPr sz="2000" dirty="0"/>
              <a:t>exchange</a:t>
            </a:r>
            <a:r>
              <a:rPr sz="2000" spc="-45" dirty="0"/>
              <a:t> </a:t>
            </a:r>
            <a:r>
              <a:rPr sz="2000" dirty="0"/>
              <a:t>within</a:t>
            </a:r>
            <a:r>
              <a:rPr sz="2000" spc="-30" dirty="0"/>
              <a:t> </a:t>
            </a:r>
            <a:r>
              <a:rPr sz="2000" dirty="0"/>
              <a:t>the</a:t>
            </a:r>
            <a:r>
              <a:rPr sz="2000" spc="-35" dirty="0"/>
              <a:t> </a:t>
            </a:r>
            <a:r>
              <a:rPr sz="2000" spc="-20" dirty="0"/>
              <a:t>home</a:t>
            </a:r>
            <a:endParaRPr sz="2000"/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WiFi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standard,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Mbit/s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(1997)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Gbit/s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(2017)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dirty="0"/>
              <a:t>Personal</a:t>
            </a:r>
            <a:r>
              <a:rPr spc="-90" dirty="0"/>
              <a:t> </a:t>
            </a:r>
            <a:r>
              <a:rPr dirty="0"/>
              <a:t>Area</a:t>
            </a:r>
            <a:r>
              <a:rPr spc="-100" dirty="0"/>
              <a:t> </a:t>
            </a:r>
            <a:r>
              <a:rPr spc="-10" dirty="0"/>
              <a:t>Networks</a:t>
            </a: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Arial MT"/>
                <a:cs typeface="Arial MT"/>
              </a:rPr>
              <a:t>Bluetooth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948E3-EA49-AAB0-E567-414747E518B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27A47-7E9B-BECE-7C12-A55FAB8925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13</a:t>
            </a:fld>
            <a:endParaRPr lang="en-GB"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3229" y="2917316"/>
            <a:ext cx="4718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Arial MT"/>
                <a:cs typeface="Arial MT"/>
              </a:rPr>
              <a:t>TYPES OF </a:t>
            </a:r>
            <a:r>
              <a:rPr sz="3600" b="0" spc="-10" dirty="0">
                <a:solidFill>
                  <a:srgbClr val="000000"/>
                </a:solidFill>
                <a:latin typeface="Arial MT"/>
                <a:cs typeface="Arial MT"/>
              </a:rPr>
              <a:t>SERVICES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6F826-C656-F8C2-91CE-2CE62030325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66F2-ADE4-ED6A-0061-C0A9ABA415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14</a:t>
            </a:fld>
            <a:endParaRPr lang="en-GB"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Cellular</a:t>
            </a:r>
            <a:r>
              <a:rPr spc="-45" dirty="0"/>
              <a:t> </a:t>
            </a:r>
            <a:r>
              <a:rPr spc="-10" dirty="0"/>
              <a:t>phones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2803" y="5113401"/>
            <a:ext cx="558927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 MT"/>
                <a:cs typeface="Arial MT"/>
              </a:rPr>
              <a:t>Variations:</a:t>
            </a:r>
            <a:endParaRPr sz="1600">
              <a:latin typeface="Arial MT"/>
              <a:cs typeface="Arial MT"/>
            </a:endParaRPr>
          </a:p>
          <a:p>
            <a:pPr marL="927100" marR="508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Satellite: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much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larger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cells;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expensive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base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stations Trunking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radio: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closed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groups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3667" y="1586746"/>
            <a:ext cx="4467645" cy="322541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28FEE-8399-B3F4-05AD-F0DC8BD0B57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45872-1F61-300D-B804-9AAC677F7F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15</a:t>
            </a:fld>
            <a:endParaRPr lang="en-GB"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Wireless</a:t>
            </a:r>
            <a:r>
              <a:rPr spc="-30" dirty="0"/>
              <a:t> </a:t>
            </a:r>
            <a:r>
              <a:rPr spc="-25" dirty="0"/>
              <a:t>LAN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9820" y="1371600"/>
            <a:ext cx="3954779" cy="1981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33600" y="3886200"/>
            <a:ext cx="4515611" cy="225094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058B0-BC5C-702D-E960-21598B500BC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80D3C-92A4-AA36-12D3-26057460F4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16</a:t>
            </a:fld>
            <a:endParaRPr lang="en-GB"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Personal</a:t>
            </a:r>
            <a:r>
              <a:rPr spc="-65" dirty="0"/>
              <a:t> </a:t>
            </a:r>
            <a:r>
              <a:rPr dirty="0"/>
              <a:t>Area</a:t>
            </a:r>
            <a:r>
              <a:rPr spc="-2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71003"/>
            <a:ext cx="5573395" cy="22218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coverage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area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Most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Bluetooth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20" dirty="0">
                <a:latin typeface="Arial MT"/>
                <a:cs typeface="Arial MT"/>
              </a:rPr>
              <a:t>Bi-</a:t>
            </a:r>
            <a:r>
              <a:rPr sz="2400" dirty="0">
                <a:latin typeface="Arial MT"/>
                <a:cs typeface="Arial MT"/>
              </a:rPr>
              <a:t>directional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communication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No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significant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mobility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No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coordination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BSs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06239A-6325-0096-9F80-4991FAF41B3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CF06-6858-5253-CCDD-A784406836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17</a:t>
            </a:fld>
            <a:endParaRPr lang="en-GB"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Fixed</a:t>
            </a:r>
            <a:r>
              <a:rPr spc="-50" dirty="0"/>
              <a:t> </a:t>
            </a:r>
            <a:r>
              <a:rPr spc="-10" dirty="0"/>
              <a:t>wireless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71086"/>
            <a:ext cx="8020684" cy="262509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Fixed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wireless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systems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Long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distances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MS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No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mobility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requirements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Typically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rates,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also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voice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systems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WiMax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standard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(IEEE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802.16)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succeed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Now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deployed: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5G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mm-</a:t>
            </a:r>
            <a:r>
              <a:rPr sz="2000" spc="-20" dirty="0">
                <a:latin typeface="Arial MT"/>
                <a:cs typeface="Arial MT"/>
              </a:rPr>
              <a:t>wave</a:t>
            </a:r>
            <a:endParaRPr sz="2000">
              <a:latin typeface="Arial MT"/>
              <a:cs typeface="Arial MT"/>
            </a:endParaRPr>
          </a:p>
          <a:p>
            <a:pPr marL="1155700" lvl="2" indent="-228600">
              <a:lnSpc>
                <a:spcPct val="100000"/>
              </a:lnSpc>
              <a:spcBef>
                <a:spcPts val="439"/>
              </a:spcBef>
              <a:buChar char="•"/>
              <a:tabLst>
                <a:tab pos="1155700" algn="l"/>
              </a:tabLst>
            </a:pP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compete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cable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AEA49B-9394-8053-7BC6-EAFBEDAC4C6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CB106-5331-B105-18C3-14B9C8B2A0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18</a:t>
            </a:fld>
            <a:endParaRPr lang="en-GB"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Broadcast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8760" y="2596344"/>
            <a:ext cx="4739169" cy="258213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D7F41-7D5D-2005-3424-5595D3362E8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EDD04-DE00-EAB8-94A3-A1700E51FC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19</a:t>
            </a:fld>
            <a:endParaRPr lang="en-GB"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Ad-hoc</a:t>
            </a:r>
            <a:r>
              <a:rPr spc="-45" dirty="0"/>
              <a:t> </a:t>
            </a:r>
            <a:r>
              <a:rPr spc="-10" dirty="0"/>
              <a:t>networks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15906" y="2722053"/>
            <a:ext cx="3545204" cy="1718310"/>
            <a:chOff x="2215906" y="2722053"/>
            <a:chExt cx="3545204" cy="1718310"/>
          </a:xfrm>
        </p:grpSpPr>
        <p:sp>
          <p:nvSpPr>
            <p:cNvPr id="4" name="object 4"/>
            <p:cNvSpPr/>
            <p:nvPr/>
          </p:nvSpPr>
          <p:spPr>
            <a:xfrm>
              <a:off x="3199790" y="2868764"/>
              <a:ext cx="2561590" cy="1162050"/>
            </a:xfrm>
            <a:custGeom>
              <a:avLst/>
              <a:gdLst/>
              <a:ahLst/>
              <a:cxnLst/>
              <a:rect l="l" t="t" r="r" b="b"/>
              <a:pathLst>
                <a:path w="2561590" h="1162050">
                  <a:moveTo>
                    <a:pt x="843521" y="654240"/>
                  </a:moveTo>
                  <a:lnTo>
                    <a:pt x="69621" y="375996"/>
                  </a:lnTo>
                  <a:lnTo>
                    <a:pt x="79629" y="348424"/>
                  </a:lnTo>
                  <a:lnTo>
                    <a:pt x="0" y="360591"/>
                  </a:lnTo>
                  <a:lnTo>
                    <a:pt x="55181" y="415785"/>
                  </a:lnTo>
                  <a:lnTo>
                    <a:pt x="65684" y="386842"/>
                  </a:lnTo>
                  <a:lnTo>
                    <a:pt x="820610" y="660412"/>
                  </a:lnTo>
                  <a:lnTo>
                    <a:pt x="537946" y="764133"/>
                  </a:lnTo>
                  <a:lnTo>
                    <a:pt x="544055" y="776579"/>
                  </a:lnTo>
                  <a:lnTo>
                    <a:pt x="581952" y="791730"/>
                  </a:lnTo>
                  <a:lnTo>
                    <a:pt x="552704" y="773404"/>
                  </a:lnTo>
                  <a:lnTo>
                    <a:pt x="843521" y="666483"/>
                  </a:lnTo>
                  <a:lnTo>
                    <a:pt x="843521" y="654240"/>
                  </a:lnTo>
                  <a:close/>
                </a:path>
                <a:path w="2561590" h="1162050">
                  <a:moveTo>
                    <a:pt x="1259128" y="1094435"/>
                  </a:moveTo>
                  <a:lnTo>
                    <a:pt x="1210297" y="1033183"/>
                  </a:lnTo>
                  <a:lnTo>
                    <a:pt x="1196632" y="1063307"/>
                  </a:lnTo>
                  <a:lnTo>
                    <a:pt x="1094066" y="1020978"/>
                  </a:lnTo>
                  <a:lnTo>
                    <a:pt x="861771" y="917194"/>
                  </a:lnTo>
                  <a:lnTo>
                    <a:pt x="635673" y="813206"/>
                  </a:lnTo>
                  <a:lnTo>
                    <a:pt x="581952" y="791730"/>
                  </a:lnTo>
                  <a:lnTo>
                    <a:pt x="635673" y="825411"/>
                  </a:lnTo>
                  <a:lnTo>
                    <a:pt x="861771" y="929398"/>
                  </a:lnTo>
                  <a:lnTo>
                    <a:pt x="1087958" y="1027087"/>
                  </a:lnTo>
                  <a:lnTo>
                    <a:pt x="1191018" y="1075690"/>
                  </a:lnTo>
                  <a:lnTo>
                    <a:pt x="1179741" y="1100543"/>
                  </a:lnTo>
                  <a:lnTo>
                    <a:pt x="1259128" y="1094435"/>
                  </a:lnTo>
                  <a:close/>
                </a:path>
                <a:path w="2561590" h="1162050">
                  <a:moveTo>
                    <a:pt x="1644243" y="61061"/>
                  </a:moveTo>
                  <a:lnTo>
                    <a:pt x="1570977" y="30530"/>
                  </a:lnTo>
                  <a:lnTo>
                    <a:pt x="1573517" y="61226"/>
                  </a:lnTo>
                  <a:lnTo>
                    <a:pt x="1442516" y="67183"/>
                  </a:lnTo>
                  <a:lnTo>
                    <a:pt x="1137031" y="85471"/>
                  </a:lnTo>
                  <a:lnTo>
                    <a:pt x="837399" y="104000"/>
                  </a:lnTo>
                  <a:lnTo>
                    <a:pt x="734504" y="108496"/>
                  </a:lnTo>
                  <a:lnTo>
                    <a:pt x="953630" y="12242"/>
                  </a:lnTo>
                  <a:lnTo>
                    <a:pt x="947521" y="0"/>
                  </a:lnTo>
                  <a:lnTo>
                    <a:pt x="112636" y="60883"/>
                  </a:lnTo>
                  <a:lnTo>
                    <a:pt x="110109" y="30530"/>
                  </a:lnTo>
                  <a:lnTo>
                    <a:pt x="42951" y="73304"/>
                  </a:lnTo>
                  <a:lnTo>
                    <a:pt x="116230" y="104000"/>
                  </a:lnTo>
                  <a:lnTo>
                    <a:pt x="113639" y="73050"/>
                  </a:lnTo>
                  <a:lnTo>
                    <a:pt x="912964" y="15189"/>
                  </a:lnTo>
                  <a:lnTo>
                    <a:pt x="696963" y="110121"/>
                  </a:lnTo>
                  <a:lnTo>
                    <a:pt x="703084" y="122288"/>
                  </a:lnTo>
                  <a:lnTo>
                    <a:pt x="837399" y="116255"/>
                  </a:lnTo>
                  <a:lnTo>
                    <a:pt x="1143139" y="97878"/>
                  </a:lnTo>
                  <a:lnTo>
                    <a:pt x="1442516" y="79425"/>
                  </a:lnTo>
                  <a:lnTo>
                    <a:pt x="1574533" y="73431"/>
                  </a:lnTo>
                  <a:lnTo>
                    <a:pt x="1577086" y="104000"/>
                  </a:lnTo>
                  <a:lnTo>
                    <a:pt x="1644243" y="61061"/>
                  </a:lnTo>
                  <a:close/>
                </a:path>
                <a:path w="2561590" h="1162050">
                  <a:moveTo>
                    <a:pt x="2560967" y="336181"/>
                  </a:moveTo>
                  <a:lnTo>
                    <a:pt x="2493797" y="372999"/>
                  </a:lnTo>
                  <a:lnTo>
                    <a:pt x="2524544" y="394550"/>
                  </a:lnTo>
                  <a:lnTo>
                    <a:pt x="2518257" y="391375"/>
                  </a:lnTo>
                  <a:lnTo>
                    <a:pt x="2475458" y="458470"/>
                  </a:lnTo>
                  <a:lnTo>
                    <a:pt x="2371458" y="617423"/>
                  </a:lnTo>
                  <a:lnTo>
                    <a:pt x="2267623" y="770267"/>
                  </a:lnTo>
                  <a:lnTo>
                    <a:pt x="2235949" y="817765"/>
                  </a:lnTo>
                  <a:lnTo>
                    <a:pt x="2255469" y="690892"/>
                  </a:lnTo>
                  <a:lnTo>
                    <a:pt x="2243251" y="684771"/>
                  </a:lnTo>
                  <a:lnTo>
                    <a:pt x="1975916" y="1097876"/>
                  </a:lnTo>
                  <a:lnTo>
                    <a:pt x="1949742" y="1082230"/>
                  </a:lnTo>
                  <a:lnTo>
                    <a:pt x="1943620" y="1161592"/>
                  </a:lnTo>
                  <a:lnTo>
                    <a:pt x="2011032" y="1118857"/>
                  </a:lnTo>
                  <a:lnTo>
                    <a:pt x="1987511" y="1104811"/>
                  </a:lnTo>
                  <a:lnTo>
                    <a:pt x="2238159" y="717626"/>
                  </a:lnTo>
                  <a:lnTo>
                    <a:pt x="2218639" y="843724"/>
                  </a:lnTo>
                  <a:lnTo>
                    <a:pt x="2231021" y="849833"/>
                  </a:lnTo>
                  <a:lnTo>
                    <a:pt x="2273731" y="776579"/>
                  </a:lnTo>
                  <a:lnTo>
                    <a:pt x="2377579" y="623544"/>
                  </a:lnTo>
                  <a:lnTo>
                    <a:pt x="2481580" y="464604"/>
                  </a:lnTo>
                  <a:lnTo>
                    <a:pt x="2529840" y="398259"/>
                  </a:lnTo>
                  <a:lnTo>
                    <a:pt x="2554859" y="415785"/>
                  </a:lnTo>
                  <a:lnTo>
                    <a:pt x="2560967" y="336181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09202" y="2997174"/>
              <a:ext cx="403860" cy="61594"/>
            </a:xfrm>
            <a:custGeom>
              <a:avLst/>
              <a:gdLst/>
              <a:ahLst/>
              <a:cxnLst/>
              <a:rect l="l" t="t" r="r" b="b"/>
              <a:pathLst>
                <a:path w="403860" h="61594">
                  <a:moveTo>
                    <a:pt x="55156" y="54952"/>
                  </a:moveTo>
                  <a:lnTo>
                    <a:pt x="49047" y="48818"/>
                  </a:lnTo>
                  <a:lnTo>
                    <a:pt x="42951" y="42786"/>
                  </a:lnTo>
                  <a:lnTo>
                    <a:pt x="36842" y="36664"/>
                  </a:lnTo>
                  <a:lnTo>
                    <a:pt x="6108" y="36664"/>
                  </a:lnTo>
                  <a:lnTo>
                    <a:pt x="6108" y="42786"/>
                  </a:lnTo>
                  <a:lnTo>
                    <a:pt x="0" y="48818"/>
                  </a:lnTo>
                  <a:lnTo>
                    <a:pt x="0" y="61074"/>
                  </a:lnTo>
                  <a:lnTo>
                    <a:pt x="55156" y="61074"/>
                  </a:lnTo>
                  <a:lnTo>
                    <a:pt x="55156" y="54952"/>
                  </a:lnTo>
                  <a:close/>
                </a:path>
                <a:path w="403860" h="61594">
                  <a:moveTo>
                    <a:pt x="403415" y="18376"/>
                  </a:moveTo>
                  <a:lnTo>
                    <a:pt x="385089" y="0"/>
                  </a:lnTo>
                  <a:lnTo>
                    <a:pt x="354571" y="0"/>
                  </a:lnTo>
                  <a:lnTo>
                    <a:pt x="354571" y="6121"/>
                  </a:lnTo>
                  <a:lnTo>
                    <a:pt x="348462" y="12255"/>
                  </a:lnTo>
                  <a:lnTo>
                    <a:pt x="348462" y="24409"/>
                  </a:lnTo>
                  <a:lnTo>
                    <a:pt x="403415" y="24409"/>
                  </a:lnTo>
                  <a:lnTo>
                    <a:pt x="403415" y="18376"/>
                  </a:lnTo>
                  <a:close/>
                </a:path>
              </a:pathLst>
            </a:custGeom>
            <a:solidFill>
              <a:srgbClr val="8A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15311" y="2997174"/>
              <a:ext cx="409575" cy="73660"/>
            </a:xfrm>
            <a:custGeom>
              <a:avLst/>
              <a:gdLst/>
              <a:ahLst/>
              <a:cxnLst/>
              <a:rect l="l" t="t" r="r" b="b"/>
              <a:pathLst>
                <a:path w="409575" h="73660">
                  <a:moveTo>
                    <a:pt x="67360" y="42786"/>
                  </a:moveTo>
                  <a:lnTo>
                    <a:pt x="61264" y="42786"/>
                  </a:lnTo>
                  <a:lnTo>
                    <a:pt x="49047" y="36664"/>
                  </a:lnTo>
                  <a:lnTo>
                    <a:pt x="6108" y="36664"/>
                  </a:lnTo>
                  <a:lnTo>
                    <a:pt x="0" y="42786"/>
                  </a:lnTo>
                  <a:lnTo>
                    <a:pt x="24625" y="42786"/>
                  </a:lnTo>
                  <a:lnTo>
                    <a:pt x="36842" y="48818"/>
                  </a:lnTo>
                  <a:lnTo>
                    <a:pt x="36842" y="61074"/>
                  </a:lnTo>
                  <a:lnTo>
                    <a:pt x="24625" y="61074"/>
                  </a:lnTo>
                  <a:lnTo>
                    <a:pt x="24625" y="67195"/>
                  </a:lnTo>
                  <a:lnTo>
                    <a:pt x="30734" y="67195"/>
                  </a:lnTo>
                  <a:lnTo>
                    <a:pt x="36842" y="73317"/>
                  </a:lnTo>
                  <a:lnTo>
                    <a:pt x="49047" y="73317"/>
                  </a:lnTo>
                  <a:lnTo>
                    <a:pt x="67360" y="54952"/>
                  </a:lnTo>
                  <a:lnTo>
                    <a:pt x="67360" y="42786"/>
                  </a:lnTo>
                  <a:close/>
                </a:path>
                <a:path w="409575" h="73660">
                  <a:moveTo>
                    <a:pt x="409511" y="12255"/>
                  </a:moveTo>
                  <a:lnTo>
                    <a:pt x="397306" y="0"/>
                  </a:lnTo>
                  <a:lnTo>
                    <a:pt x="354558" y="0"/>
                  </a:lnTo>
                  <a:lnTo>
                    <a:pt x="348462" y="6121"/>
                  </a:lnTo>
                  <a:lnTo>
                    <a:pt x="378980" y="6121"/>
                  </a:lnTo>
                  <a:lnTo>
                    <a:pt x="385102" y="12255"/>
                  </a:lnTo>
                  <a:lnTo>
                    <a:pt x="385102" y="18376"/>
                  </a:lnTo>
                  <a:lnTo>
                    <a:pt x="378980" y="18376"/>
                  </a:lnTo>
                  <a:lnTo>
                    <a:pt x="378980" y="24409"/>
                  </a:lnTo>
                  <a:lnTo>
                    <a:pt x="372884" y="24409"/>
                  </a:lnTo>
                  <a:lnTo>
                    <a:pt x="372884" y="30543"/>
                  </a:lnTo>
                  <a:lnTo>
                    <a:pt x="378980" y="30543"/>
                  </a:lnTo>
                  <a:lnTo>
                    <a:pt x="378980" y="36664"/>
                  </a:lnTo>
                  <a:lnTo>
                    <a:pt x="391198" y="36664"/>
                  </a:lnTo>
                  <a:lnTo>
                    <a:pt x="397306" y="30543"/>
                  </a:lnTo>
                  <a:lnTo>
                    <a:pt x="409511" y="24409"/>
                  </a:lnTo>
                  <a:lnTo>
                    <a:pt x="409511" y="12255"/>
                  </a:lnTo>
                  <a:close/>
                </a:path>
              </a:pathLst>
            </a:custGeom>
            <a:solidFill>
              <a:srgbClr val="768A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5906" y="2722053"/>
              <a:ext cx="776605" cy="342900"/>
            </a:xfrm>
            <a:custGeom>
              <a:avLst/>
              <a:gdLst/>
              <a:ahLst/>
              <a:cxnLst/>
              <a:rect l="l" t="t" r="r" b="b"/>
              <a:pathLst>
                <a:path w="776605" h="342900">
                  <a:moveTo>
                    <a:pt x="30530" y="0"/>
                  </a:moveTo>
                  <a:lnTo>
                    <a:pt x="18318" y="0"/>
                  </a:lnTo>
                  <a:lnTo>
                    <a:pt x="18318" y="6122"/>
                  </a:lnTo>
                  <a:lnTo>
                    <a:pt x="12212" y="6122"/>
                  </a:lnTo>
                  <a:lnTo>
                    <a:pt x="6106" y="12245"/>
                  </a:lnTo>
                  <a:lnTo>
                    <a:pt x="6106" y="18286"/>
                  </a:lnTo>
                  <a:lnTo>
                    <a:pt x="0" y="24409"/>
                  </a:lnTo>
                  <a:lnTo>
                    <a:pt x="0" y="30532"/>
                  </a:lnTo>
                  <a:lnTo>
                    <a:pt x="6106" y="36655"/>
                  </a:lnTo>
                  <a:lnTo>
                    <a:pt x="183390" y="317897"/>
                  </a:lnTo>
                  <a:lnTo>
                    <a:pt x="183390" y="323938"/>
                  </a:lnTo>
                  <a:lnTo>
                    <a:pt x="195600" y="336184"/>
                  </a:lnTo>
                  <a:lnTo>
                    <a:pt x="201705" y="336184"/>
                  </a:lnTo>
                  <a:lnTo>
                    <a:pt x="207810" y="342307"/>
                  </a:lnTo>
                  <a:lnTo>
                    <a:pt x="220028" y="342307"/>
                  </a:lnTo>
                  <a:lnTo>
                    <a:pt x="751670" y="275119"/>
                  </a:lnTo>
                  <a:lnTo>
                    <a:pt x="764092" y="275119"/>
                  </a:lnTo>
                  <a:lnTo>
                    <a:pt x="770197" y="268996"/>
                  </a:lnTo>
                  <a:lnTo>
                    <a:pt x="776302" y="262955"/>
                  </a:lnTo>
                  <a:lnTo>
                    <a:pt x="776302" y="256832"/>
                  </a:lnTo>
                  <a:lnTo>
                    <a:pt x="770197" y="256832"/>
                  </a:lnTo>
                  <a:lnTo>
                    <a:pt x="770197" y="250709"/>
                  </a:lnTo>
                  <a:lnTo>
                    <a:pt x="562377" y="30532"/>
                  </a:lnTo>
                  <a:lnTo>
                    <a:pt x="556272" y="30532"/>
                  </a:lnTo>
                  <a:lnTo>
                    <a:pt x="556272" y="24409"/>
                  </a:lnTo>
                  <a:lnTo>
                    <a:pt x="550167" y="18286"/>
                  </a:lnTo>
                  <a:lnTo>
                    <a:pt x="544062" y="18286"/>
                  </a:lnTo>
                  <a:lnTo>
                    <a:pt x="544062" y="12245"/>
                  </a:lnTo>
                  <a:lnTo>
                    <a:pt x="525543" y="12245"/>
                  </a:lnTo>
                  <a:lnTo>
                    <a:pt x="30530" y="0"/>
                  </a:lnTo>
                  <a:close/>
                </a:path>
              </a:pathLst>
            </a:custGeom>
            <a:solidFill>
              <a:srgbClr val="D7DD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95285" y="2764831"/>
              <a:ext cx="636270" cy="232410"/>
            </a:xfrm>
            <a:custGeom>
              <a:avLst/>
              <a:gdLst/>
              <a:ahLst/>
              <a:cxnLst/>
              <a:rect l="l" t="t" r="r" b="b"/>
              <a:pathLst>
                <a:path w="636269" h="232410">
                  <a:moveTo>
                    <a:pt x="452269" y="0"/>
                  </a:moveTo>
                  <a:lnTo>
                    <a:pt x="0" y="0"/>
                  </a:lnTo>
                  <a:lnTo>
                    <a:pt x="6104" y="6041"/>
                  </a:lnTo>
                  <a:lnTo>
                    <a:pt x="6104" y="18286"/>
                  </a:lnTo>
                  <a:lnTo>
                    <a:pt x="12217" y="30450"/>
                  </a:lnTo>
                  <a:lnTo>
                    <a:pt x="24631" y="42696"/>
                  </a:lnTo>
                  <a:lnTo>
                    <a:pt x="30736" y="60983"/>
                  </a:lnTo>
                  <a:lnTo>
                    <a:pt x="42946" y="79515"/>
                  </a:lnTo>
                  <a:lnTo>
                    <a:pt x="61269" y="97883"/>
                  </a:lnTo>
                  <a:lnTo>
                    <a:pt x="73479" y="122293"/>
                  </a:lnTo>
                  <a:lnTo>
                    <a:pt x="97907" y="158867"/>
                  </a:lnTo>
                  <a:lnTo>
                    <a:pt x="116221" y="177235"/>
                  </a:lnTo>
                  <a:lnTo>
                    <a:pt x="122326" y="195522"/>
                  </a:lnTo>
                  <a:lnTo>
                    <a:pt x="134544" y="207931"/>
                  </a:lnTo>
                  <a:lnTo>
                    <a:pt x="140649" y="220177"/>
                  </a:lnTo>
                  <a:lnTo>
                    <a:pt x="146754" y="226218"/>
                  </a:lnTo>
                  <a:lnTo>
                    <a:pt x="152859" y="232341"/>
                  </a:lnTo>
                  <a:lnTo>
                    <a:pt x="158964" y="226218"/>
                  </a:lnTo>
                  <a:lnTo>
                    <a:pt x="213925" y="226218"/>
                  </a:lnTo>
                  <a:lnTo>
                    <a:pt x="226134" y="220177"/>
                  </a:lnTo>
                  <a:lnTo>
                    <a:pt x="287396" y="220177"/>
                  </a:lnTo>
                  <a:lnTo>
                    <a:pt x="305718" y="214054"/>
                  </a:lnTo>
                  <a:lnTo>
                    <a:pt x="348461" y="214054"/>
                  </a:lnTo>
                  <a:lnTo>
                    <a:pt x="372889" y="207931"/>
                  </a:lnTo>
                  <a:lnTo>
                    <a:pt x="415632" y="207931"/>
                  </a:lnTo>
                  <a:lnTo>
                    <a:pt x="440051" y="201808"/>
                  </a:lnTo>
                  <a:lnTo>
                    <a:pt x="482998" y="201808"/>
                  </a:lnTo>
                  <a:lnTo>
                    <a:pt x="501321" y="195522"/>
                  </a:lnTo>
                  <a:lnTo>
                    <a:pt x="544063" y="195522"/>
                  </a:lnTo>
                  <a:lnTo>
                    <a:pt x="562386" y="189399"/>
                  </a:lnTo>
                  <a:lnTo>
                    <a:pt x="611234" y="189399"/>
                  </a:lnTo>
                  <a:lnTo>
                    <a:pt x="623443" y="183358"/>
                  </a:lnTo>
                  <a:lnTo>
                    <a:pt x="635653" y="183358"/>
                  </a:lnTo>
                  <a:lnTo>
                    <a:pt x="452269" y="0"/>
                  </a:lnTo>
                  <a:close/>
                </a:path>
              </a:pathLst>
            </a:custGeom>
            <a:solidFill>
              <a:srgbClr val="4323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1390" y="2776996"/>
              <a:ext cx="617855" cy="220345"/>
            </a:xfrm>
            <a:custGeom>
              <a:avLst/>
              <a:gdLst/>
              <a:ahLst/>
              <a:cxnLst/>
              <a:rect l="l" t="t" r="r" b="b"/>
              <a:pathLst>
                <a:path w="617855" h="220344">
                  <a:moveTo>
                    <a:pt x="446164" y="0"/>
                  </a:moveTo>
                  <a:lnTo>
                    <a:pt x="0" y="6122"/>
                  </a:lnTo>
                  <a:lnTo>
                    <a:pt x="146754" y="220176"/>
                  </a:lnTo>
                  <a:lnTo>
                    <a:pt x="152859" y="214054"/>
                  </a:lnTo>
                  <a:lnTo>
                    <a:pt x="201707" y="214054"/>
                  </a:lnTo>
                  <a:lnTo>
                    <a:pt x="213925" y="208012"/>
                  </a:lnTo>
                  <a:lnTo>
                    <a:pt x="269081" y="208012"/>
                  </a:lnTo>
                  <a:lnTo>
                    <a:pt x="287404" y="201890"/>
                  </a:lnTo>
                  <a:lnTo>
                    <a:pt x="324041" y="201890"/>
                  </a:lnTo>
                  <a:lnTo>
                    <a:pt x="348461" y="195767"/>
                  </a:lnTo>
                  <a:lnTo>
                    <a:pt x="385099" y="195767"/>
                  </a:lnTo>
                  <a:lnTo>
                    <a:pt x="409527" y="189644"/>
                  </a:lnTo>
                  <a:lnTo>
                    <a:pt x="470788" y="189644"/>
                  </a:lnTo>
                  <a:lnTo>
                    <a:pt x="489111" y="183358"/>
                  </a:lnTo>
                  <a:lnTo>
                    <a:pt x="525748" y="183358"/>
                  </a:lnTo>
                  <a:lnTo>
                    <a:pt x="544063" y="177235"/>
                  </a:lnTo>
                  <a:lnTo>
                    <a:pt x="592911" y="177235"/>
                  </a:lnTo>
                  <a:lnTo>
                    <a:pt x="605129" y="171194"/>
                  </a:lnTo>
                  <a:lnTo>
                    <a:pt x="617339" y="171194"/>
                  </a:lnTo>
                  <a:lnTo>
                    <a:pt x="446164" y="0"/>
                  </a:lnTo>
                  <a:close/>
                </a:path>
              </a:pathLst>
            </a:custGeom>
            <a:solidFill>
              <a:srgbClr val="5861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15906" y="2722053"/>
              <a:ext cx="770255" cy="342900"/>
            </a:xfrm>
            <a:custGeom>
              <a:avLst/>
              <a:gdLst/>
              <a:ahLst/>
              <a:cxnLst/>
              <a:rect l="l" t="t" r="r" b="b"/>
              <a:pathLst>
                <a:path w="770255" h="342900">
                  <a:moveTo>
                    <a:pt x="24424" y="0"/>
                  </a:moveTo>
                  <a:lnTo>
                    <a:pt x="18318" y="0"/>
                  </a:lnTo>
                  <a:lnTo>
                    <a:pt x="18318" y="6122"/>
                  </a:lnTo>
                  <a:lnTo>
                    <a:pt x="12212" y="6122"/>
                  </a:lnTo>
                  <a:lnTo>
                    <a:pt x="6106" y="12245"/>
                  </a:lnTo>
                  <a:lnTo>
                    <a:pt x="6106" y="18286"/>
                  </a:lnTo>
                  <a:lnTo>
                    <a:pt x="0" y="24409"/>
                  </a:lnTo>
                  <a:lnTo>
                    <a:pt x="0" y="30532"/>
                  </a:lnTo>
                  <a:lnTo>
                    <a:pt x="6106" y="36655"/>
                  </a:lnTo>
                  <a:lnTo>
                    <a:pt x="183390" y="317897"/>
                  </a:lnTo>
                  <a:lnTo>
                    <a:pt x="183390" y="323938"/>
                  </a:lnTo>
                  <a:lnTo>
                    <a:pt x="195600" y="336184"/>
                  </a:lnTo>
                  <a:lnTo>
                    <a:pt x="201705" y="336184"/>
                  </a:lnTo>
                  <a:lnTo>
                    <a:pt x="207810" y="342307"/>
                  </a:lnTo>
                  <a:lnTo>
                    <a:pt x="220028" y="342307"/>
                  </a:lnTo>
                  <a:lnTo>
                    <a:pt x="588185" y="299528"/>
                  </a:lnTo>
                  <a:lnTo>
                    <a:pt x="232238" y="299528"/>
                  </a:lnTo>
                  <a:lnTo>
                    <a:pt x="226133" y="293487"/>
                  </a:lnTo>
                  <a:lnTo>
                    <a:pt x="220028" y="287364"/>
                  </a:lnTo>
                  <a:lnTo>
                    <a:pt x="213923" y="275119"/>
                  </a:lnTo>
                  <a:lnTo>
                    <a:pt x="201705" y="262955"/>
                  </a:lnTo>
                  <a:lnTo>
                    <a:pt x="183390" y="238300"/>
                  </a:lnTo>
                  <a:lnTo>
                    <a:pt x="171181" y="220013"/>
                  </a:lnTo>
                  <a:lnTo>
                    <a:pt x="134543" y="171112"/>
                  </a:lnTo>
                  <a:lnTo>
                    <a:pt x="122325" y="146703"/>
                  </a:lnTo>
                  <a:lnTo>
                    <a:pt x="104010" y="116170"/>
                  </a:lnTo>
                  <a:lnTo>
                    <a:pt x="85483" y="91597"/>
                  </a:lnTo>
                  <a:lnTo>
                    <a:pt x="67168" y="73229"/>
                  </a:lnTo>
                  <a:lnTo>
                    <a:pt x="54956" y="48819"/>
                  </a:lnTo>
                  <a:lnTo>
                    <a:pt x="30530" y="12245"/>
                  </a:lnTo>
                  <a:lnTo>
                    <a:pt x="24424" y="0"/>
                  </a:lnTo>
                  <a:close/>
                </a:path>
                <a:path w="770255" h="342900">
                  <a:moveTo>
                    <a:pt x="764092" y="244586"/>
                  </a:moveTo>
                  <a:lnTo>
                    <a:pt x="232238" y="299528"/>
                  </a:lnTo>
                  <a:lnTo>
                    <a:pt x="588185" y="299528"/>
                  </a:lnTo>
                  <a:lnTo>
                    <a:pt x="745565" y="281242"/>
                  </a:lnTo>
                  <a:lnTo>
                    <a:pt x="751670" y="281242"/>
                  </a:lnTo>
                  <a:lnTo>
                    <a:pt x="757775" y="275119"/>
                  </a:lnTo>
                  <a:lnTo>
                    <a:pt x="764092" y="275119"/>
                  </a:lnTo>
                  <a:lnTo>
                    <a:pt x="770197" y="268996"/>
                  </a:lnTo>
                  <a:lnTo>
                    <a:pt x="770197" y="256832"/>
                  </a:lnTo>
                  <a:lnTo>
                    <a:pt x="764092" y="244586"/>
                  </a:lnTo>
                  <a:close/>
                </a:path>
              </a:pathLst>
            </a:custGeom>
            <a:solidFill>
              <a:srgbClr val="8A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78677" y="3088770"/>
              <a:ext cx="911225" cy="147320"/>
            </a:xfrm>
            <a:custGeom>
              <a:avLst/>
              <a:gdLst/>
              <a:ahLst/>
              <a:cxnLst/>
              <a:rect l="l" t="t" r="r" b="b"/>
              <a:pathLst>
                <a:path w="911225" h="147319">
                  <a:moveTo>
                    <a:pt x="0" y="0"/>
                  </a:moveTo>
                  <a:lnTo>
                    <a:pt x="0" y="24654"/>
                  </a:lnTo>
                  <a:lnTo>
                    <a:pt x="6104" y="24654"/>
                  </a:lnTo>
                  <a:lnTo>
                    <a:pt x="12209" y="30695"/>
                  </a:lnTo>
                  <a:lnTo>
                    <a:pt x="18314" y="30695"/>
                  </a:lnTo>
                  <a:lnTo>
                    <a:pt x="470584" y="146947"/>
                  </a:lnTo>
                  <a:lnTo>
                    <a:pt x="544063" y="146947"/>
                  </a:lnTo>
                  <a:lnTo>
                    <a:pt x="617962" y="122293"/>
                  </a:lnTo>
                  <a:lnTo>
                    <a:pt x="433946" y="122293"/>
                  </a:lnTo>
                  <a:lnTo>
                    <a:pt x="311823" y="91760"/>
                  </a:lnTo>
                  <a:lnTo>
                    <a:pt x="293500" y="73473"/>
                  </a:lnTo>
                  <a:lnTo>
                    <a:pt x="201707" y="49064"/>
                  </a:lnTo>
                  <a:lnTo>
                    <a:pt x="0" y="0"/>
                  </a:lnTo>
                  <a:close/>
                </a:path>
                <a:path w="911225" h="147319">
                  <a:moveTo>
                    <a:pt x="458374" y="110047"/>
                  </a:moveTo>
                  <a:lnTo>
                    <a:pt x="452261" y="110047"/>
                  </a:lnTo>
                  <a:lnTo>
                    <a:pt x="433946" y="122293"/>
                  </a:lnTo>
                  <a:lnTo>
                    <a:pt x="617962" y="122293"/>
                  </a:lnTo>
                  <a:lnTo>
                    <a:pt x="636314" y="116170"/>
                  </a:lnTo>
                  <a:lnTo>
                    <a:pt x="464479" y="116170"/>
                  </a:lnTo>
                  <a:lnTo>
                    <a:pt x="458374" y="110047"/>
                  </a:lnTo>
                  <a:close/>
                </a:path>
                <a:path w="911225" h="147319">
                  <a:moveTo>
                    <a:pt x="678404" y="73474"/>
                  </a:moveTo>
                  <a:lnTo>
                    <a:pt x="568450" y="110047"/>
                  </a:lnTo>
                  <a:lnTo>
                    <a:pt x="550193" y="110047"/>
                  </a:lnTo>
                  <a:lnTo>
                    <a:pt x="537958" y="116170"/>
                  </a:lnTo>
                  <a:lnTo>
                    <a:pt x="636314" y="116170"/>
                  </a:lnTo>
                  <a:lnTo>
                    <a:pt x="745938" y="79596"/>
                  </a:lnTo>
                  <a:lnTo>
                    <a:pt x="696743" y="79596"/>
                  </a:lnTo>
                  <a:lnTo>
                    <a:pt x="678404" y="73474"/>
                  </a:lnTo>
                  <a:close/>
                </a:path>
                <a:path w="911225" h="147319">
                  <a:moveTo>
                    <a:pt x="910619" y="12408"/>
                  </a:moveTo>
                  <a:lnTo>
                    <a:pt x="806860" y="36818"/>
                  </a:lnTo>
                  <a:lnTo>
                    <a:pt x="806860" y="49064"/>
                  </a:lnTo>
                  <a:lnTo>
                    <a:pt x="696743" y="79596"/>
                  </a:lnTo>
                  <a:lnTo>
                    <a:pt x="745938" y="79596"/>
                  </a:lnTo>
                  <a:lnTo>
                    <a:pt x="910619" y="24654"/>
                  </a:lnTo>
                  <a:lnTo>
                    <a:pt x="910619" y="12408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72572" y="3064360"/>
              <a:ext cx="916940" cy="165100"/>
            </a:xfrm>
            <a:custGeom>
              <a:avLst/>
              <a:gdLst/>
              <a:ahLst/>
              <a:cxnLst/>
              <a:rect l="l" t="t" r="r" b="b"/>
              <a:pathLst>
                <a:path w="916939" h="165100">
                  <a:moveTo>
                    <a:pt x="507425" y="0"/>
                  </a:moveTo>
                  <a:lnTo>
                    <a:pt x="6104" y="0"/>
                  </a:lnTo>
                  <a:lnTo>
                    <a:pt x="0" y="36818"/>
                  </a:lnTo>
                  <a:lnTo>
                    <a:pt x="0" y="42941"/>
                  </a:lnTo>
                  <a:lnTo>
                    <a:pt x="12209" y="42941"/>
                  </a:lnTo>
                  <a:lnTo>
                    <a:pt x="12209" y="49064"/>
                  </a:lnTo>
                  <a:lnTo>
                    <a:pt x="24419" y="49064"/>
                  </a:lnTo>
                  <a:lnTo>
                    <a:pt x="476689" y="164989"/>
                  </a:lnTo>
                  <a:lnTo>
                    <a:pt x="544063" y="164989"/>
                  </a:lnTo>
                  <a:lnTo>
                    <a:pt x="916724" y="49064"/>
                  </a:lnTo>
                  <a:lnTo>
                    <a:pt x="916724" y="12164"/>
                  </a:lnTo>
                  <a:lnTo>
                    <a:pt x="910611" y="12164"/>
                  </a:lnTo>
                  <a:lnTo>
                    <a:pt x="898385" y="6122"/>
                  </a:lnTo>
                  <a:lnTo>
                    <a:pt x="550168" y="6122"/>
                  </a:lnTo>
                  <a:lnTo>
                    <a:pt x="507425" y="0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78283" y="3156121"/>
              <a:ext cx="146685" cy="48895"/>
            </a:xfrm>
            <a:custGeom>
              <a:avLst/>
              <a:gdLst/>
              <a:ahLst/>
              <a:cxnLst/>
              <a:rect l="l" t="t" r="r" b="b"/>
              <a:pathLst>
                <a:path w="146685" h="48894">
                  <a:moveTo>
                    <a:pt x="12217" y="0"/>
                  </a:moveTo>
                  <a:lnTo>
                    <a:pt x="0" y="6122"/>
                  </a:lnTo>
                  <a:lnTo>
                    <a:pt x="12217" y="18286"/>
                  </a:lnTo>
                  <a:lnTo>
                    <a:pt x="134340" y="48819"/>
                  </a:lnTo>
                  <a:lnTo>
                    <a:pt x="146550" y="42696"/>
                  </a:lnTo>
                  <a:lnTo>
                    <a:pt x="146550" y="30532"/>
                  </a:lnTo>
                  <a:lnTo>
                    <a:pt x="12217" y="0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96606" y="3162244"/>
              <a:ext cx="128270" cy="36830"/>
            </a:xfrm>
            <a:custGeom>
              <a:avLst/>
              <a:gdLst/>
              <a:ahLst/>
              <a:cxnLst/>
              <a:rect l="l" t="t" r="r" b="b"/>
              <a:pathLst>
                <a:path w="128269" h="36830">
                  <a:moveTo>
                    <a:pt x="0" y="0"/>
                  </a:moveTo>
                  <a:lnTo>
                    <a:pt x="12209" y="12164"/>
                  </a:lnTo>
                  <a:lnTo>
                    <a:pt x="122122" y="36573"/>
                  </a:lnTo>
                  <a:lnTo>
                    <a:pt x="128227" y="30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90501" y="3168367"/>
              <a:ext cx="134620" cy="36830"/>
            </a:xfrm>
            <a:custGeom>
              <a:avLst/>
              <a:gdLst/>
              <a:ahLst/>
              <a:cxnLst/>
              <a:rect l="l" t="t" r="r" b="b"/>
              <a:pathLst>
                <a:path w="134619" h="36830">
                  <a:moveTo>
                    <a:pt x="12209" y="0"/>
                  </a:moveTo>
                  <a:lnTo>
                    <a:pt x="0" y="6041"/>
                  </a:lnTo>
                  <a:lnTo>
                    <a:pt x="122122" y="36573"/>
                  </a:lnTo>
                  <a:lnTo>
                    <a:pt x="134332" y="30450"/>
                  </a:lnTo>
                  <a:lnTo>
                    <a:pt x="12209" y="0"/>
                  </a:lnTo>
                  <a:close/>
                </a:path>
              </a:pathLst>
            </a:custGeom>
            <a:solidFill>
              <a:srgbClr val="707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72572" y="3082647"/>
              <a:ext cx="916940" cy="147320"/>
            </a:xfrm>
            <a:custGeom>
              <a:avLst/>
              <a:gdLst/>
              <a:ahLst/>
              <a:cxnLst/>
              <a:rect l="l" t="t" r="r" b="b"/>
              <a:pathLst>
                <a:path w="916939" h="147319">
                  <a:moveTo>
                    <a:pt x="6104" y="0"/>
                  </a:moveTo>
                  <a:lnTo>
                    <a:pt x="0" y="18531"/>
                  </a:lnTo>
                  <a:lnTo>
                    <a:pt x="0" y="24654"/>
                  </a:lnTo>
                  <a:lnTo>
                    <a:pt x="12209" y="24654"/>
                  </a:lnTo>
                  <a:lnTo>
                    <a:pt x="12209" y="30777"/>
                  </a:lnTo>
                  <a:lnTo>
                    <a:pt x="24419" y="30777"/>
                  </a:lnTo>
                  <a:lnTo>
                    <a:pt x="476689" y="146703"/>
                  </a:lnTo>
                  <a:lnTo>
                    <a:pt x="544063" y="146703"/>
                  </a:lnTo>
                  <a:lnTo>
                    <a:pt x="622532" y="122293"/>
                  </a:lnTo>
                  <a:lnTo>
                    <a:pt x="440051" y="122293"/>
                  </a:lnTo>
                  <a:lnTo>
                    <a:pt x="317928" y="91760"/>
                  </a:lnTo>
                  <a:lnTo>
                    <a:pt x="305710" y="73473"/>
                  </a:lnTo>
                  <a:lnTo>
                    <a:pt x="201707" y="49064"/>
                  </a:lnTo>
                  <a:lnTo>
                    <a:pt x="6104" y="0"/>
                  </a:lnTo>
                  <a:close/>
                </a:path>
                <a:path w="916939" h="147319">
                  <a:moveTo>
                    <a:pt x="464479" y="110129"/>
                  </a:moveTo>
                  <a:lnTo>
                    <a:pt x="458366" y="110129"/>
                  </a:lnTo>
                  <a:lnTo>
                    <a:pt x="440051" y="122293"/>
                  </a:lnTo>
                  <a:lnTo>
                    <a:pt x="622532" y="122293"/>
                  </a:lnTo>
                  <a:lnTo>
                    <a:pt x="642215" y="116170"/>
                  </a:lnTo>
                  <a:lnTo>
                    <a:pt x="464479" y="116170"/>
                  </a:lnTo>
                  <a:lnTo>
                    <a:pt x="464479" y="110129"/>
                  </a:lnTo>
                  <a:close/>
                </a:path>
                <a:path w="916939" h="147319">
                  <a:moveTo>
                    <a:pt x="916724" y="12245"/>
                  </a:moveTo>
                  <a:lnTo>
                    <a:pt x="910611" y="12245"/>
                  </a:lnTo>
                  <a:lnTo>
                    <a:pt x="812965" y="42941"/>
                  </a:lnTo>
                  <a:lnTo>
                    <a:pt x="812965" y="49064"/>
                  </a:lnTo>
                  <a:lnTo>
                    <a:pt x="702848" y="79596"/>
                  </a:lnTo>
                  <a:lnTo>
                    <a:pt x="684509" y="79596"/>
                  </a:lnTo>
                  <a:lnTo>
                    <a:pt x="574555" y="110129"/>
                  </a:lnTo>
                  <a:lnTo>
                    <a:pt x="550168" y="110129"/>
                  </a:lnTo>
                  <a:lnTo>
                    <a:pt x="537950" y="116170"/>
                  </a:lnTo>
                  <a:lnTo>
                    <a:pt x="642215" y="116170"/>
                  </a:lnTo>
                  <a:lnTo>
                    <a:pt x="916724" y="30777"/>
                  </a:lnTo>
                  <a:lnTo>
                    <a:pt x="916724" y="12245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78677" y="3088770"/>
              <a:ext cx="911225" cy="147320"/>
            </a:xfrm>
            <a:custGeom>
              <a:avLst/>
              <a:gdLst/>
              <a:ahLst/>
              <a:cxnLst/>
              <a:rect l="l" t="t" r="r" b="b"/>
              <a:pathLst>
                <a:path w="911225" h="147319">
                  <a:moveTo>
                    <a:pt x="519635" y="140580"/>
                  </a:moveTo>
                  <a:lnTo>
                    <a:pt x="476689" y="140580"/>
                  </a:lnTo>
                  <a:lnTo>
                    <a:pt x="488899" y="146947"/>
                  </a:lnTo>
                  <a:lnTo>
                    <a:pt x="507425" y="146947"/>
                  </a:lnTo>
                  <a:lnTo>
                    <a:pt x="519635" y="140580"/>
                  </a:lnTo>
                  <a:close/>
                </a:path>
                <a:path w="911225" h="147319">
                  <a:moveTo>
                    <a:pt x="0" y="0"/>
                  </a:moveTo>
                  <a:lnTo>
                    <a:pt x="0" y="24654"/>
                  </a:lnTo>
                  <a:lnTo>
                    <a:pt x="12209" y="24654"/>
                  </a:lnTo>
                  <a:lnTo>
                    <a:pt x="18314" y="30695"/>
                  </a:lnTo>
                  <a:lnTo>
                    <a:pt x="470584" y="140580"/>
                  </a:lnTo>
                  <a:lnTo>
                    <a:pt x="537958" y="140580"/>
                  </a:lnTo>
                  <a:lnTo>
                    <a:pt x="616427" y="116170"/>
                  </a:lnTo>
                  <a:lnTo>
                    <a:pt x="433946" y="116170"/>
                  </a:lnTo>
                  <a:lnTo>
                    <a:pt x="311823" y="85638"/>
                  </a:lnTo>
                  <a:lnTo>
                    <a:pt x="293500" y="67351"/>
                  </a:lnTo>
                  <a:lnTo>
                    <a:pt x="201707" y="49064"/>
                  </a:lnTo>
                  <a:lnTo>
                    <a:pt x="0" y="0"/>
                  </a:lnTo>
                  <a:close/>
                </a:path>
                <a:path w="911225" h="147319">
                  <a:moveTo>
                    <a:pt x="452261" y="104006"/>
                  </a:moveTo>
                  <a:lnTo>
                    <a:pt x="433946" y="116170"/>
                  </a:lnTo>
                  <a:lnTo>
                    <a:pt x="476689" y="116170"/>
                  </a:lnTo>
                  <a:lnTo>
                    <a:pt x="470584" y="110047"/>
                  </a:lnTo>
                  <a:lnTo>
                    <a:pt x="452261" y="110047"/>
                  </a:lnTo>
                  <a:lnTo>
                    <a:pt x="452261" y="104006"/>
                  </a:lnTo>
                  <a:close/>
                </a:path>
                <a:path w="911225" h="147319">
                  <a:moveTo>
                    <a:pt x="678404" y="73474"/>
                  </a:moveTo>
                  <a:lnTo>
                    <a:pt x="568450" y="104006"/>
                  </a:lnTo>
                  <a:lnTo>
                    <a:pt x="556306" y="104006"/>
                  </a:lnTo>
                  <a:lnTo>
                    <a:pt x="550193" y="110047"/>
                  </a:lnTo>
                  <a:lnTo>
                    <a:pt x="507425" y="110047"/>
                  </a:lnTo>
                  <a:lnTo>
                    <a:pt x="495004" y="116170"/>
                  </a:lnTo>
                  <a:lnTo>
                    <a:pt x="616427" y="116170"/>
                  </a:lnTo>
                  <a:lnTo>
                    <a:pt x="733999" y="79596"/>
                  </a:lnTo>
                  <a:lnTo>
                    <a:pt x="696743" y="79596"/>
                  </a:lnTo>
                  <a:lnTo>
                    <a:pt x="678404" y="73474"/>
                  </a:lnTo>
                  <a:close/>
                </a:path>
                <a:path w="911225" h="147319">
                  <a:moveTo>
                    <a:pt x="910619" y="12408"/>
                  </a:moveTo>
                  <a:lnTo>
                    <a:pt x="904506" y="12408"/>
                  </a:lnTo>
                  <a:lnTo>
                    <a:pt x="806860" y="36818"/>
                  </a:lnTo>
                  <a:lnTo>
                    <a:pt x="806860" y="49064"/>
                  </a:lnTo>
                  <a:lnTo>
                    <a:pt x="696743" y="79596"/>
                  </a:lnTo>
                  <a:lnTo>
                    <a:pt x="733999" y="79596"/>
                  </a:lnTo>
                  <a:lnTo>
                    <a:pt x="910619" y="24654"/>
                  </a:lnTo>
                  <a:lnTo>
                    <a:pt x="910619" y="12408"/>
                  </a:lnTo>
                  <a:close/>
                </a:path>
              </a:pathLst>
            </a:custGeom>
            <a:solidFill>
              <a:srgbClr val="8A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69308" y="3137834"/>
              <a:ext cx="116839" cy="36830"/>
            </a:xfrm>
            <a:custGeom>
              <a:avLst/>
              <a:gdLst/>
              <a:ahLst/>
              <a:cxnLst/>
              <a:rect l="l" t="t" r="r" b="b"/>
              <a:pathLst>
                <a:path w="116839" h="36830">
                  <a:moveTo>
                    <a:pt x="110116" y="0"/>
                  </a:moveTo>
                  <a:lnTo>
                    <a:pt x="6113" y="24409"/>
                  </a:lnTo>
                  <a:lnTo>
                    <a:pt x="0" y="36573"/>
                  </a:lnTo>
                  <a:lnTo>
                    <a:pt x="12226" y="36573"/>
                  </a:lnTo>
                  <a:lnTo>
                    <a:pt x="116229" y="6041"/>
                  </a:lnTo>
                  <a:lnTo>
                    <a:pt x="110116" y="0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78677" y="3015541"/>
              <a:ext cx="911225" cy="165100"/>
            </a:xfrm>
            <a:custGeom>
              <a:avLst/>
              <a:gdLst/>
              <a:ahLst/>
              <a:cxnLst/>
              <a:rect l="l" t="t" r="r" b="b"/>
              <a:pathLst>
                <a:path w="911225" h="165100">
                  <a:moveTo>
                    <a:pt x="537958" y="158867"/>
                  </a:moveTo>
                  <a:lnTo>
                    <a:pt x="495004" y="158867"/>
                  </a:lnTo>
                  <a:lnTo>
                    <a:pt x="507425" y="164989"/>
                  </a:lnTo>
                  <a:lnTo>
                    <a:pt x="525740" y="164989"/>
                  </a:lnTo>
                  <a:lnTo>
                    <a:pt x="537958" y="158867"/>
                  </a:lnTo>
                  <a:close/>
                </a:path>
                <a:path w="911225" h="165100">
                  <a:moveTo>
                    <a:pt x="519635" y="0"/>
                  </a:moveTo>
                  <a:lnTo>
                    <a:pt x="458374" y="0"/>
                  </a:lnTo>
                  <a:lnTo>
                    <a:pt x="0" y="48819"/>
                  </a:lnTo>
                  <a:lnTo>
                    <a:pt x="0" y="54942"/>
                  </a:lnTo>
                  <a:lnTo>
                    <a:pt x="18314" y="54942"/>
                  </a:lnTo>
                  <a:lnTo>
                    <a:pt x="24419" y="60983"/>
                  </a:lnTo>
                  <a:lnTo>
                    <a:pt x="482794" y="158867"/>
                  </a:lnTo>
                  <a:lnTo>
                    <a:pt x="550193" y="158867"/>
                  </a:lnTo>
                  <a:lnTo>
                    <a:pt x="904506" y="67106"/>
                  </a:lnTo>
                  <a:lnTo>
                    <a:pt x="910619" y="67106"/>
                  </a:lnTo>
                  <a:lnTo>
                    <a:pt x="910619" y="60983"/>
                  </a:lnTo>
                  <a:lnTo>
                    <a:pt x="904506" y="60983"/>
                  </a:lnTo>
                  <a:lnTo>
                    <a:pt x="519635" y="0"/>
                  </a:lnTo>
                  <a:close/>
                </a:path>
              </a:pathLst>
            </a:custGeom>
            <a:solidFill>
              <a:srgbClr val="D7DD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37641" y="3027705"/>
              <a:ext cx="702945" cy="128905"/>
            </a:xfrm>
            <a:custGeom>
              <a:avLst/>
              <a:gdLst/>
              <a:ahLst/>
              <a:cxnLst/>
              <a:rect l="l" t="t" r="r" b="b"/>
              <a:pathLst>
                <a:path w="702945" h="128905">
                  <a:moveTo>
                    <a:pt x="391228" y="0"/>
                  </a:moveTo>
                  <a:lnTo>
                    <a:pt x="354566" y="0"/>
                  </a:lnTo>
                  <a:lnTo>
                    <a:pt x="354566" y="6122"/>
                  </a:lnTo>
                  <a:lnTo>
                    <a:pt x="0" y="48819"/>
                  </a:lnTo>
                  <a:lnTo>
                    <a:pt x="6104" y="54942"/>
                  </a:lnTo>
                  <a:lnTo>
                    <a:pt x="18314" y="54942"/>
                  </a:lnTo>
                  <a:lnTo>
                    <a:pt x="360671" y="128416"/>
                  </a:lnTo>
                  <a:lnTo>
                    <a:pt x="415599" y="128416"/>
                  </a:lnTo>
                  <a:lnTo>
                    <a:pt x="696719" y="61065"/>
                  </a:lnTo>
                  <a:lnTo>
                    <a:pt x="702832" y="54942"/>
                  </a:lnTo>
                  <a:lnTo>
                    <a:pt x="702832" y="48819"/>
                  </a:lnTo>
                  <a:lnTo>
                    <a:pt x="696719" y="48819"/>
                  </a:lnTo>
                  <a:lnTo>
                    <a:pt x="397341" y="6122"/>
                  </a:lnTo>
                  <a:lnTo>
                    <a:pt x="391228" y="0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55956" y="3033828"/>
              <a:ext cx="684530" cy="122555"/>
            </a:xfrm>
            <a:custGeom>
              <a:avLst/>
              <a:gdLst/>
              <a:ahLst/>
              <a:cxnLst/>
              <a:rect l="l" t="t" r="r" b="b"/>
              <a:pathLst>
                <a:path w="684529" h="122555">
                  <a:moveTo>
                    <a:pt x="684517" y="48819"/>
                  </a:moveTo>
                  <a:lnTo>
                    <a:pt x="12217" y="48819"/>
                  </a:lnTo>
                  <a:lnTo>
                    <a:pt x="12217" y="54942"/>
                  </a:lnTo>
                  <a:lnTo>
                    <a:pt x="18322" y="54942"/>
                  </a:lnTo>
                  <a:lnTo>
                    <a:pt x="348461" y="122293"/>
                  </a:lnTo>
                  <a:lnTo>
                    <a:pt x="397284" y="122293"/>
                  </a:lnTo>
                  <a:lnTo>
                    <a:pt x="678404" y="54942"/>
                  </a:lnTo>
                  <a:lnTo>
                    <a:pt x="684517" y="48819"/>
                  </a:lnTo>
                  <a:close/>
                </a:path>
                <a:path w="684529" h="122555">
                  <a:moveTo>
                    <a:pt x="385139" y="0"/>
                  </a:moveTo>
                  <a:lnTo>
                    <a:pt x="342356" y="0"/>
                  </a:lnTo>
                  <a:lnTo>
                    <a:pt x="0" y="42696"/>
                  </a:lnTo>
                  <a:lnTo>
                    <a:pt x="0" y="48819"/>
                  </a:lnTo>
                  <a:lnTo>
                    <a:pt x="678404" y="48819"/>
                  </a:lnTo>
                  <a:lnTo>
                    <a:pt x="385139" y="0"/>
                  </a:lnTo>
                  <a:close/>
                </a:path>
              </a:pathLst>
            </a:custGeom>
            <a:solidFill>
              <a:srgbClr val="768A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62069" y="3033828"/>
              <a:ext cx="471170" cy="73660"/>
            </a:xfrm>
            <a:custGeom>
              <a:avLst/>
              <a:gdLst/>
              <a:ahLst/>
              <a:cxnLst/>
              <a:rect l="l" t="t" r="r" b="b"/>
              <a:pathLst>
                <a:path w="471169" h="73660">
                  <a:moveTo>
                    <a:pt x="354566" y="0"/>
                  </a:moveTo>
                  <a:lnTo>
                    <a:pt x="0" y="48819"/>
                  </a:lnTo>
                  <a:lnTo>
                    <a:pt x="122326" y="73473"/>
                  </a:lnTo>
                  <a:lnTo>
                    <a:pt x="470560" y="18286"/>
                  </a:lnTo>
                  <a:lnTo>
                    <a:pt x="354566" y="0"/>
                  </a:lnTo>
                  <a:close/>
                </a:path>
              </a:pathLst>
            </a:custGeom>
            <a:solidFill>
              <a:srgbClr val="3A3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4279" y="3033828"/>
              <a:ext cx="433979" cy="6735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478677" y="3070483"/>
              <a:ext cx="904875" cy="122555"/>
            </a:xfrm>
            <a:custGeom>
              <a:avLst/>
              <a:gdLst/>
              <a:ahLst/>
              <a:cxnLst/>
              <a:rect l="l" t="t" r="r" b="b"/>
              <a:pathLst>
                <a:path w="904875" h="122555">
                  <a:moveTo>
                    <a:pt x="556306" y="116170"/>
                  </a:moveTo>
                  <a:lnTo>
                    <a:pt x="452261" y="116170"/>
                  </a:lnTo>
                  <a:lnTo>
                    <a:pt x="458374" y="122293"/>
                  </a:lnTo>
                  <a:lnTo>
                    <a:pt x="544063" y="122293"/>
                  </a:lnTo>
                  <a:lnTo>
                    <a:pt x="556306" y="116170"/>
                  </a:lnTo>
                  <a:close/>
                </a:path>
                <a:path w="904875" h="122555">
                  <a:moveTo>
                    <a:pt x="580676" y="110047"/>
                  </a:moveTo>
                  <a:lnTo>
                    <a:pt x="421736" y="110047"/>
                  </a:lnTo>
                  <a:lnTo>
                    <a:pt x="433946" y="116170"/>
                  </a:lnTo>
                  <a:lnTo>
                    <a:pt x="562419" y="116170"/>
                  </a:lnTo>
                  <a:lnTo>
                    <a:pt x="580676" y="110047"/>
                  </a:lnTo>
                  <a:close/>
                </a:path>
                <a:path w="904875" h="122555">
                  <a:moveTo>
                    <a:pt x="452261" y="103924"/>
                  </a:moveTo>
                  <a:lnTo>
                    <a:pt x="397309" y="103924"/>
                  </a:lnTo>
                  <a:lnTo>
                    <a:pt x="409518" y="110047"/>
                  </a:lnTo>
                  <a:lnTo>
                    <a:pt x="458374" y="110047"/>
                  </a:lnTo>
                  <a:lnTo>
                    <a:pt x="452261" y="103924"/>
                  </a:lnTo>
                  <a:close/>
                </a:path>
                <a:path w="904875" h="122555">
                  <a:moveTo>
                    <a:pt x="904506" y="18286"/>
                  </a:moveTo>
                  <a:lnTo>
                    <a:pt x="562419" y="103924"/>
                  </a:lnTo>
                  <a:lnTo>
                    <a:pt x="556306" y="110047"/>
                  </a:lnTo>
                  <a:lnTo>
                    <a:pt x="599016" y="110047"/>
                  </a:lnTo>
                  <a:lnTo>
                    <a:pt x="617355" y="103924"/>
                  </a:lnTo>
                  <a:lnTo>
                    <a:pt x="641726" y="97883"/>
                  </a:lnTo>
                  <a:lnTo>
                    <a:pt x="672291" y="85638"/>
                  </a:lnTo>
                  <a:lnTo>
                    <a:pt x="696743" y="79515"/>
                  </a:lnTo>
                  <a:lnTo>
                    <a:pt x="757956" y="67351"/>
                  </a:lnTo>
                  <a:lnTo>
                    <a:pt x="788521" y="55105"/>
                  </a:lnTo>
                  <a:lnTo>
                    <a:pt x="861796" y="36818"/>
                  </a:lnTo>
                  <a:lnTo>
                    <a:pt x="880135" y="30695"/>
                  </a:lnTo>
                  <a:lnTo>
                    <a:pt x="892280" y="30695"/>
                  </a:lnTo>
                  <a:lnTo>
                    <a:pt x="904506" y="24409"/>
                  </a:lnTo>
                  <a:lnTo>
                    <a:pt x="904506" y="18286"/>
                  </a:lnTo>
                  <a:close/>
                </a:path>
                <a:path w="904875" h="122555">
                  <a:moveTo>
                    <a:pt x="421736" y="97883"/>
                  </a:moveTo>
                  <a:lnTo>
                    <a:pt x="372881" y="97883"/>
                  </a:lnTo>
                  <a:lnTo>
                    <a:pt x="385099" y="103924"/>
                  </a:lnTo>
                  <a:lnTo>
                    <a:pt x="433946" y="103924"/>
                  </a:lnTo>
                  <a:lnTo>
                    <a:pt x="421736" y="97883"/>
                  </a:lnTo>
                  <a:close/>
                </a:path>
                <a:path w="904875" h="122555">
                  <a:moveTo>
                    <a:pt x="391204" y="91760"/>
                  </a:moveTo>
                  <a:lnTo>
                    <a:pt x="348461" y="91760"/>
                  </a:lnTo>
                  <a:lnTo>
                    <a:pt x="360671" y="97883"/>
                  </a:lnTo>
                  <a:lnTo>
                    <a:pt x="403414" y="97883"/>
                  </a:lnTo>
                  <a:lnTo>
                    <a:pt x="391204" y="91760"/>
                  </a:lnTo>
                  <a:close/>
                </a:path>
                <a:path w="904875" h="122555">
                  <a:moveTo>
                    <a:pt x="0" y="0"/>
                  </a:moveTo>
                  <a:lnTo>
                    <a:pt x="0" y="12164"/>
                  </a:lnTo>
                  <a:lnTo>
                    <a:pt x="299605" y="85638"/>
                  </a:lnTo>
                  <a:lnTo>
                    <a:pt x="311823" y="85638"/>
                  </a:lnTo>
                  <a:lnTo>
                    <a:pt x="324033" y="91760"/>
                  </a:lnTo>
                  <a:lnTo>
                    <a:pt x="378994" y="91760"/>
                  </a:lnTo>
                  <a:lnTo>
                    <a:pt x="342356" y="79515"/>
                  </a:lnTo>
                  <a:lnTo>
                    <a:pt x="324033" y="79515"/>
                  </a:lnTo>
                  <a:lnTo>
                    <a:pt x="287396" y="67351"/>
                  </a:lnTo>
                  <a:lnTo>
                    <a:pt x="262772" y="67351"/>
                  </a:lnTo>
                  <a:lnTo>
                    <a:pt x="207811" y="48982"/>
                  </a:lnTo>
                  <a:lnTo>
                    <a:pt x="183392" y="48982"/>
                  </a:lnTo>
                  <a:lnTo>
                    <a:pt x="128431" y="30695"/>
                  </a:lnTo>
                  <a:lnTo>
                    <a:pt x="110116" y="30695"/>
                  </a:lnTo>
                  <a:lnTo>
                    <a:pt x="91793" y="24409"/>
                  </a:lnTo>
                  <a:lnTo>
                    <a:pt x="79584" y="18286"/>
                  </a:lnTo>
                  <a:lnTo>
                    <a:pt x="61261" y="18286"/>
                  </a:lnTo>
                  <a:lnTo>
                    <a:pt x="48847" y="12164"/>
                  </a:lnTo>
                  <a:lnTo>
                    <a:pt x="36637" y="12164"/>
                  </a:lnTo>
                  <a:lnTo>
                    <a:pt x="30532" y="6041"/>
                  </a:lnTo>
                  <a:lnTo>
                    <a:pt x="6104" y="6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5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75421" y="3137834"/>
              <a:ext cx="110489" cy="36830"/>
            </a:xfrm>
            <a:custGeom>
              <a:avLst/>
              <a:gdLst/>
              <a:ahLst/>
              <a:cxnLst/>
              <a:rect l="l" t="t" r="r" b="b"/>
              <a:pathLst>
                <a:path w="110489" h="36830">
                  <a:moveTo>
                    <a:pt x="110116" y="0"/>
                  </a:moveTo>
                  <a:lnTo>
                    <a:pt x="6113" y="30532"/>
                  </a:lnTo>
                  <a:lnTo>
                    <a:pt x="0" y="36573"/>
                  </a:lnTo>
                  <a:lnTo>
                    <a:pt x="104003" y="6041"/>
                  </a:lnTo>
                  <a:lnTo>
                    <a:pt x="110116" y="0"/>
                  </a:lnTo>
                  <a:close/>
                </a:path>
              </a:pathLst>
            </a:custGeom>
            <a:solidFill>
              <a:srgbClr val="766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03097" y="3101179"/>
              <a:ext cx="55244" cy="31115"/>
            </a:xfrm>
            <a:custGeom>
              <a:avLst/>
              <a:gdLst/>
              <a:ahLst/>
              <a:cxnLst/>
              <a:rect l="l" t="t" r="r" b="b"/>
              <a:pathLst>
                <a:path w="55244" h="31114">
                  <a:moveTo>
                    <a:pt x="12217" y="0"/>
                  </a:moveTo>
                  <a:lnTo>
                    <a:pt x="0" y="0"/>
                  </a:lnTo>
                  <a:lnTo>
                    <a:pt x="0" y="12245"/>
                  </a:lnTo>
                  <a:lnTo>
                    <a:pt x="55164" y="30532"/>
                  </a:lnTo>
                  <a:lnTo>
                    <a:pt x="55164" y="24409"/>
                  </a:lnTo>
                  <a:lnTo>
                    <a:pt x="12217" y="12245"/>
                  </a:lnTo>
                  <a:lnTo>
                    <a:pt x="12217" y="0"/>
                  </a:lnTo>
                  <a:close/>
                </a:path>
                <a:path w="55244" h="31114">
                  <a:moveTo>
                    <a:pt x="55164" y="12245"/>
                  </a:moveTo>
                  <a:lnTo>
                    <a:pt x="49059" y="12245"/>
                  </a:lnTo>
                  <a:lnTo>
                    <a:pt x="55164" y="24409"/>
                  </a:lnTo>
                  <a:lnTo>
                    <a:pt x="55164" y="12245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15315" y="3107302"/>
              <a:ext cx="37465" cy="18415"/>
            </a:xfrm>
            <a:custGeom>
              <a:avLst/>
              <a:gdLst/>
              <a:ahLst/>
              <a:cxnLst/>
              <a:rect l="l" t="t" r="r" b="b"/>
              <a:pathLst>
                <a:path w="37464" h="18414">
                  <a:moveTo>
                    <a:pt x="0" y="0"/>
                  </a:moveTo>
                  <a:lnTo>
                    <a:pt x="0" y="6122"/>
                  </a:lnTo>
                  <a:lnTo>
                    <a:pt x="36841" y="18286"/>
                  </a:lnTo>
                  <a:lnTo>
                    <a:pt x="36841" y="6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77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09210" y="3076524"/>
              <a:ext cx="709295" cy="92075"/>
            </a:xfrm>
            <a:custGeom>
              <a:avLst/>
              <a:gdLst/>
              <a:ahLst/>
              <a:cxnLst/>
              <a:rect l="l" t="t" r="r" b="b"/>
              <a:pathLst>
                <a:path w="709294" h="92075">
                  <a:moveTo>
                    <a:pt x="531886" y="85719"/>
                  </a:moveTo>
                  <a:lnTo>
                    <a:pt x="427841" y="85719"/>
                  </a:lnTo>
                  <a:lnTo>
                    <a:pt x="433946" y="91842"/>
                  </a:lnTo>
                  <a:lnTo>
                    <a:pt x="525773" y="91842"/>
                  </a:lnTo>
                  <a:lnTo>
                    <a:pt x="531886" y="85719"/>
                  </a:lnTo>
                  <a:close/>
                </a:path>
                <a:path w="709294" h="92075">
                  <a:moveTo>
                    <a:pt x="197425" y="37501"/>
                  </a:moveTo>
                  <a:lnTo>
                    <a:pt x="232239" y="49064"/>
                  </a:lnTo>
                  <a:lnTo>
                    <a:pt x="256863" y="49064"/>
                  </a:lnTo>
                  <a:lnTo>
                    <a:pt x="293500" y="61309"/>
                  </a:lnTo>
                  <a:lnTo>
                    <a:pt x="311823" y="61309"/>
                  </a:lnTo>
                  <a:lnTo>
                    <a:pt x="348461" y="73473"/>
                  </a:lnTo>
                  <a:lnTo>
                    <a:pt x="366776" y="73473"/>
                  </a:lnTo>
                  <a:lnTo>
                    <a:pt x="378986" y="79596"/>
                  </a:lnTo>
                  <a:lnTo>
                    <a:pt x="397309" y="79596"/>
                  </a:lnTo>
                  <a:lnTo>
                    <a:pt x="409518" y="85719"/>
                  </a:lnTo>
                  <a:lnTo>
                    <a:pt x="513530" y="85719"/>
                  </a:lnTo>
                  <a:lnTo>
                    <a:pt x="409389" y="67351"/>
                  </a:lnTo>
                  <a:lnTo>
                    <a:pt x="354566" y="67351"/>
                  </a:lnTo>
                  <a:lnTo>
                    <a:pt x="197425" y="37501"/>
                  </a:lnTo>
                  <a:close/>
                </a:path>
                <a:path w="709294" h="92075">
                  <a:moveTo>
                    <a:pt x="610721" y="67509"/>
                  </a:moveTo>
                  <a:lnTo>
                    <a:pt x="513530" y="85719"/>
                  </a:lnTo>
                  <a:lnTo>
                    <a:pt x="544031" y="85719"/>
                  </a:lnTo>
                  <a:lnTo>
                    <a:pt x="556257" y="79596"/>
                  </a:lnTo>
                  <a:lnTo>
                    <a:pt x="568483" y="79596"/>
                  </a:lnTo>
                  <a:lnTo>
                    <a:pt x="580709" y="73473"/>
                  </a:lnTo>
                  <a:lnTo>
                    <a:pt x="592935" y="73473"/>
                  </a:lnTo>
                  <a:lnTo>
                    <a:pt x="610721" y="67509"/>
                  </a:lnTo>
                  <a:close/>
                </a:path>
                <a:path w="709294" h="92075">
                  <a:moveTo>
                    <a:pt x="611566" y="67351"/>
                  </a:moveTo>
                  <a:lnTo>
                    <a:pt x="611193" y="67351"/>
                  </a:lnTo>
                  <a:lnTo>
                    <a:pt x="610721" y="67509"/>
                  </a:lnTo>
                  <a:lnTo>
                    <a:pt x="611566" y="67351"/>
                  </a:lnTo>
                  <a:close/>
                </a:path>
                <a:path w="709294" h="92075">
                  <a:moveTo>
                    <a:pt x="305710" y="49064"/>
                  </a:moveTo>
                  <a:lnTo>
                    <a:pt x="354566" y="67351"/>
                  </a:lnTo>
                  <a:lnTo>
                    <a:pt x="409389" y="67351"/>
                  </a:lnTo>
                  <a:lnTo>
                    <a:pt x="305710" y="49064"/>
                  </a:lnTo>
                  <a:close/>
                </a:path>
                <a:path w="709294" h="92075">
                  <a:moveTo>
                    <a:pt x="639054" y="62200"/>
                  </a:moveTo>
                  <a:lnTo>
                    <a:pt x="611566" y="67351"/>
                  </a:lnTo>
                  <a:lnTo>
                    <a:pt x="623419" y="67351"/>
                  </a:lnTo>
                  <a:lnTo>
                    <a:pt x="639054" y="62200"/>
                  </a:lnTo>
                  <a:close/>
                </a:path>
                <a:path w="709294" h="92075">
                  <a:moveTo>
                    <a:pt x="709165" y="49064"/>
                  </a:moveTo>
                  <a:lnTo>
                    <a:pt x="684468" y="49064"/>
                  </a:lnTo>
                  <a:lnTo>
                    <a:pt x="672324" y="55187"/>
                  </a:lnTo>
                  <a:lnTo>
                    <a:pt x="653984" y="55187"/>
                  </a:lnTo>
                  <a:lnTo>
                    <a:pt x="641758" y="61309"/>
                  </a:lnTo>
                  <a:lnTo>
                    <a:pt x="639054" y="62200"/>
                  </a:lnTo>
                  <a:lnTo>
                    <a:pt x="709165" y="49064"/>
                  </a:lnTo>
                  <a:close/>
                </a:path>
                <a:path w="709294" h="92075">
                  <a:moveTo>
                    <a:pt x="195602" y="36900"/>
                  </a:moveTo>
                  <a:lnTo>
                    <a:pt x="194259" y="36900"/>
                  </a:lnTo>
                  <a:lnTo>
                    <a:pt x="197425" y="37501"/>
                  </a:lnTo>
                  <a:lnTo>
                    <a:pt x="195602" y="36900"/>
                  </a:lnTo>
                  <a:close/>
                </a:path>
                <a:path w="709294" h="92075">
                  <a:moveTo>
                    <a:pt x="140785" y="26742"/>
                  </a:moveTo>
                  <a:lnTo>
                    <a:pt x="152859" y="30777"/>
                  </a:lnTo>
                  <a:lnTo>
                    <a:pt x="177279" y="36900"/>
                  </a:lnTo>
                  <a:lnTo>
                    <a:pt x="194259" y="36900"/>
                  </a:lnTo>
                  <a:lnTo>
                    <a:pt x="140785" y="26742"/>
                  </a:lnTo>
                  <a:close/>
                </a:path>
                <a:path w="709294" h="92075">
                  <a:moveTo>
                    <a:pt x="134536" y="24654"/>
                  </a:moveTo>
                  <a:lnTo>
                    <a:pt x="129792" y="24654"/>
                  </a:lnTo>
                  <a:lnTo>
                    <a:pt x="140785" y="26742"/>
                  </a:lnTo>
                  <a:lnTo>
                    <a:pt x="134536" y="24654"/>
                  </a:lnTo>
                  <a:close/>
                </a:path>
                <a:path w="709294" h="92075">
                  <a:moveTo>
                    <a:pt x="99386" y="18878"/>
                  </a:moveTo>
                  <a:lnTo>
                    <a:pt x="116221" y="24654"/>
                  </a:lnTo>
                  <a:lnTo>
                    <a:pt x="129792" y="24654"/>
                  </a:lnTo>
                  <a:lnTo>
                    <a:pt x="99386" y="18878"/>
                  </a:lnTo>
                  <a:close/>
                </a:path>
                <a:path w="709294" h="92075">
                  <a:moveTo>
                    <a:pt x="55156" y="6122"/>
                  </a:moveTo>
                  <a:lnTo>
                    <a:pt x="32233" y="6122"/>
                  </a:lnTo>
                  <a:lnTo>
                    <a:pt x="99386" y="18878"/>
                  </a:lnTo>
                  <a:lnTo>
                    <a:pt x="79584" y="12245"/>
                  </a:lnTo>
                  <a:lnTo>
                    <a:pt x="67366" y="12245"/>
                  </a:lnTo>
                  <a:lnTo>
                    <a:pt x="55156" y="6122"/>
                  </a:lnTo>
                  <a:close/>
                </a:path>
                <a:path w="709294" h="92075">
                  <a:moveTo>
                    <a:pt x="29785" y="5657"/>
                  </a:moveTo>
                  <a:lnTo>
                    <a:pt x="30728" y="6122"/>
                  </a:lnTo>
                  <a:lnTo>
                    <a:pt x="32233" y="6122"/>
                  </a:lnTo>
                  <a:lnTo>
                    <a:pt x="29785" y="5657"/>
                  </a:lnTo>
                  <a:close/>
                </a:path>
                <a:path w="709294" h="92075">
                  <a:moveTo>
                    <a:pt x="18314" y="0"/>
                  </a:moveTo>
                  <a:lnTo>
                    <a:pt x="0" y="0"/>
                  </a:lnTo>
                  <a:lnTo>
                    <a:pt x="29785" y="5657"/>
                  </a:lnTo>
                  <a:lnTo>
                    <a:pt x="183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8144" y="2911535"/>
              <a:ext cx="397510" cy="61594"/>
            </a:xfrm>
            <a:custGeom>
              <a:avLst/>
              <a:gdLst/>
              <a:ahLst/>
              <a:cxnLst/>
              <a:rect l="l" t="t" r="r" b="b"/>
              <a:pathLst>
                <a:path w="397510" h="61594">
                  <a:moveTo>
                    <a:pt x="366776" y="0"/>
                  </a:moveTo>
                  <a:lnTo>
                    <a:pt x="0" y="24409"/>
                  </a:lnTo>
                  <a:lnTo>
                    <a:pt x="24427" y="61228"/>
                  </a:lnTo>
                  <a:lnTo>
                    <a:pt x="397309" y="24409"/>
                  </a:lnTo>
                  <a:lnTo>
                    <a:pt x="366776" y="0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48144" y="2917657"/>
              <a:ext cx="385445" cy="55244"/>
            </a:xfrm>
            <a:custGeom>
              <a:avLst/>
              <a:gdLst/>
              <a:ahLst/>
              <a:cxnLst/>
              <a:rect l="l" t="t" r="r" b="b"/>
              <a:pathLst>
                <a:path w="385444" h="55244">
                  <a:moveTo>
                    <a:pt x="360671" y="0"/>
                  </a:moveTo>
                  <a:lnTo>
                    <a:pt x="0" y="24409"/>
                  </a:lnTo>
                  <a:lnTo>
                    <a:pt x="24427" y="55105"/>
                  </a:lnTo>
                  <a:lnTo>
                    <a:pt x="30532" y="55105"/>
                  </a:lnTo>
                  <a:lnTo>
                    <a:pt x="385099" y="24409"/>
                  </a:lnTo>
                  <a:lnTo>
                    <a:pt x="360671" y="0"/>
                  </a:lnTo>
                  <a:close/>
                </a:path>
              </a:pathLst>
            </a:custGeom>
            <a:solidFill>
              <a:srgbClr val="554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4279" y="2795282"/>
              <a:ext cx="158964" cy="8571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326021" y="2728176"/>
              <a:ext cx="403225" cy="31115"/>
            </a:xfrm>
            <a:custGeom>
              <a:avLst/>
              <a:gdLst/>
              <a:ahLst/>
              <a:cxnLst/>
              <a:rect l="l" t="t" r="r" b="b"/>
              <a:pathLst>
                <a:path w="403225" h="31114">
                  <a:moveTo>
                    <a:pt x="12209" y="0"/>
                  </a:moveTo>
                  <a:lnTo>
                    <a:pt x="0" y="0"/>
                  </a:lnTo>
                  <a:lnTo>
                    <a:pt x="0" y="12164"/>
                  </a:lnTo>
                  <a:lnTo>
                    <a:pt x="12209" y="24409"/>
                  </a:lnTo>
                  <a:lnTo>
                    <a:pt x="79380" y="24409"/>
                  </a:lnTo>
                  <a:lnTo>
                    <a:pt x="103808" y="30532"/>
                  </a:lnTo>
                  <a:lnTo>
                    <a:pt x="403210" y="30532"/>
                  </a:lnTo>
                  <a:lnTo>
                    <a:pt x="403210" y="18286"/>
                  </a:lnTo>
                  <a:lnTo>
                    <a:pt x="397105" y="18286"/>
                  </a:lnTo>
                  <a:lnTo>
                    <a:pt x="391000" y="12164"/>
                  </a:lnTo>
                  <a:lnTo>
                    <a:pt x="384895" y="12164"/>
                  </a:lnTo>
                  <a:lnTo>
                    <a:pt x="378790" y="6122"/>
                  </a:lnTo>
                  <a:lnTo>
                    <a:pt x="12209" y="0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26021" y="2734299"/>
              <a:ext cx="379095" cy="24765"/>
            </a:xfrm>
            <a:custGeom>
              <a:avLst/>
              <a:gdLst/>
              <a:ahLst/>
              <a:cxnLst/>
              <a:rect l="l" t="t" r="r" b="b"/>
              <a:pathLst>
                <a:path w="379094" h="24764">
                  <a:moveTo>
                    <a:pt x="378790" y="18286"/>
                  </a:moveTo>
                  <a:lnTo>
                    <a:pt x="73275" y="18286"/>
                  </a:lnTo>
                  <a:lnTo>
                    <a:pt x="91590" y="24409"/>
                  </a:lnTo>
                  <a:lnTo>
                    <a:pt x="378790" y="24409"/>
                  </a:lnTo>
                  <a:lnTo>
                    <a:pt x="378790" y="18286"/>
                  </a:lnTo>
                  <a:close/>
                </a:path>
                <a:path w="379094" h="24764">
                  <a:moveTo>
                    <a:pt x="360467" y="12164"/>
                  </a:moveTo>
                  <a:lnTo>
                    <a:pt x="6104" y="12164"/>
                  </a:lnTo>
                  <a:lnTo>
                    <a:pt x="12209" y="18286"/>
                  </a:lnTo>
                  <a:lnTo>
                    <a:pt x="366572" y="18286"/>
                  </a:lnTo>
                  <a:lnTo>
                    <a:pt x="360467" y="12164"/>
                  </a:lnTo>
                  <a:close/>
                </a:path>
                <a:path w="379094" h="24764">
                  <a:moveTo>
                    <a:pt x="6104" y="0"/>
                  </a:moveTo>
                  <a:lnTo>
                    <a:pt x="0" y="6041"/>
                  </a:lnTo>
                  <a:lnTo>
                    <a:pt x="0" y="12164"/>
                  </a:lnTo>
                  <a:lnTo>
                    <a:pt x="354362" y="12164"/>
                  </a:lnTo>
                  <a:lnTo>
                    <a:pt x="348257" y="6041"/>
                  </a:lnTo>
                  <a:lnTo>
                    <a:pt x="12209" y="6041"/>
                  </a:lnTo>
                  <a:lnTo>
                    <a:pt x="6104" y="0"/>
                  </a:lnTo>
                  <a:close/>
                </a:path>
              </a:pathLst>
            </a:custGeom>
            <a:solidFill>
              <a:srgbClr val="5861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29829" y="2997173"/>
              <a:ext cx="532130" cy="55244"/>
            </a:xfrm>
            <a:custGeom>
              <a:avLst/>
              <a:gdLst/>
              <a:ahLst/>
              <a:cxnLst/>
              <a:rect l="l" t="t" r="r" b="b"/>
              <a:pathLst>
                <a:path w="532130" h="55244">
                  <a:moveTo>
                    <a:pt x="73267" y="48819"/>
                  </a:moveTo>
                  <a:lnTo>
                    <a:pt x="0" y="48819"/>
                  </a:lnTo>
                  <a:lnTo>
                    <a:pt x="0" y="54942"/>
                  </a:lnTo>
                  <a:lnTo>
                    <a:pt x="54952" y="54942"/>
                  </a:lnTo>
                  <a:lnTo>
                    <a:pt x="73267" y="48819"/>
                  </a:lnTo>
                  <a:close/>
                </a:path>
                <a:path w="532130" h="55244">
                  <a:moveTo>
                    <a:pt x="128431" y="42778"/>
                  </a:moveTo>
                  <a:lnTo>
                    <a:pt x="12209" y="42778"/>
                  </a:lnTo>
                  <a:lnTo>
                    <a:pt x="6104" y="48819"/>
                  </a:lnTo>
                  <a:lnTo>
                    <a:pt x="110108" y="48819"/>
                  </a:lnTo>
                  <a:lnTo>
                    <a:pt x="128431" y="42778"/>
                  </a:lnTo>
                  <a:close/>
                </a:path>
                <a:path w="532130" h="55244">
                  <a:moveTo>
                    <a:pt x="195602" y="36655"/>
                  </a:moveTo>
                  <a:lnTo>
                    <a:pt x="30524" y="36655"/>
                  </a:lnTo>
                  <a:lnTo>
                    <a:pt x="30524" y="42778"/>
                  </a:lnTo>
                  <a:lnTo>
                    <a:pt x="171174" y="42778"/>
                  </a:lnTo>
                  <a:lnTo>
                    <a:pt x="195602" y="36655"/>
                  </a:lnTo>
                  <a:close/>
                </a:path>
                <a:path w="532130" h="55244">
                  <a:moveTo>
                    <a:pt x="244449" y="30532"/>
                  </a:moveTo>
                  <a:lnTo>
                    <a:pt x="85485" y="30532"/>
                  </a:lnTo>
                  <a:lnTo>
                    <a:pt x="61057" y="36655"/>
                  </a:lnTo>
                  <a:lnTo>
                    <a:pt x="220021" y="36655"/>
                  </a:lnTo>
                  <a:lnTo>
                    <a:pt x="244449" y="30532"/>
                  </a:lnTo>
                  <a:close/>
                </a:path>
                <a:path w="532130" h="55244">
                  <a:moveTo>
                    <a:pt x="385091" y="6122"/>
                  </a:moveTo>
                  <a:lnTo>
                    <a:pt x="348453" y="6122"/>
                  </a:lnTo>
                  <a:lnTo>
                    <a:pt x="330138" y="12245"/>
                  </a:lnTo>
                  <a:lnTo>
                    <a:pt x="268869" y="12245"/>
                  </a:lnTo>
                  <a:lnTo>
                    <a:pt x="238344" y="18368"/>
                  </a:lnTo>
                  <a:lnTo>
                    <a:pt x="207811" y="18368"/>
                  </a:lnTo>
                  <a:lnTo>
                    <a:pt x="171174" y="24409"/>
                  </a:lnTo>
                  <a:lnTo>
                    <a:pt x="140641" y="30532"/>
                  </a:lnTo>
                  <a:lnTo>
                    <a:pt x="201707" y="30532"/>
                  </a:lnTo>
                  <a:lnTo>
                    <a:pt x="385091" y="6122"/>
                  </a:lnTo>
                  <a:close/>
                </a:path>
                <a:path w="532130" h="55244">
                  <a:moveTo>
                    <a:pt x="464085" y="6251"/>
                  </a:moveTo>
                  <a:lnTo>
                    <a:pt x="201707" y="30532"/>
                  </a:lnTo>
                  <a:lnTo>
                    <a:pt x="293297" y="30532"/>
                  </a:lnTo>
                  <a:lnTo>
                    <a:pt x="317725" y="24409"/>
                  </a:lnTo>
                  <a:lnTo>
                    <a:pt x="342348" y="24409"/>
                  </a:lnTo>
                  <a:lnTo>
                    <a:pt x="366776" y="18368"/>
                  </a:lnTo>
                  <a:lnTo>
                    <a:pt x="385091" y="18368"/>
                  </a:lnTo>
                  <a:lnTo>
                    <a:pt x="409518" y="12245"/>
                  </a:lnTo>
                  <a:lnTo>
                    <a:pt x="446156" y="12245"/>
                  </a:lnTo>
                  <a:lnTo>
                    <a:pt x="464085" y="6251"/>
                  </a:lnTo>
                  <a:close/>
                </a:path>
                <a:path w="532130" h="55244">
                  <a:moveTo>
                    <a:pt x="465478" y="6122"/>
                  </a:moveTo>
                  <a:lnTo>
                    <a:pt x="464471" y="6122"/>
                  </a:lnTo>
                  <a:lnTo>
                    <a:pt x="464085" y="6251"/>
                  </a:lnTo>
                  <a:lnTo>
                    <a:pt x="465478" y="6122"/>
                  </a:lnTo>
                  <a:close/>
                </a:path>
                <a:path w="532130" h="55244">
                  <a:moveTo>
                    <a:pt x="511465" y="1867"/>
                  </a:moveTo>
                  <a:lnTo>
                    <a:pt x="465478" y="6122"/>
                  </a:lnTo>
                  <a:lnTo>
                    <a:pt x="507222" y="6122"/>
                  </a:lnTo>
                  <a:lnTo>
                    <a:pt x="511465" y="1867"/>
                  </a:lnTo>
                  <a:close/>
                </a:path>
                <a:path w="532130" h="55244">
                  <a:moveTo>
                    <a:pt x="531641" y="0"/>
                  </a:moveTo>
                  <a:lnTo>
                    <a:pt x="513327" y="0"/>
                  </a:lnTo>
                  <a:lnTo>
                    <a:pt x="511465" y="1867"/>
                  </a:lnTo>
                  <a:lnTo>
                    <a:pt x="531641" y="0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28118" y="2746463"/>
              <a:ext cx="201930" cy="281305"/>
            </a:xfrm>
            <a:custGeom>
              <a:avLst/>
              <a:gdLst/>
              <a:ahLst/>
              <a:cxnLst/>
              <a:rect l="l" t="t" r="r" b="b"/>
              <a:pathLst>
                <a:path w="201930" h="281305">
                  <a:moveTo>
                    <a:pt x="94189" y="128416"/>
                  </a:moveTo>
                  <a:lnTo>
                    <a:pt x="85489" y="128416"/>
                  </a:lnTo>
                  <a:lnTo>
                    <a:pt x="201711" y="281242"/>
                  </a:lnTo>
                  <a:lnTo>
                    <a:pt x="201711" y="275119"/>
                  </a:lnTo>
                  <a:lnTo>
                    <a:pt x="195598" y="269078"/>
                  </a:lnTo>
                  <a:lnTo>
                    <a:pt x="171178" y="232422"/>
                  </a:lnTo>
                  <a:lnTo>
                    <a:pt x="152855" y="213890"/>
                  </a:lnTo>
                  <a:lnTo>
                    <a:pt x="140645" y="183358"/>
                  </a:lnTo>
                  <a:lnTo>
                    <a:pt x="116217" y="158948"/>
                  </a:lnTo>
                  <a:lnTo>
                    <a:pt x="97902" y="134539"/>
                  </a:lnTo>
                  <a:lnTo>
                    <a:pt x="94189" y="128416"/>
                  </a:lnTo>
                  <a:close/>
                </a:path>
                <a:path w="201930" h="281305">
                  <a:moveTo>
                    <a:pt x="95396" y="162558"/>
                  </a:moveTo>
                  <a:lnTo>
                    <a:pt x="97902" y="171194"/>
                  </a:lnTo>
                  <a:lnTo>
                    <a:pt x="97902" y="165071"/>
                  </a:lnTo>
                  <a:lnTo>
                    <a:pt x="95396" y="162558"/>
                  </a:lnTo>
                  <a:close/>
                </a:path>
                <a:path w="201930" h="281305">
                  <a:moveTo>
                    <a:pt x="0" y="0"/>
                  </a:moveTo>
                  <a:lnTo>
                    <a:pt x="0" y="12245"/>
                  </a:lnTo>
                  <a:lnTo>
                    <a:pt x="6105" y="18368"/>
                  </a:lnTo>
                  <a:lnTo>
                    <a:pt x="12212" y="30532"/>
                  </a:lnTo>
                  <a:lnTo>
                    <a:pt x="18318" y="42778"/>
                  </a:lnTo>
                  <a:lnTo>
                    <a:pt x="24424" y="54942"/>
                  </a:lnTo>
                  <a:lnTo>
                    <a:pt x="30531" y="67187"/>
                  </a:lnTo>
                  <a:lnTo>
                    <a:pt x="42743" y="85719"/>
                  </a:lnTo>
                  <a:lnTo>
                    <a:pt x="48849" y="97883"/>
                  </a:lnTo>
                  <a:lnTo>
                    <a:pt x="61061" y="110129"/>
                  </a:lnTo>
                  <a:lnTo>
                    <a:pt x="67166" y="128416"/>
                  </a:lnTo>
                  <a:lnTo>
                    <a:pt x="79384" y="140661"/>
                  </a:lnTo>
                  <a:lnTo>
                    <a:pt x="85489" y="146703"/>
                  </a:lnTo>
                  <a:lnTo>
                    <a:pt x="91798" y="158948"/>
                  </a:lnTo>
                  <a:lnTo>
                    <a:pt x="95396" y="162558"/>
                  </a:lnTo>
                  <a:lnTo>
                    <a:pt x="85489" y="128416"/>
                  </a:lnTo>
                  <a:lnTo>
                    <a:pt x="94189" y="128416"/>
                  </a:lnTo>
                  <a:lnTo>
                    <a:pt x="79384" y="104006"/>
                  </a:lnTo>
                  <a:lnTo>
                    <a:pt x="61061" y="79351"/>
                  </a:lnTo>
                  <a:lnTo>
                    <a:pt x="48849" y="54942"/>
                  </a:lnTo>
                  <a:lnTo>
                    <a:pt x="30531" y="36655"/>
                  </a:lnTo>
                  <a:lnTo>
                    <a:pt x="18318" y="183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8A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26021" y="2844347"/>
              <a:ext cx="629920" cy="171450"/>
            </a:xfrm>
            <a:custGeom>
              <a:avLst/>
              <a:gdLst/>
              <a:ahLst/>
              <a:cxnLst/>
              <a:rect l="l" t="t" r="r" b="b"/>
              <a:pathLst>
                <a:path w="629919" h="171450">
                  <a:moveTo>
                    <a:pt x="0" y="0"/>
                  </a:moveTo>
                  <a:lnTo>
                    <a:pt x="122122" y="171194"/>
                  </a:lnTo>
                  <a:lnTo>
                    <a:pt x="629345" y="122293"/>
                  </a:lnTo>
                  <a:lnTo>
                    <a:pt x="268877" y="152825"/>
                  </a:lnTo>
                  <a:lnTo>
                    <a:pt x="617135" y="116007"/>
                  </a:lnTo>
                  <a:lnTo>
                    <a:pt x="128227" y="152825"/>
                  </a:lnTo>
                  <a:lnTo>
                    <a:pt x="116018" y="146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75986" y="3064360"/>
              <a:ext cx="385445" cy="67945"/>
            </a:xfrm>
            <a:custGeom>
              <a:avLst/>
              <a:gdLst/>
              <a:ahLst/>
              <a:cxnLst/>
              <a:rect l="l" t="t" r="r" b="b"/>
              <a:pathLst>
                <a:path w="385445" h="67944">
                  <a:moveTo>
                    <a:pt x="232272" y="0"/>
                  </a:moveTo>
                  <a:lnTo>
                    <a:pt x="0" y="36818"/>
                  </a:lnTo>
                  <a:lnTo>
                    <a:pt x="183367" y="67351"/>
                  </a:lnTo>
                  <a:lnTo>
                    <a:pt x="385099" y="24409"/>
                  </a:lnTo>
                  <a:lnTo>
                    <a:pt x="232272" y="0"/>
                  </a:lnTo>
                  <a:close/>
                </a:path>
              </a:pathLst>
            </a:custGeom>
            <a:solidFill>
              <a:srgbClr val="555F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06519" y="3076524"/>
              <a:ext cx="330200" cy="55244"/>
            </a:xfrm>
            <a:custGeom>
              <a:avLst/>
              <a:gdLst/>
              <a:ahLst/>
              <a:cxnLst/>
              <a:rect l="l" t="t" r="r" b="b"/>
              <a:pathLst>
                <a:path w="330200" h="55244">
                  <a:moveTo>
                    <a:pt x="207852" y="0"/>
                  </a:moveTo>
                  <a:lnTo>
                    <a:pt x="0" y="30777"/>
                  </a:lnTo>
                  <a:lnTo>
                    <a:pt x="152835" y="55187"/>
                  </a:lnTo>
                  <a:lnTo>
                    <a:pt x="330114" y="12245"/>
                  </a:lnTo>
                  <a:lnTo>
                    <a:pt x="207852" y="0"/>
                  </a:lnTo>
                  <a:close/>
                </a:path>
              </a:pathLst>
            </a:custGeom>
            <a:solidFill>
              <a:srgbClr val="6E7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38231" y="2801405"/>
              <a:ext cx="330200" cy="85725"/>
            </a:xfrm>
            <a:custGeom>
              <a:avLst/>
              <a:gdLst/>
              <a:ahLst/>
              <a:cxnLst/>
              <a:rect l="l" t="t" r="r" b="b"/>
              <a:pathLst>
                <a:path w="330200" h="85725">
                  <a:moveTo>
                    <a:pt x="268877" y="0"/>
                  </a:moveTo>
                  <a:lnTo>
                    <a:pt x="6104" y="0"/>
                  </a:lnTo>
                  <a:lnTo>
                    <a:pt x="0" y="6122"/>
                  </a:lnTo>
                  <a:lnTo>
                    <a:pt x="0" y="24409"/>
                  </a:lnTo>
                  <a:lnTo>
                    <a:pt x="6104" y="30777"/>
                  </a:lnTo>
                  <a:lnTo>
                    <a:pt x="18322" y="55187"/>
                  </a:lnTo>
                  <a:lnTo>
                    <a:pt x="24427" y="61309"/>
                  </a:lnTo>
                  <a:lnTo>
                    <a:pt x="30532" y="67351"/>
                  </a:lnTo>
                  <a:lnTo>
                    <a:pt x="42742" y="79596"/>
                  </a:lnTo>
                  <a:lnTo>
                    <a:pt x="48855" y="79596"/>
                  </a:lnTo>
                  <a:lnTo>
                    <a:pt x="54960" y="85719"/>
                  </a:lnTo>
                  <a:lnTo>
                    <a:pt x="67170" y="85719"/>
                  </a:lnTo>
                  <a:lnTo>
                    <a:pt x="323838" y="73473"/>
                  </a:lnTo>
                  <a:lnTo>
                    <a:pt x="329943" y="67351"/>
                  </a:lnTo>
                  <a:lnTo>
                    <a:pt x="323838" y="61309"/>
                  </a:lnTo>
                  <a:lnTo>
                    <a:pt x="323838" y="55187"/>
                  </a:lnTo>
                  <a:lnTo>
                    <a:pt x="317725" y="49064"/>
                  </a:lnTo>
                  <a:lnTo>
                    <a:pt x="317725" y="42941"/>
                  </a:lnTo>
                  <a:lnTo>
                    <a:pt x="311620" y="36818"/>
                  </a:lnTo>
                  <a:lnTo>
                    <a:pt x="299410" y="24409"/>
                  </a:lnTo>
                  <a:lnTo>
                    <a:pt x="293305" y="18368"/>
                  </a:lnTo>
                  <a:lnTo>
                    <a:pt x="281087" y="6122"/>
                  </a:lnTo>
                  <a:lnTo>
                    <a:pt x="274982" y="6122"/>
                  </a:lnTo>
                  <a:lnTo>
                    <a:pt x="268877" y="0"/>
                  </a:lnTo>
                  <a:close/>
                </a:path>
              </a:pathLst>
            </a:custGeom>
            <a:solidFill>
              <a:srgbClr val="CCCF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56554" y="2801405"/>
              <a:ext cx="299720" cy="73660"/>
            </a:xfrm>
            <a:custGeom>
              <a:avLst/>
              <a:gdLst/>
              <a:ahLst/>
              <a:cxnLst/>
              <a:rect l="l" t="t" r="r" b="b"/>
              <a:pathLst>
                <a:path w="299719" h="73660">
                  <a:moveTo>
                    <a:pt x="293297" y="67351"/>
                  </a:moveTo>
                  <a:lnTo>
                    <a:pt x="36637" y="67351"/>
                  </a:lnTo>
                  <a:lnTo>
                    <a:pt x="42742" y="73473"/>
                  </a:lnTo>
                  <a:lnTo>
                    <a:pt x="61057" y="73473"/>
                  </a:lnTo>
                  <a:lnTo>
                    <a:pt x="293297" y="67351"/>
                  </a:lnTo>
                  <a:close/>
                </a:path>
                <a:path w="299719" h="73660">
                  <a:moveTo>
                    <a:pt x="256659" y="6122"/>
                  </a:moveTo>
                  <a:lnTo>
                    <a:pt x="0" y="6122"/>
                  </a:lnTo>
                  <a:lnTo>
                    <a:pt x="0" y="24409"/>
                  </a:lnTo>
                  <a:lnTo>
                    <a:pt x="6104" y="30777"/>
                  </a:lnTo>
                  <a:lnTo>
                    <a:pt x="18314" y="49064"/>
                  </a:lnTo>
                  <a:lnTo>
                    <a:pt x="30532" y="61309"/>
                  </a:lnTo>
                  <a:lnTo>
                    <a:pt x="30532" y="67351"/>
                  </a:lnTo>
                  <a:lnTo>
                    <a:pt x="299402" y="67351"/>
                  </a:lnTo>
                  <a:lnTo>
                    <a:pt x="299402" y="55187"/>
                  </a:lnTo>
                  <a:lnTo>
                    <a:pt x="293297" y="49064"/>
                  </a:lnTo>
                  <a:lnTo>
                    <a:pt x="293297" y="42941"/>
                  </a:lnTo>
                  <a:lnTo>
                    <a:pt x="287192" y="36818"/>
                  </a:lnTo>
                  <a:lnTo>
                    <a:pt x="281087" y="36818"/>
                  </a:lnTo>
                  <a:lnTo>
                    <a:pt x="274982" y="24409"/>
                  </a:lnTo>
                  <a:lnTo>
                    <a:pt x="268877" y="18368"/>
                  </a:lnTo>
                  <a:lnTo>
                    <a:pt x="256659" y="6122"/>
                  </a:lnTo>
                  <a:close/>
                </a:path>
                <a:path w="299719" h="73660">
                  <a:moveTo>
                    <a:pt x="238344" y="0"/>
                  </a:moveTo>
                  <a:lnTo>
                    <a:pt x="12209" y="6122"/>
                  </a:lnTo>
                  <a:lnTo>
                    <a:pt x="244449" y="6122"/>
                  </a:lnTo>
                  <a:lnTo>
                    <a:pt x="238344" y="0"/>
                  </a:lnTo>
                  <a:close/>
                </a:path>
              </a:pathLst>
            </a:custGeom>
            <a:solidFill>
              <a:srgbClr val="F3F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82909" y="4195597"/>
              <a:ext cx="403225" cy="67310"/>
            </a:xfrm>
            <a:custGeom>
              <a:avLst/>
              <a:gdLst/>
              <a:ahLst/>
              <a:cxnLst/>
              <a:rect l="l" t="t" r="r" b="b"/>
              <a:pathLst>
                <a:path w="403225" h="67310">
                  <a:moveTo>
                    <a:pt x="61125" y="54940"/>
                  </a:moveTo>
                  <a:lnTo>
                    <a:pt x="55016" y="54940"/>
                  </a:lnTo>
                  <a:lnTo>
                    <a:pt x="55016" y="48831"/>
                  </a:lnTo>
                  <a:lnTo>
                    <a:pt x="48907" y="48831"/>
                  </a:lnTo>
                  <a:lnTo>
                    <a:pt x="36677" y="36626"/>
                  </a:lnTo>
                  <a:lnTo>
                    <a:pt x="12230" y="36626"/>
                  </a:lnTo>
                  <a:lnTo>
                    <a:pt x="0" y="48831"/>
                  </a:lnTo>
                  <a:lnTo>
                    <a:pt x="0" y="61048"/>
                  </a:lnTo>
                  <a:lnTo>
                    <a:pt x="6108" y="67157"/>
                  </a:lnTo>
                  <a:lnTo>
                    <a:pt x="12230" y="67157"/>
                  </a:lnTo>
                  <a:lnTo>
                    <a:pt x="24447" y="61048"/>
                  </a:lnTo>
                  <a:lnTo>
                    <a:pt x="61125" y="61048"/>
                  </a:lnTo>
                  <a:lnTo>
                    <a:pt x="61125" y="54940"/>
                  </a:lnTo>
                  <a:close/>
                </a:path>
                <a:path w="403225" h="67310">
                  <a:moveTo>
                    <a:pt x="403212" y="18313"/>
                  </a:moveTo>
                  <a:lnTo>
                    <a:pt x="397103" y="12204"/>
                  </a:lnTo>
                  <a:lnTo>
                    <a:pt x="391071" y="6108"/>
                  </a:lnTo>
                  <a:lnTo>
                    <a:pt x="384962" y="0"/>
                  </a:lnTo>
                  <a:lnTo>
                    <a:pt x="354393" y="0"/>
                  </a:lnTo>
                  <a:lnTo>
                    <a:pt x="354393" y="6108"/>
                  </a:lnTo>
                  <a:lnTo>
                    <a:pt x="348284" y="12204"/>
                  </a:lnTo>
                  <a:lnTo>
                    <a:pt x="348284" y="18313"/>
                  </a:lnTo>
                  <a:lnTo>
                    <a:pt x="360502" y="30518"/>
                  </a:lnTo>
                  <a:lnTo>
                    <a:pt x="372732" y="24422"/>
                  </a:lnTo>
                  <a:lnTo>
                    <a:pt x="403212" y="24422"/>
                  </a:lnTo>
                  <a:lnTo>
                    <a:pt x="403212" y="18313"/>
                  </a:lnTo>
                  <a:close/>
                </a:path>
              </a:pathLst>
            </a:custGeom>
            <a:solidFill>
              <a:srgbClr val="8A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89017" y="4195597"/>
              <a:ext cx="415925" cy="73660"/>
            </a:xfrm>
            <a:custGeom>
              <a:avLst/>
              <a:gdLst/>
              <a:ahLst/>
              <a:cxnLst/>
              <a:rect l="l" t="t" r="r" b="b"/>
              <a:pathLst>
                <a:path w="415925" h="73660">
                  <a:moveTo>
                    <a:pt x="67170" y="48831"/>
                  </a:moveTo>
                  <a:lnTo>
                    <a:pt x="61137" y="42735"/>
                  </a:lnTo>
                  <a:lnTo>
                    <a:pt x="48907" y="36626"/>
                  </a:lnTo>
                  <a:lnTo>
                    <a:pt x="6121" y="36626"/>
                  </a:lnTo>
                  <a:lnTo>
                    <a:pt x="0" y="42735"/>
                  </a:lnTo>
                  <a:lnTo>
                    <a:pt x="12230" y="42735"/>
                  </a:lnTo>
                  <a:lnTo>
                    <a:pt x="30568" y="48831"/>
                  </a:lnTo>
                  <a:lnTo>
                    <a:pt x="36677" y="48831"/>
                  </a:lnTo>
                  <a:lnTo>
                    <a:pt x="36677" y="61048"/>
                  </a:lnTo>
                  <a:lnTo>
                    <a:pt x="30568" y="61048"/>
                  </a:lnTo>
                  <a:lnTo>
                    <a:pt x="30568" y="73266"/>
                  </a:lnTo>
                  <a:lnTo>
                    <a:pt x="48907" y="73266"/>
                  </a:lnTo>
                  <a:lnTo>
                    <a:pt x="61137" y="61048"/>
                  </a:lnTo>
                  <a:lnTo>
                    <a:pt x="67170" y="54940"/>
                  </a:lnTo>
                  <a:lnTo>
                    <a:pt x="67170" y="48831"/>
                  </a:lnTo>
                  <a:close/>
                </a:path>
                <a:path w="415925" h="73660">
                  <a:moveTo>
                    <a:pt x="415696" y="18313"/>
                  </a:moveTo>
                  <a:lnTo>
                    <a:pt x="409575" y="12204"/>
                  </a:lnTo>
                  <a:lnTo>
                    <a:pt x="403225" y="6108"/>
                  </a:lnTo>
                  <a:lnTo>
                    <a:pt x="397103" y="0"/>
                  </a:lnTo>
                  <a:lnTo>
                    <a:pt x="354393" y="0"/>
                  </a:lnTo>
                  <a:lnTo>
                    <a:pt x="348284" y="6108"/>
                  </a:lnTo>
                  <a:lnTo>
                    <a:pt x="378853" y="6108"/>
                  </a:lnTo>
                  <a:lnTo>
                    <a:pt x="384962" y="12204"/>
                  </a:lnTo>
                  <a:lnTo>
                    <a:pt x="384962" y="24422"/>
                  </a:lnTo>
                  <a:lnTo>
                    <a:pt x="372745" y="24422"/>
                  </a:lnTo>
                  <a:lnTo>
                    <a:pt x="372745" y="30518"/>
                  </a:lnTo>
                  <a:lnTo>
                    <a:pt x="378853" y="36626"/>
                  </a:lnTo>
                  <a:lnTo>
                    <a:pt x="390994" y="36626"/>
                  </a:lnTo>
                  <a:lnTo>
                    <a:pt x="403225" y="30518"/>
                  </a:lnTo>
                  <a:lnTo>
                    <a:pt x="409575" y="24422"/>
                  </a:lnTo>
                  <a:lnTo>
                    <a:pt x="415696" y="18313"/>
                  </a:lnTo>
                  <a:close/>
                </a:path>
              </a:pathLst>
            </a:custGeom>
            <a:solidFill>
              <a:srgbClr val="768A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95519" y="3920463"/>
              <a:ext cx="770255" cy="342900"/>
            </a:xfrm>
            <a:custGeom>
              <a:avLst/>
              <a:gdLst/>
              <a:ahLst/>
              <a:cxnLst/>
              <a:rect l="l" t="t" r="r" b="b"/>
              <a:pathLst>
                <a:path w="770254" h="342900">
                  <a:moveTo>
                    <a:pt x="537950" y="12204"/>
                  </a:moveTo>
                  <a:lnTo>
                    <a:pt x="0" y="12204"/>
                  </a:lnTo>
                  <a:lnTo>
                    <a:pt x="0" y="36630"/>
                  </a:lnTo>
                  <a:lnTo>
                    <a:pt x="177279" y="317864"/>
                  </a:lnTo>
                  <a:lnTo>
                    <a:pt x="177279" y="323963"/>
                  </a:lnTo>
                  <a:lnTo>
                    <a:pt x="195618" y="342282"/>
                  </a:lnTo>
                  <a:lnTo>
                    <a:pt x="213957" y="342282"/>
                  </a:lnTo>
                  <a:lnTo>
                    <a:pt x="751908" y="275127"/>
                  </a:lnTo>
                  <a:lnTo>
                    <a:pt x="758021" y="275127"/>
                  </a:lnTo>
                  <a:lnTo>
                    <a:pt x="764134" y="269020"/>
                  </a:lnTo>
                  <a:lnTo>
                    <a:pt x="770247" y="262710"/>
                  </a:lnTo>
                  <a:lnTo>
                    <a:pt x="770247" y="256611"/>
                  </a:lnTo>
                  <a:lnTo>
                    <a:pt x="764134" y="256611"/>
                  </a:lnTo>
                  <a:lnTo>
                    <a:pt x="764134" y="250505"/>
                  </a:lnTo>
                  <a:lnTo>
                    <a:pt x="556289" y="36630"/>
                  </a:lnTo>
                  <a:lnTo>
                    <a:pt x="550176" y="30524"/>
                  </a:lnTo>
                  <a:lnTo>
                    <a:pt x="550176" y="24417"/>
                  </a:lnTo>
                  <a:lnTo>
                    <a:pt x="544063" y="18311"/>
                  </a:lnTo>
                  <a:lnTo>
                    <a:pt x="537950" y="18311"/>
                  </a:lnTo>
                  <a:lnTo>
                    <a:pt x="537950" y="12204"/>
                  </a:lnTo>
                  <a:close/>
                </a:path>
                <a:path w="770254" h="342900">
                  <a:moveTo>
                    <a:pt x="24452" y="0"/>
                  </a:moveTo>
                  <a:lnTo>
                    <a:pt x="12226" y="0"/>
                  </a:lnTo>
                  <a:lnTo>
                    <a:pt x="12226" y="6106"/>
                  </a:lnTo>
                  <a:lnTo>
                    <a:pt x="6113" y="6106"/>
                  </a:lnTo>
                  <a:lnTo>
                    <a:pt x="6113" y="12204"/>
                  </a:lnTo>
                  <a:lnTo>
                    <a:pt x="519692" y="12204"/>
                  </a:lnTo>
                  <a:lnTo>
                    <a:pt x="24452" y="0"/>
                  </a:lnTo>
                  <a:close/>
                </a:path>
              </a:pathLst>
            </a:custGeom>
            <a:solidFill>
              <a:srgbClr val="D7DD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75152" y="3963192"/>
              <a:ext cx="629920" cy="232410"/>
            </a:xfrm>
            <a:custGeom>
              <a:avLst/>
              <a:gdLst/>
              <a:ahLst/>
              <a:cxnLst/>
              <a:rect l="l" t="t" r="r" b="b"/>
              <a:pathLst>
                <a:path w="629920" h="232410">
                  <a:moveTo>
                    <a:pt x="446172" y="0"/>
                  </a:moveTo>
                  <a:lnTo>
                    <a:pt x="0" y="0"/>
                  </a:lnTo>
                  <a:lnTo>
                    <a:pt x="0" y="18319"/>
                  </a:lnTo>
                  <a:lnTo>
                    <a:pt x="6113" y="30524"/>
                  </a:lnTo>
                  <a:lnTo>
                    <a:pt x="18339" y="42737"/>
                  </a:lnTo>
                  <a:lnTo>
                    <a:pt x="42710" y="79368"/>
                  </a:lnTo>
                  <a:lnTo>
                    <a:pt x="54936" y="103990"/>
                  </a:lnTo>
                  <a:lnTo>
                    <a:pt x="79388" y="140621"/>
                  </a:lnTo>
                  <a:lnTo>
                    <a:pt x="97646" y="158932"/>
                  </a:lnTo>
                  <a:lnTo>
                    <a:pt x="122098" y="195563"/>
                  </a:lnTo>
                  <a:lnTo>
                    <a:pt x="128211" y="207776"/>
                  </a:lnTo>
                  <a:lnTo>
                    <a:pt x="140437" y="219981"/>
                  </a:lnTo>
                  <a:lnTo>
                    <a:pt x="146550" y="226291"/>
                  </a:lnTo>
                  <a:lnTo>
                    <a:pt x="146550" y="232398"/>
                  </a:lnTo>
                  <a:lnTo>
                    <a:pt x="152663" y="232398"/>
                  </a:lnTo>
                  <a:lnTo>
                    <a:pt x="158776" y="226291"/>
                  </a:lnTo>
                  <a:lnTo>
                    <a:pt x="207763" y="226291"/>
                  </a:lnTo>
                  <a:lnTo>
                    <a:pt x="226102" y="219981"/>
                  </a:lnTo>
                  <a:lnTo>
                    <a:pt x="281038" y="219981"/>
                  </a:lnTo>
                  <a:lnTo>
                    <a:pt x="299377" y="213882"/>
                  </a:lnTo>
                  <a:lnTo>
                    <a:pt x="342169" y="213882"/>
                  </a:lnTo>
                  <a:lnTo>
                    <a:pt x="366539" y="207776"/>
                  </a:lnTo>
                  <a:lnTo>
                    <a:pt x="409494" y="207776"/>
                  </a:lnTo>
                  <a:lnTo>
                    <a:pt x="433946" y="201669"/>
                  </a:lnTo>
                  <a:lnTo>
                    <a:pt x="476656" y="201669"/>
                  </a:lnTo>
                  <a:lnTo>
                    <a:pt x="494996" y="195563"/>
                  </a:lnTo>
                  <a:lnTo>
                    <a:pt x="556045" y="195563"/>
                  </a:lnTo>
                  <a:lnTo>
                    <a:pt x="568271" y="189456"/>
                  </a:lnTo>
                  <a:lnTo>
                    <a:pt x="623452" y="189456"/>
                  </a:lnTo>
                  <a:lnTo>
                    <a:pt x="629565" y="183350"/>
                  </a:lnTo>
                  <a:lnTo>
                    <a:pt x="446172" y="0"/>
                  </a:lnTo>
                  <a:close/>
                </a:path>
              </a:pathLst>
            </a:custGeom>
            <a:solidFill>
              <a:srgbClr val="4323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75152" y="3975405"/>
              <a:ext cx="617220" cy="220345"/>
            </a:xfrm>
            <a:custGeom>
              <a:avLst/>
              <a:gdLst/>
              <a:ahLst/>
              <a:cxnLst/>
              <a:rect l="l" t="t" r="r" b="b"/>
              <a:pathLst>
                <a:path w="617220" h="220345">
                  <a:moveTo>
                    <a:pt x="446172" y="0"/>
                  </a:moveTo>
                  <a:lnTo>
                    <a:pt x="0" y="6106"/>
                  </a:lnTo>
                  <a:lnTo>
                    <a:pt x="146550" y="220185"/>
                  </a:lnTo>
                  <a:lnTo>
                    <a:pt x="152663" y="220185"/>
                  </a:lnTo>
                  <a:lnTo>
                    <a:pt x="158776" y="214078"/>
                  </a:lnTo>
                  <a:lnTo>
                    <a:pt x="213876" y="214078"/>
                  </a:lnTo>
                  <a:lnTo>
                    <a:pt x="232215" y="207768"/>
                  </a:lnTo>
                  <a:lnTo>
                    <a:pt x="287151" y="207768"/>
                  </a:lnTo>
                  <a:lnTo>
                    <a:pt x="305490" y="201669"/>
                  </a:lnTo>
                  <a:lnTo>
                    <a:pt x="348282" y="201669"/>
                  </a:lnTo>
                  <a:lnTo>
                    <a:pt x="366539" y="195563"/>
                  </a:lnTo>
                  <a:lnTo>
                    <a:pt x="409494" y="195563"/>
                  </a:lnTo>
                  <a:lnTo>
                    <a:pt x="427833" y="189456"/>
                  </a:lnTo>
                  <a:lnTo>
                    <a:pt x="470543" y="189456"/>
                  </a:lnTo>
                  <a:lnTo>
                    <a:pt x="488882" y="183350"/>
                  </a:lnTo>
                  <a:lnTo>
                    <a:pt x="543819" y="183350"/>
                  </a:lnTo>
                  <a:lnTo>
                    <a:pt x="556045" y="177243"/>
                  </a:lnTo>
                  <a:lnTo>
                    <a:pt x="610981" y="177243"/>
                  </a:lnTo>
                  <a:lnTo>
                    <a:pt x="617094" y="171137"/>
                  </a:lnTo>
                  <a:lnTo>
                    <a:pt x="446172" y="0"/>
                  </a:lnTo>
                  <a:close/>
                </a:path>
              </a:pathLst>
            </a:custGeom>
            <a:solidFill>
              <a:srgbClr val="5861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95519" y="3920463"/>
              <a:ext cx="764540" cy="342900"/>
            </a:xfrm>
            <a:custGeom>
              <a:avLst/>
              <a:gdLst/>
              <a:ahLst/>
              <a:cxnLst/>
              <a:rect l="l" t="t" r="r" b="b"/>
              <a:pathLst>
                <a:path w="764539" h="342900">
                  <a:moveTo>
                    <a:pt x="18339" y="0"/>
                  </a:moveTo>
                  <a:lnTo>
                    <a:pt x="12226" y="6106"/>
                  </a:lnTo>
                  <a:lnTo>
                    <a:pt x="6113" y="6106"/>
                  </a:lnTo>
                  <a:lnTo>
                    <a:pt x="6113" y="12204"/>
                  </a:lnTo>
                  <a:lnTo>
                    <a:pt x="0" y="12204"/>
                  </a:lnTo>
                  <a:lnTo>
                    <a:pt x="0" y="36630"/>
                  </a:lnTo>
                  <a:lnTo>
                    <a:pt x="177279" y="317864"/>
                  </a:lnTo>
                  <a:lnTo>
                    <a:pt x="177279" y="323963"/>
                  </a:lnTo>
                  <a:lnTo>
                    <a:pt x="195618" y="342282"/>
                  </a:lnTo>
                  <a:lnTo>
                    <a:pt x="213957" y="342282"/>
                  </a:lnTo>
                  <a:lnTo>
                    <a:pt x="581992" y="299545"/>
                  </a:lnTo>
                  <a:lnTo>
                    <a:pt x="226183" y="299545"/>
                  </a:lnTo>
                  <a:lnTo>
                    <a:pt x="226183" y="293438"/>
                  </a:lnTo>
                  <a:lnTo>
                    <a:pt x="213957" y="287332"/>
                  </a:lnTo>
                  <a:lnTo>
                    <a:pt x="207844" y="275127"/>
                  </a:lnTo>
                  <a:lnTo>
                    <a:pt x="195618" y="262710"/>
                  </a:lnTo>
                  <a:lnTo>
                    <a:pt x="177279" y="244398"/>
                  </a:lnTo>
                  <a:lnTo>
                    <a:pt x="165134" y="219981"/>
                  </a:lnTo>
                  <a:lnTo>
                    <a:pt x="128456" y="171137"/>
                  </a:lnTo>
                  <a:lnTo>
                    <a:pt x="116229" y="146719"/>
                  </a:lnTo>
                  <a:lnTo>
                    <a:pt x="97972" y="122097"/>
                  </a:lnTo>
                  <a:lnTo>
                    <a:pt x="79632" y="97679"/>
                  </a:lnTo>
                  <a:lnTo>
                    <a:pt x="67406" y="73253"/>
                  </a:lnTo>
                  <a:lnTo>
                    <a:pt x="49067" y="48835"/>
                  </a:lnTo>
                  <a:lnTo>
                    <a:pt x="36841" y="30524"/>
                  </a:lnTo>
                  <a:lnTo>
                    <a:pt x="24452" y="12204"/>
                  </a:lnTo>
                  <a:lnTo>
                    <a:pt x="18339" y="0"/>
                  </a:lnTo>
                  <a:close/>
                </a:path>
                <a:path w="764539" h="342900">
                  <a:moveTo>
                    <a:pt x="758021" y="250505"/>
                  </a:moveTo>
                  <a:lnTo>
                    <a:pt x="226183" y="299545"/>
                  </a:lnTo>
                  <a:lnTo>
                    <a:pt x="581992" y="299545"/>
                  </a:lnTo>
                  <a:lnTo>
                    <a:pt x="739682" y="281233"/>
                  </a:lnTo>
                  <a:lnTo>
                    <a:pt x="745795" y="281233"/>
                  </a:lnTo>
                  <a:lnTo>
                    <a:pt x="751908" y="275127"/>
                  </a:lnTo>
                  <a:lnTo>
                    <a:pt x="764134" y="275127"/>
                  </a:lnTo>
                  <a:lnTo>
                    <a:pt x="764134" y="256611"/>
                  </a:lnTo>
                  <a:lnTo>
                    <a:pt x="758021" y="250505"/>
                  </a:lnTo>
                  <a:close/>
                </a:path>
              </a:pathLst>
            </a:custGeom>
            <a:solidFill>
              <a:srgbClr val="8A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52186" y="4287163"/>
              <a:ext cx="911225" cy="153035"/>
            </a:xfrm>
            <a:custGeom>
              <a:avLst/>
              <a:gdLst/>
              <a:ahLst/>
              <a:cxnLst/>
              <a:rect l="l" t="t" r="r" b="b"/>
              <a:pathLst>
                <a:path w="911225" h="153035">
                  <a:moveTo>
                    <a:pt x="525805" y="146721"/>
                  </a:moveTo>
                  <a:lnTo>
                    <a:pt x="483014" y="146721"/>
                  </a:lnTo>
                  <a:lnTo>
                    <a:pt x="483014" y="152826"/>
                  </a:lnTo>
                  <a:lnTo>
                    <a:pt x="519692" y="152826"/>
                  </a:lnTo>
                  <a:lnTo>
                    <a:pt x="525805" y="146721"/>
                  </a:lnTo>
                  <a:close/>
                </a:path>
                <a:path w="911225" h="153035">
                  <a:moveTo>
                    <a:pt x="0" y="0"/>
                  </a:moveTo>
                  <a:lnTo>
                    <a:pt x="0" y="24417"/>
                  </a:lnTo>
                  <a:lnTo>
                    <a:pt x="6357" y="24417"/>
                  </a:lnTo>
                  <a:lnTo>
                    <a:pt x="6357" y="30524"/>
                  </a:lnTo>
                  <a:lnTo>
                    <a:pt x="18583" y="30524"/>
                  </a:lnTo>
                  <a:lnTo>
                    <a:pt x="476901" y="146721"/>
                  </a:lnTo>
                  <a:lnTo>
                    <a:pt x="544063" y="146721"/>
                  </a:lnTo>
                  <a:lnTo>
                    <a:pt x="617299" y="122301"/>
                  </a:lnTo>
                  <a:lnTo>
                    <a:pt x="433946" y="122301"/>
                  </a:lnTo>
                  <a:lnTo>
                    <a:pt x="311848" y="91777"/>
                  </a:lnTo>
                  <a:lnTo>
                    <a:pt x="293509" y="73465"/>
                  </a:lnTo>
                  <a:lnTo>
                    <a:pt x="201731" y="49039"/>
                  </a:lnTo>
                  <a:lnTo>
                    <a:pt x="0" y="0"/>
                  </a:lnTo>
                  <a:close/>
                </a:path>
                <a:path w="911225" h="153035">
                  <a:moveTo>
                    <a:pt x="458643" y="110091"/>
                  </a:moveTo>
                  <a:lnTo>
                    <a:pt x="452530" y="110091"/>
                  </a:lnTo>
                  <a:lnTo>
                    <a:pt x="433946" y="122301"/>
                  </a:lnTo>
                  <a:lnTo>
                    <a:pt x="489127" y="122301"/>
                  </a:lnTo>
                  <a:lnTo>
                    <a:pt x="483014" y="116196"/>
                  </a:lnTo>
                  <a:lnTo>
                    <a:pt x="464675" y="116196"/>
                  </a:lnTo>
                  <a:lnTo>
                    <a:pt x="458643" y="110091"/>
                  </a:lnTo>
                  <a:close/>
                </a:path>
                <a:path w="911225" h="153035">
                  <a:moveTo>
                    <a:pt x="910848" y="12213"/>
                  </a:moveTo>
                  <a:lnTo>
                    <a:pt x="806844" y="42941"/>
                  </a:lnTo>
                  <a:lnTo>
                    <a:pt x="806844" y="49039"/>
                  </a:lnTo>
                  <a:lnTo>
                    <a:pt x="696971" y="79564"/>
                  </a:lnTo>
                  <a:lnTo>
                    <a:pt x="678632" y="79564"/>
                  </a:lnTo>
                  <a:lnTo>
                    <a:pt x="568515" y="110091"/>
                  </a:lnTo>
                  <a:lnTo>
                    <a:pt x="550176" y="110091"/>
                  </a:lnTo>
                  <a:lnTo>
                    <a:pt x="537950" y="116196"/>
                  </a:lnTo>
                  <a:lnTo>
                    <a:pt x="495240" y="116196"/>
                  </a:lnTo>
                  <a:lnTo>
                    <a:pt x="489127" y="122301"/>
                  </a:lnTo>
                  <a:lnTo>
                    <a:pt x="617299" y="122301"/>
                  </a:lnTo>
                  <a:lnTo>
                    <a:pt x="910848" y="24417"/>
                  </a:lnTo>
                  <a:lnTo>
                    <a:pt x="910848" y="12213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46073" y="4262746"/>
              <a:ext cx="917575" cy="165100"/>
            </a:xfrm>
            <a:custGeom>
              <a:avLst/>
              <a:gdLst/>
              <a:ahLst/>
              <a:cxnLst/>
              <a:rect l="l" t="t" r="r" b="b"/>
              <a:pathLst>
                <a:path w="917575" h="165100">
                  <a:moveTo>
                    <a:pt x="421802" y="0"/>
                  </a:moveTo>
                  <a:lnTo>
                    <a:pt x="6113" y="0"/>
                  </a:lnTo>
                  <a:lnTo>
                    <a:pt x="0" y="42729"/>
                  </a:lnTo>
                  <a:lnTo>
                    <a:pt x="6113" y="42729"/>
                  </a:lnTo>
                  <a:lnTo>
                    <a:pt x="12470" y="48835"/>
                  </a:lnTo>
                  <a:lnTo>
                    <a:pt x="24696" y="48835"/>
                  </a:lnTo>
                  <a:lnTo>
                    <a:pt x="476901" y="165034"/>
                  </a:lnTo>
                  <a:lnTo>
                    <a:pt x="544063" y="165034"/>
                  </a:lnTo>
                  <a:lnTo>
                    <a:pt x="916961" y="48835"/>
                  </a:lnTo>
                  <a:lnTo>
                    <a:pt x="916961" y="12204"/>
                  </a:lnTo>
                  <a:lnTo>
                    <a:pt x="880119" y="12204"/>
                  </a:lnTo>
                  <a:lnTo>
                    <a:pt x="861861" y="6106"/>
                  </a:lnTo>
                  <a:lnTo>
                    <a:pt x="464756" y="6106"/>
                  </a:lnTo>
                  <a:lnTo>
                    <a:pt x="421802" y="0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51809" y="4354523"/>
              <a:ext cx="153035" cy="48895"/>
            </a:xfrm>
            <a:custGeom>
              <a:avLst/>
              <a:gdLst/>
              <a:ahLst/>
              <a:cxnLst/>
              <a:rect l="l" t="t" r="r" b="b"/>
              <a:pathLst>
                <a:path w="153035" h="48895">
                  <a:moveTo>
                    <a:pt x="12226" y="0"/>
                  </a:moveTo>
                  <a:lnTo>
                    <a:pt x="0" y="6106"/>
                  </a:lnTo>
                  <a:lnTo>
                    <a:pt x="12226" y="18312"/>
                  </a:lnTo>
                  <a:lnTo>
                    <a:pt x="134324" y="48837"/>
                  </a:lnTo>
                  <a:lnTo>
                    <a:pt x="146795" y="42732"/>
                  </a:lnTo>
                  <a:lnTo>
                    <a:pt x="152908" y="30522"/>
                  </a:lnTo>
                  <a:lnTo>
                    <a:pt x="12226" y="0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070148" y="4360629"/>
              <a:ext cx="128905" cy="43180"/>
            </a:xfrm>
            <a:custGeom>
              <a:avLst/>
              <a:gdLst/>
              <a:ahLst/>
              <a:cxnLst/>
              <a:rect l="l" t="t" r="r" b="b"/>
              <a:pathLst>
                <a:path w="128904" h="43179">
                  <a:moveTo>
                    <a:pt x="0" y="0"/>
                  </a:moveTo>
                  <a:lnTo>
                    <a:pt x="12226" y="12206"/>
                  </a:lnTo>
                  <a:lnTo>
                    <a:pt x="122098" y="42730"/>
                  </a:lnTo>
                  <a:lnTo>
                    <a:pt x="128456" y="30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64035" y="4372836"/>
              <a:ext cx="134620" cy="31115"/>
            </a:xfrm>
            <a:custGeom>
              <a:avLst/>
              <a:gdLst/>
              <a:ahLst/>
              <a:cxnLst/>
              <a:rect l="l" t="t" r="r" b="b"/>
              <a:pathLst>
                <a:path w="134620" h="31114">
                  <a:moveTo>
                    <a:pt x="12226" y="0"/>
                  </a:moveTo>
                  <a:lnTo>
                    <a:pt x="0" y="0"/>
                  </a:lnTo>
                  <a:lnTo>
                    <a:pt x="122098" y="30524"/>
                  </a:lnTo>
                  <a:lnTo>
                    <a:pt x="134569" y="24419"/>
                  </a:lnTo>
                  <a:lnTo>
                    <a:pt x="12226" y="0"/>
                  </a:lnTo>
                  <a:close/>
                </a:path>
              </a:pathLst>
            </a:custGeom>
            <a:solidFill>
              <a:srgbClr val="707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746073" y="4281057"/>
              <a:ext cx="917575" cy="147320"/>
            </a:xfrm>
            <a:custGeom>
              <a:avLst/>
              <a:gdLst/>
              <a:ahLst/>
              <a:cxnLst/>
              <a:rect l="l" t="t" r="r" b="b"/>
              <a:pathLst>
                <a:path w="917575" h="147320">
                  <a:moveTo>
                    <a:pt x="6113" y="0"/>
                  </a:moveTo>
                  <a:lnTo>
                    <a:pt x="0" y="24417"/>
                  </a:lnTo>
                  <a:lnTo>
                    <a:pt x="6113" y="24417"/>
                  </a:lnTo>
                  <a:lnTo>
                    <a:pt x="12470" y="30524"/>
                  </a:lnTo>
                  <a:lnTo>
                    <a:pt x="24696" y="30524"/>
                  </a:lnTo>
                  <a:lnTo>
                    <a:pt x="476901" y="146723"/>
                  </a:lnTo>
                  <a:lnTo>
                    <a:pt x="544063" y="146723"/>
                  </a:lnTo>
                  <a:lnTo>
                    <a:pt x="622431" y="122303"/>
                  </a:lnTo>
                  <a:lnTo>
                    <a:pt x="440059" y="122303"/>
                  </a:lnTo>
                  <a:lnTo>
                    <a:pt x="324074" y="91778"/>
                  </a:lnTo>
                  <a:lnTo>
                    <a:pt x="305735" y="73465"/>
                  </a:lnTo>
                  <a:lnTo>
                    <a:pt x="201731" y="49047"/>
                  </a:lnTo>
                  <a:lnTo>
                    <a:pt x="6113" y="0"/>
                  </a:lnTo>
                  <a:close/>
                </a:path>
                <a:path w="917575" h="147320">
                  <a:moveTo>
                    <a:pt x="464756" y="110093"/>
                  </a:moveTo>
                  <a:lnTo>
                    <a:pt x="458643" y="110093"/>
                  </a:lnTo>
                  <a:lnTo>
                    <a:pt x="440059" y="122303"/>
                  </a:lnTo>
                  <a:lnTo>
                    <a:pt x="622431" y="122303"/>
                  </a:lnTo>
                  <a:lnTo>
                    <a:pt x="642022" y="116198"/>
                  </a:lnTo>
                  <a:lnTo>
                    <a:pt x="470788" y="116198"/>
                  </a:lnTo>
                  <a:lnTo>
                    <a:pt x="464756" y="110093"/>
                  </a:lnTo>
                  <a:close/>
                </a:path>
                <a:path w="917575" h="147320">
                  <a:moveTo>
                    <a:pt x="916961" y="12213"/>
                  </a:moveTo>
                  <a:lnTo>
                    <a:pt x="910848" y="12213"/>
                  </a:lnTo>
                  <a:lnTo>
                    <a:pt x="812957" y="42941"/>
                  </a:lnTo>
                  <a:lnTo>
                    <a:pt x="812957" y="49047"/>
                  </a:lnTo>
                  <a:lnTo>
                    <a:pt x="703085" y="79572"/>
                  </a:lnTo>
                  <a:lnTo>
                    <a:pt x="684745" y="79572"/>
                  </a:lnTo>
                  <a:lnTo>
                    <a:pt x="574628" y="110093"/>
                  </a:lnTo>
                  <a:lnTo>
                    <a:pt x="550176" y="110093"/>
                  </a:lnTo>
                  <a:lnTo>
                    <a:pt x="544063" y="116198"/>
                  </a:lnTo>
                  <a:lnTo>
                    <a:pt x="642022" y="116198"/>
                  </a:lnTo>
                  <a:lnTo>
                    <a:pt x="916961" y="30524"/>
                  </a:lnTo>
                  <a:lnTo>
                    <a:pt x="916961" y="12213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752186" y="4287163"/>
              <a:ext cx="911225" cy="147320"/>
            </a:xfrm>
            <a:custGeom>
              <a:avLst/>
              <a:gdLst/>
              <a:ahLst/>
              <a:cxnLst/>
              <a:rect l="l" t="t" r="r" b="b"/>
              <a:pathLst>
                <a:path w="911225" h="147320">
                  <a:moveTo>
                    <a:pt x="0" y="0"/>
                  </a:moveTo>
                  <a:lnTo>
                    <a:pt x="0" y="24417"/>
                  </a:lnTo>
                  <a:lnTo>
                    <a:pt x="12470" y="24417"/>
                  </a:lnTo>
                  <a:lnTo>
                    <a:pt x="18583" y="30524"/>
                  </a:lnTo>
                  <a:lnTo>
                    <a:pt x="470788" y="140616"/>
                  </a:lnTo>
                  <a:lnTo>
                    <a:pt x="476901" y="146721"/>
                  </a:lnTo>
                  <a:lnTo>
                    <a:pt x="519692" y="146721"/>
                  </a:lnTo>
                  <a:lnTo>
                    <a:pt x="525805" y="140616"/>
                  </a:lnTo>
                  <a:lnTo>
                    <a:pt x="544063" y="140616"/>
                  </a:lnTo>
                  <a:lnTo>
                    <a:pt x="621146" y="116196"/>
                  </a:lnTo>
                  <a:lnTo>
                    <a:pt x="433946" y="116196"/>
                  </a:lnTo>
                  <a:lnTo>
                    <a:pt x="311848" y="85672"/>
                  </a:lnTo>
                  <a:lnTo>
                    <a:pt x="293509" y="73465"/>
                  </a:lnTo>
                  <a:lnTo>
                    <a:pt x="201731" y="49039"/>
                  </a:lnTo>
                  <a:lnTo>
                    <a:pt x="0" y="0"/>
                  </a:lnTo>
                  <a:close/>
                </a:path>
                <a:path w="911225" h="147320">
                  <a:moveTo>
                    <a:pt x="470788" y="110091"/>
                  </a:moveTo>
                  <a:lnTo>
                    <a:pt x="452530" y="110091"/>
                  </a:lnTo>
                  <a:lnTo>
                    <a:pt x="433946" y="116196"/>
                  </a:lnTo>
                  <a:lnTo>
                    <a:pt x="476901" y="116196"/>
                  </a:lnTo>
                  <a:lnTo>
                    <a:pt x="470788" y="110091"/>
                  </a:lnTo>
                  <a:close/>
                </a:path>
                <a:path w="911225" h="147320">
                  <a:moveTo>
                    <a:pt x="678632" y="73465"/>
                  </a:moveTo>
                  <a:lnTo>
                    <a:pt x="568515" y="103986"/>
                  </a:lnTo>
                  <a:lnTo>
                    <a:pt x="556289" y="110091"/>
                  </a:lnTo>
                  <a:lnTo>
                    <a:pt x="507466" y="110091"/>
                  </a:lnTo>
                  <a:lnTo>
                    <a:pt x="501353" y="116196"/>
                  </a:lnTo>
                  <a:lnTo>
                    <a:pt x="621146" y="116196"/>
                  </a:lnTo>
                  <a:lnTo>
                    <a:pt x="736777" y="79564"/>
                  </a:lnTo>
                  <a:lnTo>
                    <a:pt x="696971" y="79564"/>
                  </a:lnTo>
                  <a:lnTo>
                    <a:pt x="678632" y="73465"/>
                  </a:lnTo>
                  <a:close/>
                </a:path>
                <a:path w="911225" h="147320">
                  <a:moveTo>
                    <a:pt x="910848" y="12213"/>
                  </a:moveTo>
                  <a:lnTo>
                    <a:pt x="806844" y="36834"/>
                  </a:lnTo>
                  <a:lnTo>
                    <a:pt x="806844" y="49039"/>
                  </a:lnTo>
                  <a:lnTo>
                    <a:pt x="696971" y="79564"/>
                  </a:lnTo>
                  <a:lnTo>
                    <a:pt x="736777" y="79564"/>
                  </a:lnTo>
                  <a:lnTo>
                    <a:pt x="910848" y="24417"/>
                  </a:lnTo>
                  <a:lnTo>
                    <a:pt x="910848" y="12213"/>
                  </a:lnTo>
                  <a:close/>
                </a:path>
              </a:pathLst>
            </a:custGeom>
            <a:solidFill>
              <a:srgbClr val="8A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443045" y="4336203"/>
              <a:ext cx="116205" cy="36830"/>
            </a:xfrm>
            <a:custGeom>
              <a:avLst/>
              <a:gdLst/>
              <a:ahLst/>
              <a:cxnLst/>
              <a:rect l="l" t="t" r="r" b="b"/>
              <a:pathLst>
                <a:path w="116204" h="36829">
                  <a:moveTo>
                    <a:pt x="109872" y="0"/>
                  </a:moveTo>
                  <a:lnTo>
                    <a:pt x="6113" y="30524"/>
                  </a:lnTo>
                  <a:lnTo>
                    <a:pt x="0" y="36632"/>
                  </a:lnTo>
                  <a:lnTo>
                    <a:pt x="12226" y="36632"/>
                  </a:lnTo>
                  <a:lnTo>
                    <a:pt x="115985" y="6106"/>
                  </a:lnTo>
                  <a:lnTo>
                    <a:pt x="109872" y="0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46073" y="4213902"/>
              <a:ext cx="917575" cy="165100"/>
            </a:xfrm>
            <a:custGeom>
              <a:avLst/>
              <a:gdLst/>
              <a:ahLst/>
              <a:cxnLst/>
              <a:rect l="l" t="t" r="r" b="b"/>
              <a:pathLst>
                <a:path w="917575" h="165100">
                  <a:moveTo>
                    <a:pt x="550176" y="158934"/>
                  </a:moveTo>
                  <a:lnTo>
                    <a:pt x="495240" y="158934"/>
                  </a:lnTo>
                  <a:lnTo>
                    <a:pt x="501353" y="165038"/>
                  </a:lnTo>
                  <a:lnTo>
                    <a:pt x="544063" y="165038"/>
                  </a:lnTo>
                  <a:lnTo>
                    <a:pt x="550176" y="158934"/>
                  </a:lnTo>
                  <a:close/>
                </a:path>
                <a:path w="917575" h="165100">
                  <a:moveTo>
                    <a:pt x="916961" y="61048"/>
                  </a:moveTo>
                  <a:lnTo>
                    <a:pt x="30809" y="61048"/>
                  </a:lnTo>
                  <a:lnTo>
                    <a:pt x="489127" y="158934"/>
                  </a:lnTo>
                  <a:lnTo>
                    <a:pt x="556289" y="158934"/>
                  </a:lnTo>
                  <a:lnTo>
                    <a:pt x="910848" y="67155"/>
                  </a:lnTo>
                  <a:lnTo>
                    <a:pt x="916961" y="67155"/>
                  </a:lnTo>
                  <a:lnTo>
                    <a:pt x="916961" y="61048"/>
                  </a:lnTo>
                  <a:close/>
                </a:path>
                <a:path w="917575" h="165100">
                  <a:moveTo>
                    <a:pt x="525805" y="0"/>
                  </a:moveTo>
                  <a:lnTo>
                    <a:pt x="470788" y="0"/>
                  </a:lnTo>
                  <a:lnTo>
                    <a:pt x="6113" y="48843"/>
                  </a:lnTo>
                  <a:lnTo>
                    <a:pt x="0" y="48843"/>
                  </a:lnTo>
                  <a:lnTo>
                    <a:pt x="6113" y="54950"/>
                  </a:lnTo>
                  <a:lnTo>
                    <a:pt x="18583" y="54950"/>
                  </a:lnTo>
                  <a:lnTo>
                    <a:pt x="24696" y="61048"/>
                  </a:lnTo>
                  <a:lnTo>
                    <a:pt x="910848" y="61048"/>
                  </a:lnTo>
                  <a:lnTo>
                    <a:pt x="525805" y="0"/>
                  </a:lnTo>
                  <a:close/>
                </a:path>
              </a:pathLst>
            </a:custGeom>
            <a:solidFill>
              <a:srgbClr val="D7DD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917321" y="4232221"/>
              <a:ext cx="697230" cy="122555"/>
            </a:xfrm>
            <a:custGeom>
              <a:avLst/>
              <a:gdLst/>
              <a:ahLst/>
              <a:cxnLst/>
              <a:rect l="l" t="t" r="r" b="b"/>
              <a:pathLst>
                <a:path w="697229" h="122554">
                  <a:moveTo>
                    <a:pt x="391155" y="0"/>
                  </a:moveTo>
                  <a:lnTo>
                    <a:pt x="348445" y="0"/>
                  </a:lnTo>
                  <a:lnTo>
                    <a:pt x="0" y="42729"/>
                  </a:lnTo>
                  <a:lnTo>
                    <a:pt x="0" y="48835"/>
                  </a:lnTo>
                  <a:lnTo>
                    <a:pt x="18257" y="48835"/>
                  </a:lnTo>
                  <a:lnTo>
                    <a:pt x="354558" y="122301"/>
                  </a:lnTo>
                  <a:lnTo>
                    <a:pt x="409494" y="122301"/>
                  </a:lnTo>
                  <a:lnTo>
                    <a:pt x="690614" y="54942"/>
                  </a:lnTo>
                  <a:lnTo>
                    <a:pt x="696645" y="48835"/>
                  </a:lnTo>
                  <a:lnTo>
                    <a:pt x="690614" y="42729"/>
                  </a:lnTo>
                  <a:lnTo>
                    <a:pt x="391155" y="0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929466" y="4232221"/>
              <a:ext cx="684530" cy="122555"/>
            </a:xfrm>
            <a:custGeom>
              <a:avLst/>
              <a:gdLst/>
              <a:ahLst/>
              <a:cxnLst/>
              <a:rect l="l" t="t" r="r" b="b"/>
              <a:pathLst>
                <a:path w="684529" h="122554">
                  <a:moveTo>
                    <a:pt x="678469" y="54942"/>
                  </a:moveTo>
                  <a:lnTo>
                    <a:pt x="18339" y="54942"/>
                  </a:lnTo>
                  <a:lnTo>
                    <a:pt x="348526" y="122301"/>
                  </a:lnTo>
                  <a:lnTo>
                    <a:pt x="397349" y="122301"/>
                  </a:lnTo>
                  <a:lnTo>
                    <a:pt x="678469" y="54942"/>
                  </a:lnTo>
                  <a:close/>
                </a:path>
                <a:path w="684529" h="122554">
                  <a:moveTo>
                    <a:pt x="684501" y="48835"/>
                  </a:moveTo>
                  <a:lnTo>
                    <a:pt x="6113" y="48835"/>
                  </a:lnTo>
                  <a:lnTo>
                    <a:pt x="12226" y="54942"/>
                  </a:lnTo>
                  <a:lnTo>
                    <a:pt x="684501" y="54942"/>
                  </a:lnTo>
                  <a:lnTo>
                    <a:pt x="684501" y="48835"/>
                  </a:lnTo>
                  <a:close/>
                </a:path>
                <a:path w="684529" h="122554">
                  <a:moveTo>
                    <a:pt x="385123" y="0"/>
                  </a:moveTo>
                  <a:lnTo>
                    <a:pt x="342413" y="0"/>
                  </a:lnTo>
                  <a:lnTo>
                    <a:pt x="0" y="48835"/>
                  </a:lnTo>
                  <a:lnTo>
                    <a:pt x="678469" y="48835"/>
                  </a:lnTo>
                  <a:lnTo>
                    <a:pt x="385123" y="6106"/>
                  </a:lnTo>
                  <a:lnTo>
                    <a:pt x="385123" y="0"/>
                  </a:lnTo>
                  <a:close/>
                </a:path>
              </a:pathLst>
            </a:custGeom>
            <a:solidFill>
              <a:srgbClr val="768A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941692" y="4232221"/>
              <a:ext cx="464820" cy="73660"/>
            </a:xfrm>
            <a:custGeom>
              <a:avLst/>
              <a:gdLst/>
              <a:ahLst/>
              <a:cxnLst/>
              <a:rect l="l" t="t" r="r" b="b"/>
              <a:pathLst>
                <a:path w="464820" h="73660">
                  <a:moveTo>
                    <a:pt x="348445" y="0"/>
                  </a:moveTo>
                  <a:lnTo>
                    <a:pt x="0" y="48835"/>
                  </a:lnTo>
                  <a:lnTo>
                    <a:pt x="116229" y="73253"/>
                  </a:lnTo>
                  <a:lnTo>
                    <a:pt x="464512" y="18311"/>
                  </a:lnTo>
                  <a:lnTo>
                    <a:pt x="348445" y="0"/>
                  </a:lnTo>
                  <a:close/>
                </a:path>
              </a:pathLst>
            </a:custGeom>
            <a:solidFill>
              <a:srgbClr val="3A3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0031" y="4232221"/>
              <a:ext cx="421720" cy="73253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752186" y="4274950"/>
              <a:ext cx="904875" cy="116205"/>
            </a:xfrm>
            <a:custGeom>
              <a:avLst/>
              <a:gdLst/>
              <a:ahLst/>
              <a:cxnLst/>
              <a:rect l="l" t="t" r="r" b="b"/>
              <a:pathLst>
                <a:path w="904875" h="116204">
                  <a:moveTo>
                    <a:pt x="556289" y="110095"/>
                  </a:moveTo>
                  <a:lnTo>
                    <a:pt x="452530" y="110095"/>
                  </a:lnTo>
                  <a:lnTo>
                    <a:pt x="452530" y="116199"/>
                  </a:lnTo>
                  <a:lnTo>
                    <a:pt x="544063" y="116199"/>
                  </a:lnTo>
                  <a:lnTo>
                    <a:pt x="556289" y="110095"/>
                  </a:lnTo>
                  <a:close/>
                </a:path>
                <a:path w="904875" h="116204">
                  <a:moveTo>
                    <a:pt x="501353" y="103990"/>
                  </a:moveTo>
                  <a:lnTo>
                    <a:pt x="409575" y="103990"/>
                  </a:lnTo>
                  <a:lnTo>
                    <a:pt x="421802" y="110095"/>
                  </a:lnTo>
                  <a:lnTo>
                    <a:pt x="507466" y="110095"/>
                  </a:lnTo>
                  <a:lnTo>
                    <a:pt x="501353" y="103990"/>
                  </a:lnTo>
                  <a:close/>
                </a:path>
                <a:path w="904875" h="116204">
                  <a:moveTo>
                    <a:pt x="904735" y="12213"/>
                  </a:moveTo>
                  <a:lnTo>
                    <a:pt x="562402" y="103990"/>
                  </a:lnTo>
                  <a:lnTo>
                    <a:pt x="519692" y="103990"/>
                  </a:lnTo>
                  <a:lnTo>
                    <a:pt x="507466" y="110095"/>
                  </a:lnTo>
                  <a:lnTo>
                    <a:pt x="580742" y="110095"/>
                  </a:lnTo>
                  <a:lnTo>
                    <a:pt x="617339" y="97885"/>
                  </a:lnTo>
                  <a:lnTo>
                    <a:pt x="641791" y="91777"/>
                  </a:lnTo>
                  <a:lnTo>
                    <a:pt x="672519" y="85678"/>
                  </a:lnTo>
                  <a:lnTo>
                    <a:pt x="703085" y="73465"/>
                  </a:lnTo>
                  <a:lnTo>
                    <a:pt x="727455" y="67359"/>
                  </a:lnTo>
                  <a:lnTo>
                    <a:pt x="758021" y="61252"/>
                  </a:lnTo>
                  <a:lnTo>
                    <a:pt x="788505" y="49047"/>
                  </a:lnTo>
                  <a:lnTo>
                    <a:pt x="861780" y="30524"/>
                  </a:lnTo>
                  <a:lnTo>
                    <a:pt x="880119" y="24426"/>
                  </a:lnTo>
                  <a:lnTo>
                    <a:pt x="892590" y="24426"/>
                  </a:lnTo>
                  <a:lnTo>
                    <a:pt x="904735" y="18319"/>
                  </a:lnTo>
                  <a:lnTo>
                    <a:pt x="904735" y="12213"/>
                  </a:lnTo>
                  <a:close/>
                </a:path>
                <a:path w="904875" h="116204">
                  <a:moveTo>
                    <a:pt x="440059" y="97885"/>
                  </a:moveTo>
                  <a:lnTo>
                    <a:pt x="385123" y="97885"/>
                  </a:lnTo>
                  <a:lnTo>
                    <a:pt x="397349" y="103990"/>
                  </a:lnTo>
                  <a:lnTo>
                    <a:pt x="452530" y="103990"/>
                  </a:lnTo>
                  <a:lnTo>
                    <a:pt x="440059" y="97885"/>
                  </a:lnTo>
                  <a:close/>
                </a:path>
                <a:path w="904875" h="116204">
                  <a:moveTo>
                    <a:pt x="421802" y="91777"/>
                  </a:moveTo>
                  <a:lnTo>
                    <a:pt x="360671" y="91777"/>
                  </a:lnTo>
                  <a:lnTo>
                    <a:pt x="372897" y="97885"/>
                  </a:lnTo>
                  <a:lnTo>
                    <a:pt x="433946" y="97885"/>
                  </a:lnTo>
                  <a:lnTo>
                    <a:pt x="421802" y="91777"/>
                  </a:lnTo>
                  <a:close/>
                </a:path>
                <a:path w="904875" h="116204">
                  <a:moveTo>
                    <a:pt x="391236" y="85678"/>
                  </a:moveTo>
                  <a:lnTo>
                    <a:pt x="336300" y="85678"/>
                  </a:lnTo>
                  <a:lnTo>
                    <a:pt x="348526" y="91777"/>
                  </a:lnTo>
                  <a:lnTo>
                    <a:pt x="409575" y="91777"/>
                  </a:lnTo>
                  <a:lnTo>
                    <a:pt x="391236" y="85678"/>
                  </a:lnTo>
                  <a:close/>
                </a:path>
                <a:path w="904875" h="116204">
                  <a:moveTo>
                    <a:pt x="360671" y="79572"/>
                  </a:moveTo>
                  <a:lnTo>
                    <a:pt x="311848" y="79572"/>
                  </a:lnTo>
                  <a:lnTo>
                    <a:pt x="324074" y="85678"/>
                  </a:lnTo>
                  <a:lnTo>
                    <a:pt x="379010" y="85678"/>
                  </a:lnTo>
                  <a:lnTo>
                    <a:pt x="360671" y="79572"/>
                  </a:lnTo>
                  <a:close/>
                </a:path>
                <a:path w="904875" h="116204">
                  <a:moveTo>
                    <a:pt x="18583" y="0"/>
                  </a:moveTo>
                  <a:lnTo>
                    <a:pt x="0" y="0"/>
                  </a:lnTo>
                  <a:lnTo>
                    <a:pt x="0" y="6106"/>
                  </a:lnTo>
                  <a:lnTo>
                    <a:pt x="299622" y="79572"/>
                  </a:lnTo>
                  <a:lnTo>
                    <a:pt x="342413" y="79572"/>
                  </a:lnTo>
                  <a:lnTo>
                    <a:pt x="287396" y="61252"/>
                  </a:lnTo>
                  <a:lnTo>
                    <a:pt x="269138" y="61252"/>
                  </a:lnTo>
                  <a:lnTo>
                    <a:pt x="244685" y="55154"/>
                  </a:lnTo>
                  <a:lnTo>
                    <a:pt x="207844" y="42737"/>
                  </a:lnTo>
                  <a:lnTo>
                    <a:pt x="189505" y="42737"/>
                  </a:lnTo>
                  <a:lnTo>
                    <a:pt x="165134" y="36630"/>
                  </a:lnTo>
                  <a:lnTo>
                    <a:pt x="146795" y="30524"/>
                  </a:lnTo>
                  <a:lnTo>
                    <a:pt x="128456" y="30524"/>
                  </a:lnTo>
                  <a:lnTo>
                    <a:pt x="110116" y="24426"/>
                  </a:lnTo>
                  <a:lnTo>
                    <a:pt x="97972" y="18319"/>
                  </a:lnTo>
                  <a:lnTo>
                    <a:pt x="79632" y="18319"/>
                  </a:lnTo>
                  <a:lnTo>
                    <a:pt x="67406" y="12213"/>
                  </a:lnTo>
                  <a:lnTo>
                    <a:pt x="49067" y="6106"/>
                  </a:lnTo>
                  <a:lnTo>
                    <a:pt x="30728" y="6106"/>
                  </a:lnTo>
                  <a:lnTo>
                    <a:pt x="18583" y="0"/>
                  </a:lnTo>
                  <a:close/>
                </a:path>
              </a:pathLst>
            </a:custGeom>
            <a:solidFill>
              <a:srgbClr val="7E85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449159" y="4336203"/>
              <a:ext cx="110489" cy="36830"/>
            </a:xfrm>
            <a:custGeom>
              <a:avLst/>
              <a:gdLst/>
              <a:ahLst/>
              <a:cxnLst/>
              <a:rect l="l" t="t" r="r" b="b"/>
              <a:pathLst>
                <a:path w="110489" h="36829">
                  <a:moveTo>
                    <a:pt x="109872" y="0"/>
                  </a:moveTo>
                  <a:lnTo>
                    <a:pt x="6113" y="30524"/>
                  </a:lnTo>
                  <a:lnTo>
                    <a:pt x="0" y="36632"/>
                  </a:lnTo>
                  <a:lnTo>
                    <a:pt x="103759" y="6106"/>
                  </a:lnTo>
                  <a:lnTo>
                    <a:pt x="109872" y="0"/>
                  </a:lnTo>
                  <a:close/>
                </a:path>
              </a:pathLst>
            </a:custGeom>
            <a:solidFill>
              <a:srgbClr val="766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776883" y="4299376"/>
              <a:ext cx="55244" cy="31115"/>
            </a:xfrm>
            <a:custGeom>
              <a:avLst/>
              <a:gdLst/>
              <a:ahLst/>
              <a:cxnLst/>
              <a:rect l="l" t="t" r="r" b="b"/>
              <a:pathLst>
                <a:path w="55245" h="31114">
                  <a:moveTo>
                    <a:pt x="12144" y="0"/>
                  </a:moveTo>
                  <a:lnTo>
                    <a:pt x="0" y="0"/>
                  </a:lnTo>
                  <a:lnTo>
                    <a:pt x="0" y="12204"/>
                  </a:lnTo>
                  <a:lnTo>
                    <a:pt x="54936" y="30728"/>
                  </a:lnTo>
                  <a:lnTo>
                    <a:pt x="54936" y="24621"/>
                  </a:lnTo>
                  <a:lnTo>
                    <a:pt x="12144" y="12204"/>
                  </a:lnTo>
                  <a:lnTo>
                    <a:pt x="12144" y="0"/>
                  </a:lnTo>
                  <a:close/>
                </a:path>
                <a:path w="55245" h="31114">
                  <a:moveTo>
                    <a:pt x="54936" y="12204"/>
                  </a:moveTo>
                  <a:lnTo>
                    <a:pt x="48823" y="12204"/>
                  </a:lnTo>
                  <a:lnTo>
                    <a:pt x="54936" y="24621"/>
                  </a:lnTo>
                  <a:lnTo>
                    <a:pt x="54936" y="12204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89028" y="4305475"/>
              <a:ext cx="36830" cy="19050"/>
            </a:xfrm>
            <a:custGeom>
              <a:avLst/>
              <a:gdLst/>
              <a:ahLst/>
              <a:cxnLst/>
              <a:rect l="l" t="t" r="r" b="b"/>
              <a:pathLst>
                <a:path w="36829" h="19050">
                  <a:moveTo>
                    <a:pt x="0" y="0"/>
                  </a:moveTo>
                  <a:lnTo>
                    <a:pt x="0" y="6106"/>
                  </a:lnTo>
                  <a:lnTo>
                    <a:pt x="36678" y="18523"/>
                  </a:lnTo>
                  <a:lnTo>
                    <a:pt x="36678" y="6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77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82915" y="4274950"/>
              <a:ext cx="709295" cy="92075"/>
            </a:xfrm>
            <a:custGeom>
              <a:avLst/>
              <a:gdLst/>
              <a:ahLst/>
              <a:cxnLst/>
              <a:rect l="l" t="t" r="r" b="b"/>
              <a:pathLst>
                <a:path w="709295" h="92075">
                  <a:moveTo>
                    <a:pt x="537787" y="85678"/>
                  </a:moveTo>
                  <a:lnTo>
                    <a:pt x="427915" y="85678"/>
                  </a:lnTo>
                  <a:lnTo>
                    <a:pt x="433946" y="91777"/>
                  </a:lnTo>
                  <a:lnTo>
                    <a:pt x="531674" y="91777"/>
                  </a:lnTo>
                  <a:lnTo>
                    <a:pt x="537787" y="85678"/>
                  </a:lnTo>
                  <a:close/>
                </a:path>
                <a:path w="709295" h="92075">
                  <a:moveTo>
                    <a:pt x="305572" y="49047"/>
                  </a:moveTo>
                  <a:lnTo>
                    <a:pt x="354477" y="67390"/>
                  </a:lnTo>
                  <a:lnTo>
                    <a:pt x="330035" y="67390"/>
                  </a:lnTo>
                  <a:lnTo>
                    <a:pt x="348282" y="73465"/>
                  </a:lnTo>
                  <a:lnTo>
                    <a:pt x="366621" y="73465"/>
                  </a:lnTo>
                  <a:lnTo>
                    <a:pt x="378847" y="79572"/>
                  </a:lnTo>
                  <a:lnTo>
                    <a:pt x="397105" y="79572"/>
                  </a:lnTo>
                  <a:lnTo>
                    <a:pt x="409331" y="85678"/>
                  </a:lnTo>
                  <a:lnTo>
                    <a:pt x="513335" y="85678"/>
                  </a:lnTo>
                  <a:lnTo>
                    <a:pt x="305572" y="49047"/>
                  </a:lnTo>
                  <a:close/>
                </a:path>
                <a:path w="709295" h="92075">
                  <a:moveTo>
                    <a:pt x="611000" y="67390"/>
                  </a:moveTo>
                  <a:lnTo>
                    <a:pt x="513335" y="85678"/>
                  </a:lnTo>
                  <a:lnTo>
                    <a:pt x="543900" y="85678"/>
                  </a:lnTo>
                  <a:lnTo>
                    <a:pt x="556126" y="79572"/>
                  </a:lnTo>
                  <a:lnTo>
                    <a:pt x="568352" y="79572"/>
                  </a:lnTo>
                  <a:lnTo>
                    <a:pt x="580497" y="73465"/>
                  </a:lnTo>
                  <a:lnTo>
                    <a:pt x="598836" y="73465"/>
                  </a:lnTo>
                  <a:lnTo>
                    <a:pt x="611000" y="67390"/>
                  </a:lnTo>
                  <a:close/>
                </a:path>
                <a:path w="709295" h="92075">
                  <a:moveTo>
                    <a:pt x="199466" y="37912"/>
                  </a:moveTo>
                  <a:lnTo>
                    <a:pt x="213957" y="42737"/>
                  </a:lnTo>
                  <a:lnTo>
                    <a:pt x="238409" y="49047"/>
                  </a:lnTo>
                  <a:lnTo>
                    <a:pt x="256667" y="55154"/>
                  </a:lnTo>
                  <a:lnTo>
                    <a:pt x="275006" y="55154"/>
                  </a:lnTo>
                  <a:lnTo>
                    <a:pt x="311778" y="67390"/>
                  </a:lnTo>
                  <a:lnTo>
                    <a:pt x="354558" y="67390"/>
                  </a:lnTo>
                  <a:lnTo>
                    <a:pt x="199466" y="37912"/>
                  </a:lnTo>
                  <a:close/>
                </a:path>
                <a:path w="709295" h="92075">
                  <a:moveTo>
                    <a:pt x="640574" y="61852"/>
                  </a:moveTo>
                  <a:lnTo>
                    <a:pt x="611000" y="67390"/>
                  </a:lnTo>
                  <a:lnTo>
                    <a:pt x="629339" y="67390"/>
                  </a:lnTo>
                  <a:lnTo>
                    <a:pt x="640574" y="61852"/>
                  </a:lnTo>
                  <a:close/>
                </a:path>
                <a:path w="709295" h="92075">
                  <a:moveTo>
                    <a:pt x="643776" y="61252"/>
                  </a:moveTo>
                  <a:lnTo>
                    <a:pt x="641791" y="61252"/>
                  </a:lnTo>
                  <a:lnTo>
                    <a:pt x="640574" y="61852"/>
                  </a:lnTo>
                  <a:lnTo>
                    <a:pt x="643776" y="61252"/>
                  </a:lnTo>
                  <a:close/>
                </a:path>
                <a:path w="709295" h="92075">
                  <a:moveTo>
                    <a:pt x="669960" y="56349"/>
                  </a:moveTo>
                  <a:lnTo>
                    <a:pt x="643776" y="61252"/>
                  </a:lnTo>
                  <a:lnTo>
                    <a:pt x="660130" y="61252"/>
                  </a:lnTo>
                  <a:lnTo>
                    <a:pt x="669960" y="56349"/>
                  </a:lnTo>
                  <a:close/>
                </a:path>
                <a:path w="709295" h="92075">
                  <a:moveTo>
                    <a:pt x="676343" y="55154"/>
                  </a:moveTo>
                  <a:lnTo>
                    <a:pt x="672356" y="55154"/>
                  </a:lnTo>
                  <a:lnTo>
                    <a:pt x="669960" y="56349"/>
                  </a:lnTo>
                  <a:lnTo>
                    <a:pt x="676343" y="55154"/>
                  </a:lnTo>
                  <a:close/>
                </a:path>
                <a:path w="709295" h="92075">
                  <a:moveTo>
                    <a:pt x="686383" y="53274"/>
                  </a:moveTo>
                  <a:lnTo>
                    <a:pt x="676343" y="55154"/>
                  </a:lnTo>
                  <a:lnTo>
                    <a:pt x="684501" y="55154"/>
                  </a:lnTo>
                  <a:lnTo>
                    <a:pt x="686383" y="53274"/>
                  </a:lnTo>
                  <a:close/>
                </a:path>
                <a:path w="709295" h="92075">
                  <a:moveTo>
                    <a:pt x="708953" y="49047"/>
                  </a:moveTo>
                  <a:lnTo>
                    <a:pt x="690614" y="49047"/>
                  </a:lnTo>
                  <a:lnTo>
                    <a:pt x="686383" y="53274"/>
                  </a:lnTo>
                  <a:lnTo>
                    <a:pt x="708953" y="49047"/>
                  </a:lnTo>
                  <a:close/>
                </a:path>
                <a:path w="709295" h="92075">
                  <a:moveTo>
                    <a:pt x="195618" y="36630"/>
                  </a:moveTo>
                  <a:lnTo>
                    <a:pt x="192724" y="36630"/>
                  </a:lnTo>
                  <a:lnTo>
                    <a:pt x="199466" y="37912"/>
                  </a:lnTo>
                  <a:lnTo>
                    <a:pt x="195618" y="36630"/>
                  </a:lnTo>
                  <a:close/>
                </a:path>
                <a:path w="709295" h="92075">
                  <a:moveTo>
                    <a:pt x="142189" y="27025"/>
                  </a:moveTo>
                  <a:lnTo>
                    <a:pt x="152663" y="30524"/>
                  </a:lnTo>
                  <a:lnTo>
                    <a:pt x="177116" y="36630"/>
                  </a:lnTo>
                  <a:lnTo>
                    <a:pt x="192724" y="36630"/>
                  </a:lnTo>
                  <a:lnTo>
                    <a:pt x="142189" y="27025"/>
                  </a:lnTo>
                  <a:close/>
                </a:path>
                <a:path w="709295" h="92075">
                  <a:moveTo>
                    <a:pt x="134406" y="24426"/>
                  </a:moveTo>
                  <a:lnTo>
                    <a:pt x="128511" y="24426"/>
                  </a:lnTo>
                  <a:lnTo>
                    <a:pt x="142189" y="27025"/>
                  </a:lnTo>
                  <a:lnTo>
                    <a:pt x="134406" y="24426"/>
                  </a:lnTo>
                  <a:close/>
                </a:path>
                <a:path w="709295" h="92075">
                  <a:moveTo>
                    <a:pt x="99515" y="18914"/>
                  </a:moveTo>
                  <a:lnTo>
                    <a:pt x="116066" y="24426"/>
                  </a:lnTo>
                  <a:lnTo>
                    <a:pt x="128511" y="24426"/>
                  </a:lnTo>
                  <a:lnTo>
                    <a:pt x="99515" y="18914"/>
                  </a:lnTo>
                  <a:close/>
                </a:path>
                <a:path w="709295" h="92075">
                  <a:moveTo>
                    <a:pt x="97727" y="18319"/>
                  </a:moveTo>
                  <a:lnTo>
                    <a:pt x="96383" y="18319"/>
                  </a:lnTo>
                  <a:lnTo>
                    <a:pt x="99515" y="18914"/>
                  </a:lnTo>
                  <a:lnTo>
                    <a:pt x="97727" y="18319"/>
                  </a:lnTo>
                  <a:close/>
                </a:path>
                <a:path w="709295" h="92075">
                  <a:moveTo>
                    <a:pt x="71176" y="13528"/>
                  </a:moveTo>
                  <a:lnTo>
                    <a:pt x="85501" y="18319"/>
                  </a:lnTo>
                  <a:lnTo>
                    <a:pt x="96383" y="18319"/>
                  </a:lnTo>
                  <a:lnTo>
                    <a:pt x="71176" y="13528"/>
                  </a:lnTo>
                  <a:close/>
                </a:path>
                <a:path w="709295" h="92075">
                  <a:moveTo>
                    <a:pt x="67243" y="12213"/>
                  </a:moveTo>
                  <a:lnTo>
                    <a:pt x="64255" y="12213"/>
                  </a:lnTo>
                  <a:lnTo>
                    <a:pt x="71176" y="13528"/>
                  </a:lnTo>
                  <a:lnTo>
                    <a:pt x="67243" y="12213"/>
                  </a:lnTo>
                  <a:close/>
                </a:path>
                <a:path w="709295" h="92075">
                  <a:moveTo>
                    <a:pt x="49342" y="9378"/>
                  </a:moveTo>
                  <a:lnTo>
                    <a:pt x="55017" y="12213"/>
                  </a:lnTo>
                  <a:lnTo>
                    <a:pt x="64255" y="12213"/>
                  </a:lnTo>
                  <a:lnTo>
                    <a:pt x="49342" y="9378"/>
                  </a:lnTo>
                  <a:close/>
                </a:path>
                <a:path w="709295" h="92075">
                  <a:moveTo>
                    <a:pt x="42791" y="6106"/>
                  </a:moveTo>
                  <a:lnTo>
                    <a:pt x="32127" y="6106"/>
                  </a:lnTo>
                  <a:lnTo>
                    <a:pt x="49342" y="9378"/>
                  </a:lnTo>
                  <a:lnTo>
                    <a:pt x="42791" y="6106"/>
                  </a:lnTo>
                  <a:close/>
                </a:path>
                <a:path w="709295" h="92075">
                  <a:moveTo>
                    <a:pt x="29605" y="5627"/>
                  </a:moveTo>
                  <a:lnTo>
                    <a:pt x="30565" y="6106"/>
                  </a:lnTo>
                  <a:lnTo>
                    <a:pt x="32127" y="6106"/>
                  </a:lnTo>
                  <a:lnTo>
                    <a:pt x="29605" y="5627"/>
                  </a:lnTo>
                  <a:close/>
                </a:path>
                <a:path w="709295" h="92075">
                  <a:moveTo>
                    <a:pt x="18339" y="0"/>
                  </a:moveTo>
                  <a:lnTo>
                    <a:pt x="0" y="0"/>
                  </a:lnTo>
                  <a:lnTo>
                    <a:pt x="29605" y="5627"/>
                  </a:lnTo>
                  <a:lnTo>
                    <a:pt x="183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21703" y="4109920"/>
              <a:ext cx="397510" cy="61594"/>
            </a:xfrm>
            <a:custGeom>
              <a:avLst/>
              <a:gdLst/>
              <a:ahLst/>
              <a:cxnLst/>
              <a:rect l="l" t="t" r="r" b="b"/>
              <a:pathLst>
                <a:path w="397510" h="61595">
                  <a:moveTo>
                    <a:pt x="366784" y="0"/>
                  </a:moveTo>
                  <a:lnTo>
                    <a:pt x="0" y="24417"/>
                  </a:lnTo>
                  <a:lnTo>
                    <a:pt x="24370" y="61048"/>
                  </a:lnTo>
                  <a:lnTo>
                    <a:pt x="397268" y="24417"/>
                  </a:lnTo>
                  <a:lnTo>
                    <a:pt x="366784" y="0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21703" y="4116018"/>
              <a:ext cx="385445" cy="55244"/>
            </a:xfrm>
            <a:custGeom>
              <a:avLst/>
              <a:gdLst/>
              <a:ahLst/>
              <a:cxnLst/>
              <a:rect l="l" t="t" r="r" b="b"/>
              <a:pathLst>
                <a:path w="385445" h="55245">
                  <a:moveTo>
                    <a:pt x="360671" y="0"/>
                  </a:moveTo>
                  <a:lnTo>
                    <a:pt x="0" y="24425"/>
                  </a:lnTo>
                  <a:lnTo>
                    <a:pt x="24370" y="54950"/>
                  </a:lnTo>
                  <a:lnTo>
                    <a:pt x="30483" y="54950"/>
                  </a:lnTo>
                  <a:lnTo>
                    <a:pt x="385042" y="24426"/>
                  </a:lnTo>
                  <a:lnTo>
                    <a:pt x="360671" y="0"/>
                  </a:lnTo>
                  <a:close/>
                </a:path>
              </a:pathLst>
            </a:custGeom>
            <a:solidFill>
              <a:srgbClr val="554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7805" y="3993716"/>
              <a:ext cx="158939" cy="85678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599523" y="3926569"/>
              <a:ext cx="409575" cy="31115"/>
            </a:xfrm>
            <a:custGeom>
              <a:avLst/>
              <a:gdLst/>
              <a:ahLst/>
              <a:cxnLst/>
              <a:rect l="l" t="t" r="r" b="b"/>
              <a:pathLst>
                <a:path w="409575" h="31114">
                  <a:moveTo>
                    <a:pt x="409575" y="24417"/>
                  </a:moveTo>
                  <a:lnTo>
                    <a:pt x="55017" y="24417"/>
                  </a:lnTo>
                  <a:lnTo>
                    <a:pt x="79388" y="30524"/>
                  </a:lnTo>
                  <a:lnTo>
                    <a:pt x="409575" y="30524"/>
                  </a:lnTo>
                  <a:lnTo>
                    <a:pt x="409575" y="24417"/>
                  </a:lnTo>
                  <a:close/>
                </a:path>
                <a:path w="409575" h="31114">
                  <a:moveTo>
                    <a:pt x="12226" y="0"/>
                  </a:moveTo>
                  <a:lnTo>
                    <a:pt x="6113" y="0"/>
                  </a:lnTo>
                  <a:lnTo>
                    <a:pt x="0" y="6098"/>
                  </a:lnTo>
                  <a:lnTo>
                    <a:pt x="0" y="12204"/>
                  </a:lnTo>
                  <a:lnTo>
                    <a:pt x="12226" y="24417"/>
                  </a:lnTo>
                  <a:lnTo>
                    <a:pt x="403462" y="24417"/>
                  </a:lnTo>
                  <a:lnTo>
                    <a:pt x="391236" y="12204"/>
                  </a:lnTo>
                  <a:lnTo>
                    <a:pt x="379010" y="12204"/>
                  </a:lnTo>
                  <a:lnTo>
                    <a:pt x="379010" y="6098"/>
                  </a:lnTo>
                  <a:lnTo>
                    <a:pt x="12226" y="0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599523" y="3932668"/>
              <a:ext cx="379095" cy="24765"/>
            </a:xfrm>
            <a:custGeom>
              <a:avLst/>
              <a:gdLst/>
              <a:ahLst/>
              <a:cxnLst/>
              <a:rect l="l" t="t" r="r" b="b"/>
              <a:pathLst>
                <a:path w="379095" h="24764">
                  <a:moveTo>
                    <a:pt x="372734" y="18319"/>
                  </a:moveTo>
                  <a:lnTo>
                    <a:pt x="55017" y="18319"/>
                  </a:lnTo>
                  <a:lnTo>
                    <a:pt x="73275" y="24426"/>
                  </a:lnTo>
                  <a:lnTo>
                    <a:pt x="379010" y="24426"/>
                  </a:lnTo>
                  <a:lnTo>
                    <a:pt x="372734" y="18319"/>
                  </a:lnTo>
                  <a:close/>
                </a:path>
                <a:path w="379095" h="24764">
                  <a:moveTo>
                    <a:pt x="348282" y="6106"/>
                  </a:moveTo>
                  <a:lnTo>
                    <a:pt x="0" y="6106"/>
                  </a:lnTo>
                  <a:lnTo>
                    <a:pt x="12226" y="18319"/>
                  </a:lnTo>
                  <a:lnTo>
                    <a:pt x="366621" y="18319"/>
                  </a:lnTo>
                  <a:lnTo>
                    <a:pt x="360508" y="12213"/>
                  </a:lnTo>
                  <a:lnTo>
                    <a:pt x="348282" y="12213"/>
                  </a:lnTo>
                  <a:lnTo>
                    <a:pt x="348282" y="6106"/>
                  </a:lnTo>
                  <a:close/>
                </a:path>
                <a:path w="379095" h="24764">
                  <a:moveTo>
                    <a:pt x="6113" y="0"/>
                  </a:moveTo>
                  <a:lnTo>
                    <a:pt x="6113" y="6106"/>
                  </a:lnTo>
                  <a:lnTo>
                    <a:pt x="12226" y="6106"/>
                  </a:lnTo>
                  <a:lnTo>
                    <a:pt x="6113" y="0"/>
                  </a:lnTo>
                  <a:close/>
                </a:path>
              </a:pathLst>
            </a:custGeom>
            <a:solidFill>
              <a:srgbClr val="5861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703363" y="4195590"/>
              <a:ext cx="532130" cy="55244"/>
            </a:xfrm>
            <a:custGeom>
              <a:avLst/>
              <a:gdLst/>
              <a:ahLst/>
              <a:cxnLst/>
              <a:rect l="l" t="t" r="r" b="b"/>
              <a:pathLst>
                <a:path w="532129" h="55245">
                  <a:moveTo>
                    <a:pt x="73519" y="48835"/>
                  </a:moveTo>
                  <a:lnTo>
                    <a:pt x="0" y="48835"/>
                  </a:lnTo>
                  <a:lnTo>
                    <a:pt x="0" y="54942"/>
                  </a:lnTo>
                  <a:lnTo>
                    <a:pt x="55180" y="54942"/>
                  </a:lnTo>
                  <a:lnTo>
                    <a:pt x="73519" y="48835"/>
                  </a:lnTo>
                  <a:close/>
                </a:path>
                <a:path w="532129" h="55245">
                  <a:moveTo>
                    <a:pt x="152826" y="42737"/>
                  </a:moveTo>
                  <a:lnTo>
                    <a:pt x="12226" y="42737"/>
                  </a:lnTo>
                  <a:lnTo>
                    <a:pt x="6113" y="48835"/>
                  </a:lnTo>
                  <a:lnTo>
                    <a:pt x="128456" y="48835"/>
                  </a:lnTo>
                  <a:lnTo>
                    <a:pt x="152826" y="42737"/>
                  </a:lnTo>
                  <a:close/>
                </a:path>
                <a:path w="532129" h="55245">
                  <a:moveTo>
                    <a:pt x="195618" y="36630"/>
                  </a:moveTo>
                  <a:lnTo>
                    <a:pt x="36678" y="36630"/>
                  </a:lnTo>
                  <a:lnTo>
                    <a:pt x="30565" y="42737"/>
                  </a:lnTo>
                  <a:lnTo>
                    <a:pt x="177279" y="42737"/>
                  </a:lnTo>
                  <a:lnTo>
                    <a:pt x="195618" y="36630"/>
                  </a:lnTo>
                  <a:close/>
                </a:path>
                <a:path w="532129" h="55245">
                  <a:moveTo>
                    <a:pt x="268893" y="30524"/>
                  </a:moveTo>
                  <a:lnTo>
                    <a:pt x="110116" y="30524"/>
                  </a:lnTo>
                  <a:lnTo>
                    <a:pt x="85664" y="36630"/>
                  </a:lnTo>
                  <a:lnTo>
                    <a:pt x="244441" y="36630"/>
                  </a:lnTo>
                  <a:lnTo>
                    <a:pt x="268893" y="30524"/>
                  </a:lnTo>
                  <a:close/>
                </a:path>
                <a:path w="532129" h="55245">
                  <a:moveTo>
                    <a:pt x="385123" y="6106"/>
                  </a:moveTo>
                  <a:lnTo>
                    <a:pt x="354558" y="6106"/>
                  </a:lnTo>
                  <a:lnTo>
                    <a:pt x="330106" y="12204"/>
                  </a:lnTo>
                  <a:lnTo>
                    <a:pt x="299622" y="12204"/>
                  </a:lnTo>
                  <a:lnTo>
                    <a:pt x="275169" y="18311"/>
                  </a:lnTo>
                  <a:lnTo>
                    <a:pt x="238328" y="18311"/>
                  </a:lnTo>
                  <a:lnTo>
                    <a:pt x="207844" y="24417"/>
                  </a:lnTo>
                  <a:lnTo>
                    <a:pt x="171166" y="24417"/>
                  </a:lnTo>
                  <a:lnTo>
                    <a:pt x="140682" y="30524"/>
                  </a:lnTo>
                  <a:lnTo>
                    <a:pt x="201731" y="30524"/>
                  </a:lnTo>
                  <a:lnTo>
                    <a:pt x="385123" y="6106"/>
                  </a:lnTo>
                  <a:close/>
                </a:path>
                <a:path w="532129" h="55245">
                  <a:moveTo>
                    <a:pt x="464219" y="6252"/>
                  </a:moveTo>
                  <a:lnTo>
                    <a:pt x="201731" y="30524"/>
                  </a:lnTo>
                  <a:lnTo>
                    <a:pt x="293509" y="30524"/>
                  </a:lnTo>
                  <a:lnTo>
                    <a:pt x="317961" y="24417"/>
                  </a:lnTo>
                  <a:lnTo>
                    <a:pt x="342332" y="24417"/>
                  </a:lnTo>
                  <a:lnTo>
                    <a:pt x="366784" y="18311"/>
                  </a:lnTo>
                  <a:lnTo>
                    <a:pt x="409494" y="18311"/>
                  </a:lnTo>
                  <a:lnTo>
                    <a:pt x="427833" y="12204"/>
                  </a:lnTo>
                  <a:lnTo>
                    <a:pt x="452285" y="12204"/>
                  </a:lnTo>
                  <a:lnTo>
                    <a:pt x="464219" y="6252"/>
                  </a:lnTo>
                  <a:close/>
                </a:path>
                <a:path w="532129" h="55245">
                  <a:moveTo>
                    <a:pt x="465798" y="6106"/>
                  </a:moveTo>
                  <a:lnTo>
                    <a:pt x="464512" y="6106"/>
                  </a:lnTo>
                  <a:lnTo>
                    <a:pt x="464219" y="6252"/>
                  </a:lnTo>
                  <a:lnTo>
                    <a:pt x="465798" y="6106"/>
                  </a:lnTo>
                  <a:close/>
                </a:path>
                <a:path w="532129" h="55245">
                  <a:moveTo>
                    <a:pt x="516856" y="1385"/>
                  </a:moveTo>
                  <a:lnTo>
                    <a:pt x="465798" y="6106"/>
                  </a:lnTo>
                  <a:lnTo>
                    <a:pt x="507466" y="6106"/>
                  </a:lnTo>
                  <a:lnTo>
                    <a:pt x="516856" y="1385"/>
                  </a:lnTo>
                  <a:close/>
                </a:path>
                <a:path w="532129" h="55245">
                  <a:moveTo>
                    <a:pt x="531837" y="0"/>
                  </a:moveTo>
                  <a:lnTo>
                    <a:pt x="519611" y="0"/>
                  </a:lnTo>
                  <a:lnTo>
                    <a:pt x="516856" y="1385"/>
                  </a:lnTo>
                  <a:lnTo>
                    <a:pt x="531837" y="0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501632" y="3944881"/>
              <a:ext cx="201930" cy="281305"/>
            </a:xfrm>
            <a:custGeom>
              <a:avLst/>
              <a:gdLst/>
              <a:ahLst/>
              <a:cxnLst/>
              <a:rect l="l" t="t" r="r" b="b"/>
              <a:pathLst>
                <a:path w="201929" h="281304">
                  <a:moveTo>
                    <a:pt x="6113" y="0"/>
                  </a:moveTo>
                  <a:lnTo>
                    <a:pt x="0" y="6106"/>
                  </a:lnTo>
                  <a:lnTo>
                    <a:pt x="6113" y="12213"/>
                  </a:lnTo>
                  <a:lnTo>
                    <a:pt x="6113" y="18311"/>
                  </a:lnTo>
                  <a:lnTo>
                    <a:pt x="24452" y="54942"/>
                  </a:lnTo>
                  <a:lnTo>
                    <a:pt x="36841" y="67155"/>
                  </a:lnTo>
                  <a:lnTo>
                    <a:pt x="42954" y="85466"/>
                  </a:lnTo>
                  <a:lnTo>
                    <a:pt x="55180" y="97679"/>
                  </a:lnTo>
                  <a:lnTo>
                    <a:pt x="61293" y="116195"/>
                  </a:lnTo>
                  <a:lnTo>
                    <a:pt x="73519" y="128408"/>
                  </a:lnTo>
                  <a:lnTo>
                    <a:pt x="85746" y="152825"/>
                  </a:lnTo>
                  <a:lnTo>
                    <a:pt x="97890" y="165038"/>
                  </a:lnTo>
                  <a:lnTo>
                    <a:pt x="97890" y="171137"/>
                  </a:lnTo>
                  <a:lnTo>
                    <a:pt x="104003" y="171137"/>
                  </a:lnTo>
                  <a:lnTo>
                    <a:pt x="85746" y="128408"/>
                  </a:lnTo>
                  <a:lnTo>
                    <a:pt x="201731" y="281233"/>
                  </a:lnTo>
                  <a:lnTo>
                    <a:pt x="195618" y="269020"/>
                  </a:lnTo>
                  <a:lnTo>
                    <a:pt x="171166" y="232194"/>
                  </a:lnTo>
                  <a:lnTo>
                    <a:pt x="152908" y="213874"/>
                  </a:lnTo>
                  <a:lnTo>
                    <a:pt x="140682" y="189456"/>
                  </a:lnTo>
                  <a:lnTo>
                    <a:pt x="122343" y="158932"/>
                  </a:lnTo>
                  <a:lnTo>
                    <a:pt x="104003" y="134514"/>
                  </a:lnTo>
                  <a:lnTo>
                    <a:pt x="79632" y="103990"/>
                  </a:lnTo>
                  <a:lnTo>
                    <a:pt x="61293" y="79360"/>
                  </a:lnTo>
                  <a:lnTo>
                    <a:pt x="49067" y="54942"/>
                  </a:lnTo>
                  <a:lnTo>
                    <a:pt x="30728" y="36630"/>
                  </a:lnTo>
                  <a:lnTo>
                    <a:pt x="18339" y="18311"/>
                  </a:lnTo>
                  <a:lnTo>
                    <a:pt x="6113" y="6106"/>
                  </a:lnTo>
                  <a:lnTo>
                    <a:pt x="6113" y="0"/>
                  </a:lnTo>
                  <a:close/>
                </a:path>
              </a:pathLst>
            </a:custGeom>
            <a:solidFill>
              <a:srgbClr val="A88A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605636" y="4048871"/>
              <a:ext cx="623570" cy="165100"/>
            </a:xfrm>
            <a:custGeom>
              <a:avLst/>
              <a:gdLst/>
              <a:ahLst/>
              <a:cxnLst/>
              <a:rect l="l" t="t" r="r" b="b"/>
              <a:pathLst>
                <a:path w="623570" h="165100">
                  <a:moveTo>
                    <a:pt x="0" y="0"/>
                  </a:moveTo>
                  <a:lnTo>
                    <a:pt x="116066" y="165030"/>
                  </a:lnTo>
                  <a:lnTo>
                    <a:pt x="623452" y="115990"/>
                  </a:lnTo>
                  <a:lnTo>
                    <a:pt x="262780" y="146719"/>
                  </a:lnTo>
                  <a:lnTo>
                    <a:pt x="611225" y="109884"/>
                  </a:lnTo>
                  <a:lnTo>
                    <a:pt x="122179" y="146719"/>
                  </a:lnTo>
                  <a:lnTo>
                    <a:pt x="109953" y="1406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149536" y="4262746"/>
              <a:ext cx="391160" cy="67945"/>
            </a:xfrm>
            <a:custGeom>
              <a:avLst/>
              <a:gdLst/>
              <a:ahLst/>
              <a:cxnLst/>
              <a:rect l="l" t="t" r="r" b="b"/>
              <a:pathLst>
                <a:path w="391160" h="67945">
                  <a:moveTo>
                    <a:pt x="232215" y="0"/>
                  </a:moveTo>
                  <a:lnTo>
                    <a:pt x="0" y="36630"/>
                  </a:lnTo>
                  <a:lnTo>
                    <a:pt x="189505" y="67359"/>
                  </a:lnTo>
                  <a:lnTo>
                    <a:pt x="391155" y="24417"/>
                  </a:lnTo>
                  <a:lnTo>
                    <a:pt x="232215" y="0"/>
                  </a:lnTo>
                  <a:close/>
                </a:path>
              </a:pathLst>
            </a:custGeom>
            <a:solidFill>
              <a:srgbClr val="555F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180020" y="4274950"/>
              <a:ext cx="330200" cy="55244"/>
            </a:xfrm>
            <a:custGeom>
              <a:avLst/>
              <a:gdLst/>
              <a:ahLst/>
              <a:cxnLst/>
              <a:rect l="l" t="t" r="r" b="b"/>
              <a:pathLst>
                <a:path w="330200" h="55245">
                  <a:moveTo>
                    <a:pt x="207844" y="0"/>
                  </a:moveTo>
                  <a:lnTo>
                    <a:pt x="0" y="30524"/>
                  </a:lnTo>
                  <a:lnTo>
                    <a:pt x="159021" y="55154"/>
                  </a:lnTo>
                  <a:lnTo>
                    <a:pt x="330187" y="18319"/>
                  </a:lnTo>
                  <a:lnTo>
                    <a:pt x="207844" y="0"/>
                  </a:lnTo>
                  <a:close/>
                </a:path>
              </a:pathLst>
            </a:custGeom>
            <a:solidFill>
              <a:srgbClr val="6E7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611749" y="3999823"/>
              <a:ext cx="330200" cy="85725"/>
            </a:xfrm>
            <a:custGeom>
              <a:avLst/>
              <a:gdLst/>
              <a:ahLst/>
              <a:cxnLst/>
              <a:rect l="l" t="t" r="r" b="b"/>
              <a:pathLst>
                <a:path w="330200" h="85725">
                  <a:moveTo>
                    <a:pt x="281119" y="6106"/>
                  </a:moveTo>
                  <a:lnTo>
                    <a:pt x="0" y="6106"/>
                  </a:lnTo>
                  <a:lnTo>
                    <a:pt x="0" y="24417"/>
                  </a:lnTo>
                  <a:lnTo>
                    <a:pt x="6113" y="30524"/>
                  </a:lnTo>
                  <a:lnTo>
                    <a:pt x="24452" y="61252"/>
                  </a:lnTo>
                  <a:lnTo>
                    <a:pt x="42791" y="79572"/>
                  </a:lnTo>
                  <a:lnTo>
                    <a:pt x="48904" y="79572"/>
                  </a:lnTo>
                  <a:lnTo>
                    <a:pt x="55017" y="85670"/>
                  </a:lnTo>
                  <a:lnTo>
                    <a:pt x="67162" y="85670"/>
                  </a:lnTo>
                  <a:lnTo>
                    <a:pt x="323829" y="73465"/>
                  </a:lnTo>
                  <a:lnTo>
                    <a:pt x="329943" y="73465"/>
                  </a:lnTo>
                  <a:lnTo>
                    <a:pt x="329943" y="67359"/>
                  </a:lnTo>
                  <a:lnTo>
                    <a:pt x="323829" y="61252"/>
                  </a:lnTo>
                  <a:lnTo>
                    <a:pt x="323829" y="55146"/>
                  </a:lnTo>
                  <a:lnTo>
                    <a:pt x="317716" y="49047"/>
                  </a:lnTo>
                  <a:lnTo>
                    <a:pt x="317716" y="42737"/>
                  </a:lnTo>
                  <a:lnTo>
                    <a:pt x="311685" y="36630"/>
                  </a:lnTo>
                  <a:lnTo>
                    <a:pt x="293346" y="18319"/>
                  </a:lnTo>
                  <a:lnTo>
                    <a:pt x="287232" y="18319"/>
                  </a:lnTo>
                  <a:lnTo>
                    <a:pt x="287232" y="12213"/>
                  </a:lnTo>
                  <a:lnTo>
                    <a:pt x="281119" y="6106"/>
                  </a:lnTo>
                  <a:close/>
                </a:path>
                <a:path w="330200" h="85725">
                  <a:moveTo>
                    <a:pt x="268893" y="0"/>
                  </a:moveTo>
                  <a:lnTo>
                    <a:pt x="12226" y="0"/>
                  </a:lnTo>
                  <a:lnTo>
                    <a:pt x="6113" y="6106"/>
                  </a:lnTo>
                  <a:lnTo>
                    <a:pt x="275006" y="6106"/>
                  </a:lnTo>
                  <a:lnTo>
                    <a:pt x="268893" y="0"/>
                  </a:lnTo>
                  <a:close/>
                </a:path>
              </a:pathLst>
            </a:custGeom>
            <a:solidFill>
              <a:srgbClr val="CCCF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630088" y="3999823"/>
              <a:ext cx="299720" cy="73660"/>
            </a:xfrm>
            <a:custGeom>
              <a:avLst/>
              <a:gdLst/>
              <a:ahLst/>
              <a:cxnLst/>
              <a:rect l="l" t="t" r="r" b="b"/>
              <a:pathLst>
                <a:path w="299720" h="73660">
                  <a:moveTo>
                    <a:pt x="293346" y="67359"/>
                  </a:moveTo>
                  <a:lnTo>
                    <a:pt x="42710" y="67359"/>
                  </a:lnTo>
                  <a:lnTo>
                    <a:pt x="48823" y="73465"/>
                  </a:lnTo>
                  <a:lnTo>
                    <a:pt x="61049" y="73465"/>
                  </a:lnTo>
                  <a:lnTo>
                    <a:pt x="293346" y="67359"/>
                  </a:lnTo>
                  <a:close/>
                </a:path>
                <a:path w="299720" h="73660">
                  <a:moveTo>
                    <a:pt x="256667" y="6106"/>
                  </a:moveTo>
                  <a:lnTo>
                    <a:pt x="0" y="6106"/>
                  </a:lnTo>
                  <a:lnTo>
                    <a:pt x="0" y="24417"/>
                  </a:lnTo>
                  <a:lnTo>
                    <a:pt x="6113" y="30524"/>
                  </a:lnTo>
                  <a:lnTo>
                    <a:pt x="18339" y="49047"/>
                  </a:lnTo>
                  <a:lnTo>
                    <a:pt x="36678" y="67359"/>
                  </a:lnTo>
                  <a:lnTo>
                    <a:pt x="299377" y="67359"/>
                  </a:lnTo>
                  <a:lnTo>
                    <a:pt x="299377" y="55146"/>
                  </a:lnTo>
                  <a:lnTo>
                    <a:pt x="293346" y="49047"/>
                  </a:lnTo>
                  <a:lnTo>
                    <a:pt x="293346" y="42737"/>
                  </a:lnTo>
                  <a:lnTo>
                    <a:pt x="287232" y="42737"/>
                  </a:lnTo>
                  <a:lnTo>
                    <a:pt x="287232" y="36630"/>
                  </a:lnTo>
                  <a:lnTo>
                    <a:pt x="268893" y="18319"/>
                  </a:lnTo>
                  <a:lnTo>
                    <a:pt x="262780" y="18319"/>
                  </a:lnTo>
                  <a:lnTo>
                    <a:pt x="262780" y="12213"/>
                  </a:lnTo>
                  <a:lnTo>
                    <a:pt x="256667" y="6106"/>
                  </a:lnTo>
                  <a:close/>
                </a:path>
                <a:path w="299720" h="73660">
                  <a:moveTo>
                    <a:pt x="238328" y="0"/>
                  </a:moveTo>
                  <a:lnTo>
                    <a:pt x="12226" y="6106"/>
                  </a:lnTo>
                  <a:lnTo>
                    <a:pt x="244441" y="6106"/>
                  </a:lnTo>
                  <a:lnTo>
                    <a:pt x="238328" y="0"/>
                  </a:lnTo>
                  <a:close/>
                </a:path>
              </a:pathLst>
            </a:custGeom>
            <a:solidFill>
              <a:srgbClr val="F3F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object 7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64111" y="1681580"/>
            <a:ext cx="1515716" cy="122130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4984646" y="2557064"/>
            <a:ext cx="1173480" cy="520065"/>
            <a:chOff x="4984646" y="2557064"/>
            <a:chExt cx="1173480" cy="520065"/>
          </a:xfrm>
        </p:grpSpPr>
        <p:sp>
          <p:nvSpPr>
            <p:cNvPr id="79" name="object 79"/>
            <p:cNvSpPr/>
            <p:nvPr/>
          </p:nvSpPr>
          <p:spPr>
            <a:xfrm>
              <a:off x="5271871" y="2832188"/>
              <a:ext cx="403860" cy="67310"/>
            </a:xfrm>
            <a:custGeom>
              <a:avLst/>
              <a:gdLst/>
              <a:ahLst/>
              <a:cxnLst/>
              <a:rect l="l" t="t" r="r" b="b"/>
              <a:pathLst>
                <a:path w="403860" h="67310">
                  <a:moveTo>
                    <a:pt x="61048" y="54940"/>
                  </a:moveTo>
                  <a:lnTo>
                    <a:pt x="54940" y="54940"/>
                  </a:lnTo>
                  <a:lnTo>
                    <a:pt x="42710" y="42697"/>
                  </a:lnTo>
                  <a:lnTo>
                    <a:pt x="36601" y="42697"/>
                  </a:lnTo>
                  <a:lnTo>
                    <a:pt x="36601" y="36576"/>
                  </a:lnTo>
                  <a:lnTo>
                    <a:pt x="12230" y="36576"/>
                  </a:lnTo>
                  <a:lnTo>
                    <a:pt x="12230" y="42697"/>
                  </a:lnTo>
                  <a:lnTo>
                    <a:pt x="6108" y="42697"/>
                  </a:lnTo>
                  <a:lnTo>
                    <a:pt x="0" y="48818"/>
                  </a:lnTo>
                  <a:lnTo>
                    <a:pt x="0" y="67106"/>
                  </a:lnTo>
                  <a:lnTo>
                    <a:pt x="24371" y="67106"/>
                  </a:lnTo>
                  <a:lnTo>
                    <a:pt x="36601" y="60985"/>
                  </a:lnTo>
                  <a:lnTo>
                    <a:pt x="61048" y="60985"/>
                  </a:lnTo>
                  <a:lnTo>
                    <a:pt x="61048" y="54940"/>
                  </a:lnTo>
                  <a:close/>
                </a:path>
                <a:path w="403860" h="67310">
                  <a:moveTo>
                    <a:pt x="403377" y="18288"/>
                  </a:moveTo>
                  <a:lnTo>
                    <a:pt x="391160" y="6045"/>
                  </a:lnTo>
                  <a:lnTo>
                    <a:pt x="385038" y="6045"/>
                  </a:lnTo>
                  <a:lnTo>
                    <a:pt x="385038" y="0"/>
                  </a:lnTo>
                  <a:lnTo>
                    <a:pt x="360426" y="0"/>
                  </a:lnTo>
                  <a:lnTo>
                    <a:pt x="360426" y="6045"/>
                  </a:lnTo>
                  <a:lnTo>
                    <a:pt x="354317" y="6045"/>
                  </a:lnTo>
                  <a:lnTo>
                    <a:pt x="354317" y="12166"/>
                  </a:lnTo>
                  <a:lnTo>
                    <a:pt x="348208" y="24409"/>
                  </a:lnTo>
                  <a:lnTo>
                    <a:pt x="354317" y="24409"/>
                  </a:lnTo>
                  <a:lnTo>
                    <a:pt x="360426" y="30530"/>
                  </a:lnTo>
                  <a:lnTo>
                    <a:pt x="372897" y="30530"/>
                  </a:lnTo>
                  <a:lnTo>
                    <a:pt x="385038" y="24409"/>
                  </a:lnTo>
                  <a:lnTo>
                    <a:pt x="403377" y="24409"/>
                  </a:lnTo>
                  <a:lnTo>
                    <a:pt x="403377" y="18288"/>
                  </a:lnTo>
                  <a:close/>
                </a:path>
              </a:pathLst>
            </a:custGeom>
            <a:solidFill>
              <a:srgbClr val="8A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277980" y="2832188"/>
              <a:ext cx="415925" cy="73660"/>
            </a:xfrm>
            <a:custGeom>
              <a:avLst/>
              <a:gdLst/>
              <a:ahLst/>
              <a:cxnLst/>
              <a:rect l="l" t="t" r="r" b="b"/>
              <a:pathLst>
                <a:path w="415925" h="73660">
                  <a:moveTo>
                    <a:pt x="67170" y="48818"/>
                  </a:moveTo>
                  <a:lnTo>
                    <a:pt x="61061" y="42697"/>
                  </a:lnTo>
                  <a:lnTo>
                    <a:pt x="54940" y="42697"/>
                  </a:lnTo>
                  <a:lnTo>
                    <a:pt x="42710" y="36576"/>
                  </a:lnTo>
                  <a:lnTo>
                    <a:pt x="18262" y="36576"/>
                  </a:lnTo>
                  <a:lnTo>
                    <a:pt x="12153" y="42697"/>
                  </a:lnTo>
                  <a:lnTo>
                    <a:pt x="0" y="42697"/>
                  </a:lnTo>
                  <a:lnTo>
                    <a:pt x="12153" y="48818"/>
                  </a:lnTo>
                  <a:lnTo>
                    <a:pt x="36601" y="48818"/>
                  </a:lnTo>
                  <a:lnTo>
                    <a:pt x="42710" y="54940"/>
                  </a:lnTo>
                  <a:lnTo>
                    <a:pt x="36601" y="60985"/>
                  </a:lnTo>
                  <a:lnTo>
                    <a:pt x="30492" y="60985"/>
                  </a:lnTo>
                  <a:lnTo>
                    <a:pt x="30492" y="73228"/>
                  </a:lnTo>
                  <a:lnTo>
                    <a:pt x="54940" y="73228"/>
                  </a:lnTo>
                  <a:lnTo>
                    <a:pt x="61061" y="60985"/>
                  </a:lnTo>
                  <a:lnTo>
                    <a:pt x="67170" y="54940"/>
                  </a:lnTo>
                  <a:lnTo>
                    <a:pt x="67170" y="48818"/>
                  </a:lnTo>
                  <a:close/>
                </a:path>
                <a:path w="415925" h="73660">
                  <a:moveTo>
                    <a:pt x="415607" y="12166"/>
                  </a:moveTo>
                  <a:lnTo>
                    <a:pt x="409498" y="6045"/>
                  </a:lnTo>
                  <a:lnTo>
                    <a:pt x="397268" y="6045"/>
                  </a:lnTo>
                  <a:lnTo>
                    <a:pt x="391160" y="0"/>
                  </a:lnTo>
                  <a:lnTo>
                    <a:pt x="366788" y="0"/>
                  </a:lnTo>
                  <a:lnTo>
                    <a:pt x="354317" y="6045"/>
                  </a:lnTo>
                  <a:lnTo>
                    <a:pt x="348208" y="6045"/>
                  </a:lnTo>
                  <a:lnTo>
                    <a:pt x="366788" y="12166"/>
                  </a:lnTo>
                  <a:lnTo>
                    <a:pt x="385051" y="12166"/>
                  </a:lnTo>
                  <a:lnTo>
                    <a:pt x="385051" y="24409"/>
                  </a:lnTo>
                  <a:lnTo>
                    <a:pt x="378929" y="24409"/>
                  </a:lnTo>
                  <a:lnTo>
                    <a:pt x="378929" y="36576"/>
                  </a:lnTo>
                  <a:lnTo>
                    <a:pt x="397268" y="36576"/>
                  </a:lnTo>
                  <a:lnTo>
                    <a:pt x="403390" y="30530"/>
                  </a:lnTo>
                  <a:lnTo>
                    <a:pt x="415607" y="18288"/>
                  </a:lnTo>
                  <a:lnTo>
                    <a:pt x="415607" y="12166"/>
                  </a:lnTo>
                  <a:close/>
                </a:path>
              </a:pathLst>
            </a:custGeom>
            <a:solidFill>
              <a:srgbClr val="768A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984646" y="2557064"/>
              <a:ext cx="770255" cy="342265"/>
            </a:xfrm>
            <a:custGeom>
              <a:avLst/>
              <a:gdLst/>
              <a:ahLst/>
              <a:cxnLst/>
              <a:rect l="l" t="t" r="r" b="b"/>
              <a:pathLst>
                <a:path w="770254" h="342264">
                  <a:moveTo>
                    <a:pt x="24452" y="0"/>
                  </a:moveTo>
                  <a:lnTo>
                    <a:pt x="18339" y="0"/>
                  </a:lnTo>
                  <a:lnTo>
                    <a:pt x="12226" y="6041"/>
                  </a:lnTo>
                  <a:lnTo>
                    <a:pt x="6113" y="6041"/>
                  </a:lnTo>
                  <a:lnTo>
                    <a:pt x="6113" y="12164"/>
                  </a:lnTo>
                  <a:lnTo>
                    <a:pt x="0" y="18286"/>
                  </a:lnTo>
                  <a:lnTo>
                    <a:pt x="0" y="36573"/>
                  </a:lnTo>
                  <a:lnTo>
                    <a:pt x="177116" y="317815"/>
                  </a:lnTo>
                  <a:lnTo>
                    <a:pt x="183229" y="323938"/>
                  </a:lnTo>
                  <a:lnTo>
                    <a:pt x="183229" y="330061"/>
                  </a:lnTo>
                  <a:lnTo>
                    <a:pt x="189342" y="336102"/>
                  </a:lnTo>
                  <a:lnTo>
                    <a:pt x="195373" y="336102"/>
                  </a:lnTo>
                  <a:lnTo>
                    <a:pt x="195373" y="342225"/>
                  </a:lnTo>
                  <a:lnTo>
                    <a:pt x="213957" y="342225"/>
                  </a:lnTo>
                  <a:lnTo>
                    <a:pt x="751663" y="275119"/>
                  </a:lnTo>
                  <a:lnTo>
                    <a:pt x="763889" y="275119"/>
                  </a:lnTo>
                  <a:lnTo>
                    <a:pt x="763889" y="268751"/>
                  </a:lnTo>
                  <a:lnTo>
                    <a:pt x="770002" y="268751"/>
                  </a:lnTo>
                  <a:lnTo>
                    <a:pt x="770002" y="256587"/>
                  </a:lnTo>
                  <a:lnTo>
                    <a:pt x="763889" y="250464"/>
                  </a:lnTo>
                  <a:lnTo>
                    <a:pt x="556045" y="36573"/>
                  </a:lnTo>
                  <a:lnTo>
                    <a:pt x="556045" y="30450"/>
                  </a:lnTo>
                  <a:lnTo>
                    <a:pt x="550013" y="24409"/>
                  </a:lnTo>
                  <a:lnTo>
                    <a:pt x="543900" y="24409"/>
                  </a:lnTo>
                  <a:lnTo>
                    <a:pt x="543900" y="18286"/>
                  </a:lnTo>
                  <a:lnTo>
                    <a:pt x="537787" y="18286"/>
                  </a:lnTo>
                  <a:lnTo>
                    <a:pt x="531674" y="12164"/>
                  </a:lnTo>
                  <a:lnTo>
                    <a:pt x="519448" y="12164"/>
                  </a:lnTo>
                  <a:lnTo>
                    <a:pt x="24452" y="0"/>
                  </a:lnTo>
                  <a:close/>
                </a:path>
              </a:pathLst>
            </a:custGeom>
            <a:solidFill>
              <a:srgbClr val="D7DD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064034" y="2599760"/>
              <a:ext cx="629920" cy="233045"/>
            </a:xfrm>
            <a:custGeom>
              <a:avLst/>
              <a:gdLst/>
              <a:ahLst/>
              <a:cxnLst/>
              <a:rect l="l" t="t" r="r" b="b"/>
              <a:pathLst>
                <a:path w="629920" h="233044">
                  <a:moveTo>
                    <a:pt x="446172" y="0"/>
                  </a:moveTo>
                  <a:lnTo>
                    <a:pt x="0" y="6122"/>
                  </a:lnTo>
                  <a:lnTo>
                    <a:pt x="0" y="18286"/>
                  </a:lnTo>
                  <a:lnTo>
                    <a:pt x="6113" y="30532"/>
                  </a:lnTo>
                  <a:lnTo>
                    <a:pt x="18339" y="42696"/>
                  </a:lnTo>
                  <a:lnTo>
                    <a:pt x="42710" y="79351"/>
                  </a:lnTo>
                  <a:lnTo>
                    <a:pt x="54936" y="104006"/>
                  </a:lnTo>
                  <a:lnTo>
                    <a:pt x="79388" y="140580"/>
                  </a:lnTo>
                  <a:lnTo>
                    <a:pt x="97727" y="165071"/>
                  </a:lnTo>
                  <a:lnTo>
                    <a:pt x="109953" y="183358"/>
                  </a:lnTo>
                  <a:lnTo>
                    <a:pt x="122098" y="195522"/>
                  </a:lnTo>
                  <a:lnTo>
                    <a:pt x="128211" y="213890"/>
                  </a:lnTo>
                  <a:lnTo>
                    <a:pt x="140682" y="220013"/>
                  </a:lnTo>
                  <a:lnTo>
                    <a:pt x="146795" y="226054"/>
                  </a:lnTo>
                  <a:lnTo>
                    <a:pt x="146795" y="232422"/>
                  </a:lnTo>
                  <a:lnTo>
                    <a:pt x="158939" y="232422"/>
                  </a:lnTo>
                  <a:lnTo>
                    <a:pt x="171166" y="226054"/>
                  </a:lnTo>
                  <a:lnTo>
                    <a:pt x="226102" y="226054"/>
                  </a:lnTo>
                  <a:lnTo>
                    <a:pt x="244441" y="220013"/>
                  </a:lnTo>
                  <a:lnTo>
                    <a:pt x="281119" y="220013"/>
                  </a:lnTo>
                  <a:lnTo>
                    <a:pt x="299377" y="213890"/>
                  </a:lnTo>
                  <a:lnTo>
                    <a:pt x="366784" y="213890"/>
                  </a:lnTo>
                  <a:lnTo>
                    <a:pt x="391236" y="207768"/>
                  </a:lnTo>
                  <a:lnTo>
                    <a:pt x="433946" y="207768"/>
                  </a:lnTo>
                  <a:lnTo>
                    <a:pt x="458399" y="201645"/>
                  </a:lnTo>
                  <a:lnTo>
                    <a:pt x="476656" y="201645"/>
                  </a:lnTo>
                  <a:lnTo>
                    <a:pt x="501109" y="195522"/>
                  </a:lnTo>
                  <a:lnTo>
                    <a:pt x="556045" y="195522"/>
                  </a:lnTo>
                  <a:lnTo>
                    <a:pt x="568271" y="189481"/>
                  </a:lnTo>
                  <a:lnTo>
                    <a:pt x="629565" y="189481"/>
                  </a:lnTo>
                  <a:lnTo>
                    <a:pt x="446172" y="0"/>
                  </a:lnTo>
                  <a:close/>
                </a:path>
              </a:pathLst>
            </a:custGeom>
            <a:solidFill>
              <a:srgbClr val="4323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064035" y="2612006"/>
              <a:ext cx="617855" cy="220345"/>
            </a:xfrm>
            <a:custGeom>
              <a:avLst/>
              <a:gdLst/>
              <a:ahLst/>
              <a:cxnLst/>
              <a:rect l="l" t="t" r="r" b="b"/>
              <a:pathLst>
                <a:path w="617854" h="220344">
                  <a:moveTo>
                    <a:pt x="446172" y="0"/>
                  </a:moveTo>
                  <a:lnTo>
                    <a:pt x="0" y="6041"/>
                  </a:lnTo>
                  <a:lnTo>
                    <a:pt x="146795" y="220176"/>
                  </a:lnTo>
                  <a:lnTo>
                    <a:pt x="158939" y="220176"/>
                  </a:lnTo>
                  <a:lnTo>
                    <a:pt x="165053" y="213809"/>
                  </a:lnTo>
                  <a:lnTo>
                    <a:pt x="232215" y="213809"/>
                  </a:lnTo>
                  <a:lnTo>
                    <a:pt x="250554" y="207768"/>
                  </a:lnTo>
                  <a:lnTo>
                    <a:pt x="287233" y="207768"/>
                  </a:lnTo>
                  <a:lnTo>
                    <a:pt x="305490" y="201645"/>
                  </a:lnTo>
                  <a:lnTo>
                    <a:pt x="348282" y="201645"/>
                  </a:lnTo>
                  <a:lnTo>
                    <a:pt x="366784" y="195522"/>
                  </a:lnTo>
                  <a:lnTo>
                    <a:pt x="409494" y="195522"/>
                  </a:lnTo>
                  <a:lnTo>
                    <a:pt x="433946" y="189399"/>
                  </a:lnTo>
                  <a:lnTo>
                    <a:pt x="470625" y="189399"/>
                  </a:lnTo>
                  <a:lnTo>
                    <a:pt x="488882" y="183276"/>
                  </a:lnTo>
                  <a:lnTo>
                    <a:pt x="562158" y="183276"/>
                  </a:lnTo>
                  <a:lnTo>
                    <a:pt x="574384" y="177235"/>
                  </a:lnTo>
                  <a:lnTo>
                    <a:pt x="617339" y="177235"/>
                  </a:lnTo>
                  <a:lnTo>
                    <a:pt x="446172" y="0"/>
                  </a:lnTo>
                  <a:close/>
                </a:path>
              </a:pathLst>
            </a:custGeom>
            <a:solidFill>
              <a:srgbClr val="5861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984646" y="2557064"/>
              <a:ext cx="770255" cy="342265"/>
            </a:xfrm>
            <a:custGeom>
              <a:avLst/>
              <a:gdLst/>
              <a:ahLst/>
              <a:cxnLst/>
              <a:rect l="l" t="t" r="r" b="b"/>
              <a:pathLst>
                <a:path w="770254" h="342264">
                  <a:moveTo>
                    <a:pt x="18339" y="0"/>
                  </a:moveTo>
                  <a:lnTo>
                    <a:pt x="18339" y="6041"/>
                  </a:lnTo>
                  <a:lnTo>
                    <a:pt x="6113" y="6041"/>
                  </a:lnTo>
                  <a:lnTo>
                    <a:pt x="6113" y="12164"/>
                  </a:lnTo>
                  <a:lnTo>
                    <a:pt x="0" y="18286"/>
                  </a:lnTo>
                  <a:lnTo>
                    <a:pt x="0" y="36573"/>
                  </a:lnTo>
                  <a:lnTo>
                    <a:pt x="177116" y="317815"/>
                  </a:lnTo>
                  <a:lnTo>
                    <a:pt x="183229" y="323938"/>
                  </a:lnTo>
                  <a:lnTo>
                    <a:pt x="183229" y="330061"/>
                  </a:lnTo>
                  <a:lnTo>
                    <a:pt x="189342" y="336102"/>
                  </a:lnTo>
                  <a:lnTo>
                    <a:pt x="195373" y="336102"/>
                  </a:lnTo>
                  <a:lnTo>
                    <a:pt x="195373" y="342225"/>
                  </a:lnTo>
                  <a:lnTo>
                    <a:pt x="213957" y="342225"/>
                  </a:lnTo>
                  <a:lnTo>
                    <a:pt x="581372" y="299528"/>
                  </a:lnTo>
                  <a:lnTo>
                    <a:pt x="226183" y="299528"/>
                  </a:lnTo>
                  <a:lnTo>
                    <a:pt x="213957" y="287283"/>
                  </a:lnTo>
                  <a:lnTo>
                    <a:pt x="207600" y="275119"/>
                  </a:lnTo>
                  <a:lnTo>
                    <a:pt x="195373" y="262710"/>
                  </a:lnTo>
                  <a:lnTo>
                    <a:pt x="183229" y="244341"/>
                  </a:lnTo>
                  <a:lnTo>
                    <a:pt x="146550" y="195522"/>
                  </a:lnTo>
                  <a:lnTo>
                    <a:pt x="134324" y="171112"/>
                  </a:lnTo>
                  <a:lnTo>
                    <a:pt x="79388" y="97638"/>
                  </a:lnTo>
                  <a:lnTo>
                    <a:pt x="67162" y="73229"/>
                  </a:lnTo>
                  <a:lnTo>
                    <a:pt x="48823" y="48819"/>
                  </a:lnTo>
                  <a:lnTo>
                    <a:pt x="36678" y="30450"/>
                  </a:lnTo>
                  <a:lnTo>
                    <a:pt x="30565" y="12164"/>
                  </a:lnTo>
                  <a:lnTo>
                    <a:pt x="18339" y="0"/>
                  </a:lnTo>
                  <a:close/>
                </a:path>
                <a:path w="770254" h="342264">
                  <a:moveTo>
                    <a:pt x="757776" y="250464"/>
                  </a:moveTo>
                  <a:lnTo>
                    <a:pt x="226183" y="299528"/>
                  </a:lnTo>
                  <a:lnTo>
                    <a:pt x="581372" y="299528"/>
                  </a:lnTo>
                  <a:lnTo>
                    <a:pt x="739437" y="281160"/>
                  </a:lnTo>
                  <a:lnTo>
                    <a:pt x="751663" y="281160"/>
                  </a:lnTo>
                  <a:lnTo>
                    <a:pt x="757776" y="275119"/>
                  </a:lnTo>
                  <a:lnTo>
                    <a:pt x="763889" y="275119"/>
                  </a:lnTo>
                  <a:lnTo>
                    <a:pt x="763889" y="268751"/>
                  </a:lnTo>
                  <a:lnTo>
                    <a:pt x="770002" y="262710"/>
                  </a:lnTo>
                  <a:lnTo>
                    <a:pt x="757776" y="250464"/>
                  </a:lnTo>
                  <a:close/>
                </a:path>
              </a:pathLst>
            </a:custGeom>
            <a:solidFill>
              <a:srgbClr val="8A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241314" y="2923699"/>
              <a:ext cx="911225" cy="153035"/>
            </a:xfrm>
            <a:custGeom>
              <a:avLst/>
              <a:gdLst/>
              <a:ahLst/>
              <a:cxnLst/>
              <a:rect l="l" t="t" r="r" b="b"/>
              <a:pathLst>
                <a:path w="911225" h="153035">
                  <a:moveTo>
                    <a:pt x="0" y="0"/>
                  </a:moveTo>
                  <a:lnTo>
                    <a:pt x="0" y="24491"/>
                  </a:lnTo>
                  <a:lnTo>
                    <a:pt x="6113" y="24491"/>
                  </a:lnTo>
                  <a:lnTo>
                    <a:pt x="12226" y="30532"/>
                  </a:lnTo>
                  <a:lnTo>
                    <a:pt x="24452" y="30532"/>
                  </a:lnTo>
                  <a:lnTo>
                    <a:pt x="476738" y="146784"/>
                  </a:lnTo>
                  <a:lnTo>
                    <a:pt x="476738" y="152825"/>
                  </a:lnTo>
                  <a:lnTo>
                    <a:pt x="531674" y="152825"/>
                  </a:lnTo>
                  <a:lnTo>
                    <a:pt x="537787" y="146784"/>
                  </a:lnTo>
                  <a:lnTo>
                    <a:pt x="543900" y="146784"/>
                  </a:lnTo>
                  <a:lnTo>
                    <a:pt x="621172" y="122293"/>
                  </a:lnTo>
                  <a:lnTo>
                    <a:pt x="433946" y="122293"/>
                  </a:lnTo>
                  <a:lnTo>
                    <a:pt x="311603" y="91842"/>
                  </a:lnTo>
                  <a:lnTo>
                    <a:pt x="299377" y="73473"/>
                  </a:lnTo>
                  <a:lnTo>
                    <a:pt x="0" y="0"/>
                  </a:lnTo>
                  <a:close/>
                </a:path>
                <a:path w="911225" h="153035">
                  <a:moveTo>
                    <a:pt x="458399" y="110129"/>
                  </a:moveTo>
                  <a:lnTo>
                    <a:pt x="452286" y="110129"/>
                  </a:lnTo>
                  <a:lnTo>
                    <a:pt x="433946" y="122293"/>
                  </a:lnTo>
                  <a:lnTo>
                    <a:pt x="476738" y="122293"/>
                  </a:lnTo>
                  <a:lnTo>
                    <a:pt x="470625" y="116252"/>
                  </a:lnTo>
                  <a:lnTo>
                    <a:pt x="458399" y="116252"/>
                  </a:lnTo>
                  <a:lnTo>
                    <a:pt x="458399" y="110129"/>
                  </a:lnTo>
                  <a:close/>
                </a:path>
                <a:path w="911225" h="153035">
                  <a:moveTo>
                    <a:pt x="910685" y="12245"/>
                  </a:moveTo>
                  <a:lnTo>
                    <a:pt x="812712" y="42941"/>
                  </a:lnTo>
                  <a:lnTo>
                    <a:pt x="806599" y="49064"/>
                  </a:lnTo>
                  <a:lnTo>
                    <a:pt x="702840" y="79596"/>
                  </a:lnTo>
                  <a:lnTo>
                    <a:pt x="678388" y="79596"/>
                  </a:lnTo>
                  <a:lnTo>
                    <a:pt x="568271" y="110129"/>
                  </a:lnTo>
                  <a:lnTo>
                    <a:pt x="562158" y="110129"/>
                  </a:lnTo>
                  <a:lnTo>
                    <a:pt x="550013" y="116252"/>
                  </a:lnTo>
                  <a:lnTo>
                    <a:pt x="501109" y="116252"/>
                  </a:lnTo>
                  <a:lnTo>
                    <a:pt x="494996" y="122293"/>
                  </a:lnTo>
                  <a:lnTo>
                    <a:pt x="621172" y="122293"/>
                  </a:lnTo>
                  <a:lnTo>
                    <a:pt x="910685" y="30532"/>
                  </a:lnTo>
                  <a:lnTo>
                    <a:pt x="910685" y="12245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241314" y="2899289"/>
              <a:ext cx="916940" cy="165100"/>
            </a:xfrm>
            <a:custGeom>
              <a:avLst/>
              <a:gdLst/>
              <a:ahLst/>
              <a:cxnLst/>
              <a:rect l="l" t="t" r="r" b="b"/>
              <a:pathLst>
                <a:path w="916939" h="165100">
                  <a:moveTo>
                    <a:pt x="800568" y="6122"/>
                  </a:moveTo>
                  <a:lnTo>
                    <a:pt x="0" y="6122"/>
                  </a:lnTo>
                  <a:lnTo>
                    <a:pt x="0" y="48901"/>
                  </a:lnTo>
                  <a:lnTo>
                    <a:pt x="18339" y="48901"/>
                  </a:lnTo>
                  <a:lnTo>
                    <a:pt x="18339" y="54942"/>
                  </a:lnTo>
                  <a:lnTo>
                    <a:pt x="470625" y="165071"/>
                  </a:lnTo>
                  <a:lnTo>
                    <a:pt x="537787" y="165071"/>
                  </a:lnTo>
                  <a:lnTo>
                    <a:pt x="910685" y="48901"/>
                  </a:lnTo>
                  <a:lnTo>
                    <a:pt x="910685" y="36655"/>
                  </a:lnTo>
                  <a:lnTo>
                    <a:pt x="916716" y="12245"/>
                  </a:lnTo>
                  <a:lnTo>
                    <a:pt x="831052" y="12245"/>
                  </a:lnTo>
                  <a:lnTo>
                    <a:pt x="800568" y="6122"/>
                  </a:lnTo>
                  <a:close/>
                </a:path>
                <a:path w="916939" h="165100">
                  <a:moveTo>
                    <a:pt x="293346" y="0"/>
                  </a:moveTo>
                  <a:lnTo>
                    <a:pt x="24452" y="0"/>
                  </a:lnTo>
                  <a:lnTo>
                    <a:pt x="12226" y="6122"/>
                  </a:lnTo>
                  <a:lnTo>
                    <a:pt x="329943" y="6122"/>
                  </a:lnTo>
                  <a:lnTo>
                    <a:pt x="293346" y="0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540691" y="2997173"/>
              <a:ext cx="153035" cy="43180"/>
            </a:xfrm>
            <a:custGeom>
              <a:avLst/>
              <a:gdLst/>
              <a:ahLst/>
              <a:cxnLst/>
              <a:rect l="l" t="t" r="r" b="b"/>
              <a:pathLst>
                <a:path w="153035" h="43180">
                  <a:moveTo>
                    <a:pt x="12226" y="0"/>
                  </a:moveTo>
                  <a:lnTo>
                    <a:pt x="0" y="0"/>
                  </a:lnTo>
                  <a:lnTo>
                    <a:pt x="12226" y="18368"/>
                  </a:lnTo>
                  <a:lnTo>
                    <a:pt x="134569" y="42778"/>
                  </a:lnTo>
                  <a:lnTo>
                    <a:pt x="152908" y="36655"/>
                  </a:lnTo>
                  <a:lnTo>
                    <a:pt x="152908" y="24409"/>
                  </a:lnTo>
                  <a:lnTo>
                    <a:pt x="12226" y="0"/>
                  </a:lnTo>
                  <a:close/>
                </a:path>
              </a:pathLst>
            </a:custGeom>
            <a:solidFill>
              <a:srgbClr val="5E68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559031" y="2997173"/>
              <a:ext cx="128905" cy="43180"/>
            </a:xfrm>
            <a:custGeom>
              <a:avLst/>
              <a:gdLst/>
              <a:ahLst/>
              <a:cxnLst/>
              <a:rect l="l" t="t" r="r" b="b"/>
              <a:pathLst>
                <a:path w="128904" h="43180">
                  <a:moveTo>
                    <a:pt x="0" y="0"/>
                  </a:moveTo>
                  <a:lnTo>
                    <a:pt x="12226" y="12245"/>
                  </a:lnTo>
                  <a:lnTo>
                    <a:pt x="122342" y="42778"/>
                  </a:lnTo>
                  <a:lnTo>
                    <a:pt x="128456" y="30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559031" y="3009418"/>
              <a:ext cx="128905" cy="31115"/>
            </a:xfrm>
            <a:custGeom>
              <a:avLst/>
              <a:gdLst/>
              <a:ahLst/>
              <a:cxnLst/>
              <a:rect l="l" t="t" r="r" b="b"/>
              <a:pathLst>
                <a:path w="128904" h="31114">
                  <a:moveTo>
                    <a:pt x="12226" y="0"/>
                  </a:moveTo>
                  <a:lnTo>
                    <a:pt x="0" y="0"/>
                  </a:lnTo>
                  <a:lnTo>
                    <a:pt x="116229" y="30532"/>
                  </a:lnTo>
                  <a:lnTo>
                    <a:pt x="128456" y="24409"/>
                  </a:lnTo>
                  <a:lnTo>
                    <a:pt x="12226" y="0"/>
                  </a:lnTo>
                  <a:close/>
                </a:path>
              </a:pathLst>
            </a:custGeom>
            <a:solidFill>
              <a:srgbClr val="707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241314" y="2923699"/>
              <a:ext cx="911225" cy="140970"/>
            </a:xfrm>
            <a:custGeom>
              <a:avLst/>
              <a:gdLst/>
              <a:ahLst/>
              <a:cxnLst/>
              <a:rect l="l" t="t" r="r" b="b"/>
              <a:pathLst>
                <a:path w="911225" h="140969">
                  <a:moveTo>
                    <a:pt x="0" y="0"/>
                  </a:moveTo>
                  <a:lnTo>
                    <a:pt x="0" y="24491"/>
                  </a:lnTo>
                  <a:lnTo>
                    <a:pt x="18339" y="24491"/>
                  </a:lnTo>
                  <a:lnTo>
                    <a:pt x="18339" y="30532"/>
                  </a:lnTo>
                  <a:lnTo>
                    <a:pt x="470625" y="140661"/>
                  </a:lnTo>
                  <a:lnTo>
                    <a:pt x="537787" y="140661"/>
                  </a:lnTo>
                  <a:lnTo>
                    <a:pt x="616140" y="116252"/>
                  </a:lnTo>
                  <a:lnTo>
                    <a:pt x="433946" y="116252"/>
                  </a:lnTo>
                  <a:lnTo>
                    <a:pt x="317716" y="85719"/>
                  </a:lnTo>
                  <a:lnTo>
                    <a:pt x="299377" y="73473"/>
                  </a:lnTo>
                  <a:lnTo>
                    <a:pt x="195618" y="49064"/>
                  </a:lnTo>
                  <a:lnTo>
                    <a:pt x="0" y="0"/>
                  </a:lnTo>
                  <a:close/>
                </a:path>
                <a:path w="911225" h="140969">
                  <a:moveTo>
                    <a:pt x="452286" y="104006"/>
                  </a:moveTo>
                  <a:lnTo>
                    <a:pt x="433946" y="116252"/>
                  </a:lnTo>
                  <a:lnTo>
                    <a:pt x="482769" y="116252"/>
                  </a:lnTo>
                  <a:lnTo>
                    <a:pt x="476738" y="110129"/>
                  </a:lnTo>
                  <a:lnTo>
                    <a:pt x="458399" y="110129"/>
                  </a:lnTo>
                  <a:lnTo>
                    <a:pt x="452286" y="104006"/>
                  </a:lnTo>
                  <a:close/>
                </a:path>
                <a:path w="911225" h="140969">
                  <a:moveTo>
                    <a:pt x="910685" y="12245"/>
                  </a:moveTo>
                  <a:lnTo>
                    <a:pt x="806599" y="36655"/>
                  </a:lnTo>
                  <a:lnTo>
                    <a:pt x="806599" y="42941"/>
                  </a:lnTo>
                  <a:lnTo>
                    <a:pt x="696727" y="73474"/>
                  </a:lnTo>
                  <a:lnTo>
                    <a:pt x="678388" y="73474"/>
                  </a:lnTo>
                  <a:lnTo>
                    <a:pt x="568271" y="104006"/>
                  </a:lnTo>
                  <a:lnTo>
                    <a:pt x="556045" y="104006"/>
                  </a:lnTo>
                  <a:lnTo>
                    <a:pt x="550013" y="110129"/>
                  </a:lnTo>
                  <a:lnTo>
                    <a:pt x="501109" y="110129"/>
                  </a:lnTo>
                  <a:lnTo>
                    <a:pt x="494996" y="116252"/>
                  </a:lnTo>
                  <a:lnTo>
                    <a:pt x="616140" y="116252"/>
                  </a:lnTo>
                  <a:lnTo>
                    <a:pt x="910685" y="24491"/>
                  </a:lnTo>
                  <a:lnTo>
                    <a:pt x="910685" y="12245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241314" y="2923699"/>
              <a:ext cx="911225" cy="147320"/>
            </a:xfrm>
            <a:custGeom>
              <a:avLst/>
              <a:gdLst/>
              <a:ahLst/>
              <a:cxnLst/>
              <a:rect l="l" t="t" r="r" b="b"/>
              <a:pathLst>
                <a:path w="911225" h="147319">
                  <a:moveTo>
                    <a:pt x="0" y="0"/>
                  </a:moveTo>
                  <a:lnTo>
                    <a:pt x="0" y="24491"/>
                  </a:lnTo>
                  <a:lnTo>
                    <a:pt x="12226" y="24491"/>
                  </a:lnTo>
                  <a:lnTo>
                    <a:pt x="12226" y="30532"/>
                  </a:lnTo>
                  <a:lnTo>
                    <a:pt x="24452" y="30532"/>
                  </a:lnTo>
                  <a:lnTo>
                    <a:pt x="476738" y="146784"/>
                  </a:lnTo>
                  <a:lnTo>
                    <a:pt x="537787" y="146784"/>
                  </a:lnTo>
                  <a:lnTo>
                    <a:pt x="543900" y="140661"/>
                  </a:lnTo>
                  <a:lnTo>
                    <a:pt x="620969" y="116252"/>
                  </a:lnTo>
                  <a:lnTo>
                    <a:pt x="433946" y="116252"/>
                  </a:lnTo>
                  <a:lnTo>
                    <a:pt x="311603" y="91842"/>
                  </a:lnTo>
                  <a:lnTo>
                    <a:pt x="299377" y="73473"/>
                  </a:lnTo>
                  <a:lnTo>
                    <a:pt x="0" y="0"/>
                  </a:lnTo>
                  <a:close/>
                </a:path>
                <a:path w="911225" h="147319">
                  <a:moveTo>
                    <a:pt x="464512" y="110129"/>
                  </a:moveTo>
                  <a:lnTo>
                    <a:pt x="452286" y="110129"/>
                  </a:lnTo>
                  <a:lnTo>
                    <a:pt x="433946" y="116252"/>
                  </a:lnTo>
                  <a:lnTo>
                    <a:pt x="470625" y="116252"/>
                  </a:lnTo>
                  <a:lnTo>
                    <a:pt x="464512" y="110129"/>
                  </a:lnTo>
                  <a:close/>
                </a:path>
                <a:path w="911225" h="147319">
                  <a:moveTo>
                    <a:pt x="678388" y="73474"/>
                  </a:moveTo>
                  <a:lnTo>
                    <a:pt x="568271" y="104006"/>
                  </a:lnTo>
                  <a:lnTo>
                    <a:pt x="562158" y="110129"/>
                  </a:lnTo>
                  <a:lnTo>
                    <a:pt x="525561" y="110129"/>
                  </a:lnTo>
                  <a:lnTo>
                    <a:pt x="513335" y="116252"/>
                  </a:lnTo>
                  <a:lnTo>
                    <a:pt x="620969" y="116252"/>
                  </a:lnTo>
                  <a:lnTo>
                    <a:pt x="736700" y="79596"/>
                  </a:lnTo>
                  <a:lnTo>
                    <a:pt x="702840" y="79596"/>
                  </a:lnTo>
                  <a:lnTo>
                    <a:pt x="678388" y="73474"/>
                  </a:lnTo>
                  <a:close/>
                </a:path>
                <a:path w="911225" h="147319">
                  <a:moveTo>
                    <a:pt x="910685" y="12245"/>
                  </a:moveTo>
                  <a:lnTo>
                    <a:pt x="812712" y="42941"/>
                  </a:lnTo>
                  <a:lnTo>
                    <a:pt x="806599" y="49064"/>
                  </a:lnTo>
                  <a:lnTo>
                    <a:pt x="702840" y="79596"/>
                  </a:lnTo>
                  <a:lnTo>
                    <a:pt x="736700" y="79596"/>
                  </a:lnTo>
                  <a:lnTo>
                    <a:pt x="910685" y="24491"/>
                  </a:lnTo>
                  <a:lnTo>
                    <a:pt x="910685" y="12245"/>
                  </a:lnTo>
                  <a:close/>
                </a:path>
              </a:pathLst>
            </a:custGeom>
            <a:solidFill>
              <a:srgbClr val="8A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931928" y="2972763"/>
              <a:ext cx="116205" cy="43180"/>
            </a:xfrm>
            <a:custGeom>
              <a:avLst/>
              <a:gdLst/>
              <a:ahLst/>
              <a:cxnLst/>
              <a:rect l="l" t="t" r="r" b="b"/>
              <a:pathLst>
                <a:path w="116204" h="43180">
                  <a:moveTo>
                    <a:pt x="109953" y="0"/>
                  </a:moveTo>
                  <a:lnTo>
                    <a:pt x="6113" y="30532"/>
                  </a:lnTo>
                  <a:lnTo>
                    <a:pt x="0" y="36655"/>
                  </a:lnTo>
                  <a:lnTo>
                    <a:pt x="12226" y="42778"/>
                  </a:lnTo>
                  <a:lnTo>
                    <a:pt x="115985" y="6122"/>
                  </a:lnTo>
                  <a:lnTo>
                    <a:pt x="109953" y="0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241314" y="2850470"/>
              <a:ext cx="911225" cy="165100"/>
            </a:xfrm>
            <a:custGeom>
              <a:avLst/>
              <a:gdLst/>
              <a:ahLst/>
              <a:cxnLst/>
              <a:rect l="l" t="t" r="r" b="b"/>
              <a:pathLst>
                <a:path w="911225" h="165100">
                  <a:moveTo>
                    <a:pt x="910685" y="61065"/>
                  </a:moveTo>
                  <a:lnTo>
                    <a:pt x="24452" y="61065"/>
                  </a:lnTo>
                  <a:lnTo>
                    <a:pt x="482769" y="165071"/>
                  </a:lnTo>
                  <a:lnTo>
                    <a:pt x="550013" y="165071"/>
                  </a:lnTo>
                  <a:lnTo>
                    <a:pt x="904571" y="73229"/>
                  </a:lnTo>
                  <a:lnTo>
                    <a:pt x="910685" y="67187"/>
                  </a:lnTo>
                  <a:lnTo>
                    <a:pt x="910685" y="61065"/>
                  </a:lnTo>
                  <a:close/>
                </a:path>
                <a:path w="911225" h="165100">
                  <a:moveTo>
                    <a:pt x="519448" y="0"/>
                  </a:moveTo>
                  <a:lnTo>
                    <a:pt x="464512" y="0"/>
                  </a:lnTo>
                  <a:lnTo>
                    <a:pt x="0" y="48819"/>
                  </a:lnTo>
                  <a:lnTo>
                    <a:pt x="0" y="54942"/>
                  </a:lnTo>
                  <a:lnTo>
                    <a:pt x="12226" y="54942"/>
                  </a:lnTo>
                  <a:lnTo>
                    <a:pt x="18339" y="61065"/>
                  </a:lnTo>
                  <a:lnTo>
                    <a:pt x="904571" y="61065"/>
                  </a:lnTo>
                  <a:lnTo>
                    <a:pt x="519448" y="0"/>
                  </a:lnTo>
                  <a:close/>
                </a:path>
              </a:pathLst>
            </a:custGeom>
            <a:solidFill>
              <a:srgbClr val="D7DD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406204" y="2868757"/>
              <a:ext cx="697230" cy="128905"/>
            </a:xfrm>
            <a:custGeom>
              <a:avLst/>
              <a:gdLst/>
              <a:ahLst/>
              <a:cxnLst/>
              <a:rect l="l" t="t" r="r" b="b"/>
              <a:pathLst>
                <a:path w="697229" h="128905">
                  <a:moveTo>
                    <a:pt x="397268" y="0"/>
                  </a:moveTo>
                  <a:lnTo>
                    <a:pt x="348445" y="0"/>
                  </a:lnTo>
                  <a:lnTo>
                    <a:pt x="0" y="42778"/>
                  </a:lnTo>
                  <a:lnTo>
                    <a:pt x="0" y="48900"/>
                  </a:lnTo>
                  <a:lnTo>
                    <a:pt x="12226" y="48900"/>
                  </a:lnTo>
                  <a:lnTo>
                    <a:pt x="18502" y="54942"/>
                  </a:lnTo>
                  <a:lnTo>
                    <a:pt x="360671" y="122293"/>
                  </a:lnTo>
                  <a:lnTo>
                    <a:pt x="366784" y="128416"/>
                  </a:lnTo>
                  <a:lnTo>
                    <a:pt x="403381" y="128416"/>
                  </a:lnTo>
                  <a:lnTo>
                    <a:pt x="403381" y="122293"/>
                  </a:lnTo>
                  <a:lnTo>
                    <a:pt x="409494" y="122293"/>
                  </a:lnTo>
                  <a:lnTo>
                    <a:pt x="696890" y="54942"/>
                  </a:lnTo>
                  <a:lnTo>
                    <a:pt x="696890" y="48901"/>
                  </a:lnTo>
                  <a:lnTo>
                    <a:pt x="690777" y="42778"/>
                  </a:lnTo>
                  <a:lnTo>
                    <a:pt x="397268" y="0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424706" y="2874879"/>
              <a:ext cx="678815" cy="122555"/>
            </a:xfrm>
            <a:custGeom>
              <a:avLst/>
              <a:gdLst/>
              <a:ahLst/>
              <a:cxnLst/>
              <a:rect l="l" t="t" r="r" b="b"/>
              <a:pathLst>
                <a:path w="678814" h="122555">
                  <a:moveTo>
                    <a:pt x="384879" y="0"/>
                  </a:moveTo>
                  <a:lnTo>
                    <a:pt x="336056" y="0"/>
                  </a:lnTo>
                  <a:lnTo>
                    <a:pt x="0" y="42778"/>
                  </a:lnTo>
                  <a:lnTo>
                    <a:pt x="6113" y="48819"/>
                  </a:lnTo>
                  <a:lnTo>
                    <a:pt x="12226" y="48819"/>
                  </a:lnTo>
                  <a:lnTo>
                    <a:pt x="342169" y="122293"/>
                  </a:lnTo>
                  <a:lnTo>
                    <a:pt x="384879" y="122293"/>
                  </a:lnTo>
                  <a:lnTo>
                    <a:pt x="390992" y="116170"/>
                  </a:lnTo>
                  <a:lnTo>
                    <a:pt x="678388" y="48819"/>
                  </a:lnTo>
                  <a:lnTo>
                    <a:pt x="678388" y="42778"/>
                  </a:lnTo>
                  <a:lnTo>
                    <a:pt x="672275" y="42778"/>
                  </a:lnTo>
                  <a:lnTo>
                    <a:pt x="384879" y="0"/>
                  </a:lnTo>
                  <a:close/>
                </a:path>
              </a:pathLst>
            </a:custGeom>
            <a:solidFill>
              <a:srgbClr val="768A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430819" y="2874879"/>
              <a:ext cx="464820" cy="67310"/>
            </a:xfrm>
            <a:custGeom>
              <a:avLst/>
              <a:gdLst/>
              <a:ahLst/>
              <a:cxnLst/>
              <a:rect l="l" t="t" r="r" b="b"/>
              <a:pathLst>
                <a:path w="464820" h="67310">
                  <a:moveTo>
                    <a:pt x="348282" y="0"/>
                  </a:moveTo>
                  <a:lnTo>
                    <a:pt x="0" y="42778"/>
                  </a:lnTo>
                  <a:lnTo>
                    <a:pt x="115985" y="67187"/>
                  </a:lnTo>
                  <a:lnTo>
                    <a:pt x="464512" y="12245"/>
                  </a:lnTo>
                  <a:lnTo>
                    <a:pt x="348282" y="0"/>
                  </a:lnTo>
                  <a:close/>
                </a:path>
              </a:pathLst>
            </a:custGeom>
            <a:solidFill>
              <a:srgbClr val="3A3E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55271" y="2874879"/>
              <a:ext cx="415607" cy="67187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5247427" y="2911535"/>
              <a:ext cx="904875" cy="116205"/>
            </a:xfrm>
            <a:custGeom>
              <a:avLst/>
              <a:gdLst/>
              <a:ahLst/>
              <a:cxnLst/>
              <a:rect l="l" t="t" r="r" b="b"/>
              <a:pathLst>
                <a:path w="904875" h="116205">
                  <a:moveTo>
                    <a:pt x="562158" y="110047"/>
                  </a:moveTo>
                  <a:lnTo>
                    <a:pt x="433946" y="110047"/>
                  </a:lnTo>
                  <a:lnTo>
                    <a:pt x="440059" y="116170"/>
                  </a:lnTo>
                  <a:lnTo>
                    <a:pt x="549932" y="116170"/>
                  </a:lnTo>
                  <a:lnTo>
                    <a:pt x="562158" y="110047"/>
                  </a:lnTo>
                  <a:close/>
                </a:path>
                <a:path w="904875" h="116205">
                  <a:moveTo>
                    <a:pt x="488882" y="104006"/>
                  </a:moveTo>
                  <a:lnTo>
                    <a:pt x="409494" y="104006"/>
                  </a:lnTo>
                  <a:lnTo>
                    <a:pt x="415607" y="110047"/>
                  </a:lnTo>
                  <a:lnTo>
                    <a:pt x="494996" y="110047"/>
                  </a:lnTo>
                  <a:lnTo>
                    <a:pt x="488882" y="104006"/>
                  </a:lnTo>
                  <a:close/>
                </a:path>
                <a:path w="904875" h="116205">
                  <a:moveTo>
                    <a:pt x="904571" y="12164"/>
                  </a:moveTo>
                  <a:lnTo>
                    <a:pt x="556045" y="104006"/>
                  </a:lnTo>
                  <a:lnTo>
                    <a:pt x="525561" y="104006"/>
                  </a:lnTo>
                  <a:lnTo>
                    <a:pt x="519448" y="110047"/>
                  </a:lnTo>
                  <a:lnTo>
                    <a:pt x="574384" y="110047"/>
                  </a:lnTo>
                  <a:lnTo>
                    <a:pt x="611062" y="97883"/>
                  </a:lnTo>
                  <a:lnTo>
                    <a:pt x="641791" y="91760"/>
                  </a:lnTo>
                  <a:lnTo>
                    <a:pt x="666162" y="85638"/>
                  </a:lnTo>
                  <a:lnTo>
                    <a:pt x="696727" y="73474"/>
                  </a:lnTo>
                  <a:lnTo>
                    <a:pt x="721179" y="67351"/>
                  </a:lnTo>
                  <a:lnTo>
                    <a:pt x="782229" y="55105"/>
                  </a:lnTo>
                  <a:lnTo>
                    <a:pt x="806599" y="42696"/>
                  </a:lnTo>
                  <a:lnTo>
                    <a:pt x="837328" y="36655"/>
                  </a:lnTo>
                  <a:lnTo>
                    <a:pt x="855667" y="30532"/>
                  </a:lnTo>
                  <a:lnTo>
                    <a:pt x="874006" y="30532"/>
                  </a:lnTo>
                  <a:lnTo>
                    <a:pt x="886232" y="24409"/>
                  </a:lnTo>
                  <a:lnTo>
                    <a:pt x="898458" y="24409"/>
                  </a:lnTo>
                  <a:lnTo>
                    <a:pt x="904571" y="18286"/>
                  </a:lnTo>
                  <a:lnTo>
                    <a:pt x="904571" y="12164"/>
                  </a:lnTo>
                  <a:close/>
                </a:path>
                <a:path w="904875" h="116205">
                  <a:moveTo>
                    <a:pt x="440059" y="97883"/>
                  </a:moveTo>
                  <a:lnTo>
                    <a:pt x="378766" y="97883"/>
                  </a:lnTo>
                  <a:lnTo>
                    <a:pt x="397349" y="104006"/>
                  </a:lnTo>
                  <a:lnTo>
                    <a:pt x="446172" y="104006"/>
                  </a:lnTo>
                  <a:lnTo>
                    <a:pt x="440059" y="97883"/>
                  </a:lnTo>
                  <a:close/>
                </a:path>
                <a:path w="904875" h="116205">
                  <a:moveTo>
                    <a:pt x="403381" y="91760"/>
                  </a:moveTo>
                  <a:lnTo>
                    <a:pt x="354395" y="91760"/>
                  </a:lnTo>
                  <a:lnTo>
                    <a:pt x="366539" y="97883"/>
                  </a:lnTo>
                  <a:lnTo>
                    <a:pt x="415607" y="97883"/>
                  </a:lnTo>
                  <a:lnTo>
                    <a:pt x="403381" y="91760"/>
                  </a:lnTo>
                  <a:close/>
                </a:path>
                <a:path w="904875" h="116205">
                  <a:moveTo>
                    <a:pt x="354395" y="79515"/>
                  </a:moveTo>
                  <a:lnTo>
                    <a:pt x="311603" y="79515"/>
                  </a:lnTo>
                  <a:lnTo>
                    <a:pt x="317716" y="85638"/>
                  </a:lnTo>
                  <a:lnTo>
                    <a:pt x="329943" y="85638"/>
                  </a:lnTo>
                  <a:lnTo>
                    <a:pt x="342169" y="91760"/>
                  </a:lnTo>
                  <a:lnTo>
                    <a:pt x="384879" y="91760"/>
                  </a:lnTo>
                  <a:lnTo>
                    <a:pt x="372653" y="85638"/>
                  </a:lnTo>
                  <a:lnTo>
                    <a:pt x="354395" y="79515"/>
                  </a:lnTo>
                  <a:close/>
                </a:path>
                <a:path w="904875" h="116205">
                  <a:moveTo>
                    <a:pt x="12226" y="0"/>
                  </a:moveTo>
                  <a:lnTo>
                    <a:pt x="0" y="0"/>
                  </a:lnTo>
                  <a:lnTo>
                    <a:pt x="0" y="6122"/>
                  </a:lnTo>
                  <a:lnTo>
                    <a:pt x="293264" y="79515"/>
                  </a:lnTo>
                  <a:lnTo>
                    <a:pt x="336056" y="79515"/>
                  </a:lnTo>
                  <a:lnTo>
                    <a:pt x="299377" y="67351"/>
                  </a:lnTo>
                  <a:lnTo>
                    <a:pt x="281119" y="67351"/>
                  </a:lnTo>
                  <a:lnTo>
                    <a:pt x="244441" y="55105"/>
                  </a:lnTo>
                  <a:lnTo>
                    <a:pt x="219989" y="48819"/>
                  </a:lnTo>
                  <a:lnTo>
                    <a:pt x="201731" y="48819"/>
                  </a:lnTo>
                  <a:lnTo>
                    <a:pt x="146550" y="30532"/>
                  </a:lnTo>
                  <a:lnTo>
                    <a:pt x="122098" y="30532"/>
                  </a:lnTo>
                  <a:lnTo>
                    <a:pt x="109953" y="24409"/>
                  </a:lnTo>
                  <a:lnTo>
                    <a:pt x="91614" y="18286"/>
                  </a:lnTo>
                  <a:lnTo>
                    <a:pt x="73275" y="18286"/>
                  </a:lnTo>
                  <a:lnTo>
                    <a:pt x="61049" y="12164"/>
                  </a:lnTo>
                  <a:lnTo>
                    <a:pt x="48823" y="12164"/>
                  </a:lnTo>
                  <a:lnTo>
                    <a:pt x="36678" y="6122"/>
                  </a:lnTo>
                  <a:lnTo>
                    <a:pt x="24452" y="6122"/>
                  </a:lnTo>
                  <a:lnTo>
                    <a:pt x="12226" y="0"/>
                  </a:lnTo>
                  <a:close/>
                </a:path>
              </a:pathLst>
            </a:custGeom>
            <a:solidFill>
              <a:srgbClr val="7E85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944154" y="2972763"/>
              <a:ext cx="104139" cy="36830"/>
            </a:xfrm>
            <a:custGeom>
              <a:avLst/>
              <a:gdLst/>
              <a:ahLst/>
              <a:cxnLst/>
              <a:rect l="l" t="t" r="r" b="b"/>
              <a:pathLst>
                <a:path w="104139" h="36830">
                  <a:moveTo>
                    <a:pt x="103759" y="0"/>
                  </a:moveTo>
                  <a:lnTo>
                    <a:pt x="0" y="30532"/>
                  </a:lnTo>
                  <a:lnTo>
                    <a:pt x="0" y="36655"/>
                  </a:lnTo>
                  <a:lnTo>
                    <a:pt x="103759" y="6122"/>
                  </a:lnTo>
                  <a:lnTo>
                    <a:pt x="103759" y="0"/>
                  </a:lnTo>
                  <a:close/>
                </a:path>
              </a:pathLst>
            </a:custGeom>
            <a:solidFill>
              <a:srgbClr val="766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271879" y="2935944"/>
              <a:ext cx="55244" cy="31115"/>
            </a:xfrm>
            <a:custGeom>
              <a:avLst/>
              <a:gdLst/>
              <a:ahLst/>
              <a:cxnLst/>
              <a:rect l="l" t="t" r="r" b="b"/>
              <a:pathLst>
                <a:path w="55245" h="31114">
                  <a:moveTo>
                    <a:pt x="6113" y="0"/>
                  </a:moveTo>
                  <a:lnTo>
                    <a:pt x="0" y="0"/>
                  </a:lnTo>
                  <a:lnTo>
                    <a:pt x="0" y="18286"/>
                  </a:lnTo>
                  <a:lnTo>
                    <a:pt x="48823" y="30695"/>
                  </a:lnTo>
                  <a:lnTo>
                    <a:pt x="54936" y="12245"/>
                  </a:lnTo>
                  <a:lnTo>
                    <a:pt x="48823" y="12245"/>
                  </a:lnTo>
                  <a:lnTo>
                    <a:pt x="48823" y="24409"/>
                  </a:lnTo>
                  <a:lnTo>
                    <a:pt x="6113" y="12245"/>
                  </a:lnTo>
                  <a:lnTo>
                    <a:pt x="6113" y="0"/>
                  </a:lnTo>
                  <a:close/>
                </a:path>
              </a:pathLst>
            </a:custGeom>
            <a:solidFill>
              <a:srgbClr val="4D52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277992" y="2942067"/>
              <a:ext cx="36830" cy="18415"/>
            </a:xfrm>
            <a:custGeom>
              <a:avLst/>
              <a:gdLst/>
              <a:ahLst/>
              <a:cxnLst/>
              <a:rect l="l" t="t" r="r" b="b"/>
              <a:pathLst>
                <a:path w="36829" h="18414">
                  <a:moveTo>
                    <a:pt x="0" y="0"/>
                  </a:moveTo>
                  <a:lnTo>
                    <a:pt x="0" y="6122"/>
                  </a:lnTo>
                  <a:lnTo>
                    <a:pt x="36596" y="18286"/>
                  </a:lnTo>
                  <a:lnTo>
                    <a:pt x="36596" y="6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77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271879" y="2911535"/>
              <a:ext cx="709295" cy="98425"/>
            </a:xfrm>
            <a:custGeom>
              <a:avLst/>
              <a:gdLst/>
              <a:ahLst/>
              <a:cxnLst/>
              <a:rect l="l" t="t" r="r" b="b"/>
              <a:pathLst>
                <a:path w="709295" h="98425">
                  <a:moveTo>
                    <a:pt x="513335" y="91760"/>
                  </a:moveTo>
                  <a:lnTo>
                    <a:pt x="464430" y="91760"/>
                  </a:lnTo>
                  <a:lnTo>
                    <a:pt x="476656" y="97883"/>
                  </a:lnTo>
                  <a:lnTo>
                    <a:pt x="501109" y="97883"/>
                  </a:lnTo>
                  <a:lnTo>
                    <a:pt x="513335" y="91760"/>
                  </a:lnTo>
                  <a:close/>
                </a:path>
                <a:path w="709295" h="98425">
                  <a:moveTo>
                    <a:pt x="537706" y="85638"/>
                  </a:moveTo>
                  <a:lnTo>
                    <a:pt x="421720" y="85638"/>
                  </a:lnTo>
                  <a:lnTo>
                    <a:pt x="427833" y="91760"/>
                  </a:lnTo>
                  <a:lnTo>
                    <a:pt x="531592" y="91760"/>
                  </a:lnTo>
                  <a:lnTo>
                    <a:pt x="537706" y="85638"/>
                  </a:lnTo>
                  <a:close/>
                </a:path>
                <a:path w="709295" h="98425">
                  <a:moveTo>
                    <a:pt x="311603" y="48819"/>
                  </a:moveTo>
                  <a:lnTo>
                    <a:pt x="354313" y="67351"/>
                  </a:lnTo>
                  <a:lnTo>
                    <a:pt x="336056" y="67351"/>
                  </a:lnTo>
                  <a:lnTo>
                    <a:pt x="348200" y="73473"/>
                  </a:lnTo>
                  <a:lnTo>
                    <a:pt x="366539" y="79515"/>
                  </a:lnTo>
                  <a:lnTo>
                    <a:pt x="385042" y="79515"/>
                  </a:lnTo>
                  <a:lnTo>
                    <a:pt x="397268" y="85638"/>
                  </a:lnTo>
                  <a:lnTo>
                    <a:pt x="513335" y="85638"/>
                  </a:lnTo>
                  <a:lnTo>
                    <a:pt x="311603" y="48819"/>
                  </a:lnTo>
                  <a:close/>
                </a:path>
                <a:path w="709295" h="98425">
                  <a:moveTo>
                    <a:pt x="640958" y="61607"/>
                  </a:moveTo>
                  <a:lnTo>
                    <a:pt x="513335" y="85638"/>
                  </a:lnTo>
                  <a:lnTo>
                    <a:pt x="556045" y="85638"/>
                  </a:lnTo>
                  <a:lnTo>
                    <a:pt x="568271" y="79515"/>
                  </a:lnTo>
                  <a:lnTo>
                    <a:pt x="580497" y="79515"/>
                  </a:lnTo>
                  <a:lnTo>
                    <a:pt x="598999" y="73473"/>
                  </a:lnTo>
                  <a:lnTo>
                    <a:pt x="611225" y="67351"/>
                  </a:lnTo>
                  <a:lnTo>
                    <a:pt x="629565" y="67351"/>
                  </a:lnTo>
                  <a:lnTo>
                    <a:pt x="640958" y="61607"/>
                  </a:lnTo>
                  <a:close/>
                </a:path>
                <a:path w="709295" h="98425">
                  <a:moveTo>
                    <a:pt x="108382" y="20602"/>
                  </a:moveTo>
                  <a:lnTo>
                    <a:pt x="115985" y="24409"/>
                  </a:lnTo>
                  <a:lnTo>
                    <a:pt x="134324" y="30532"/>
                  </a:lnTo>
                  <a:lnTo>
                    <a:pt x="158939" y="30532"/>
                  </a:lnTo>
                  <a:lnTo>
                    <a:pt x="195536" y="42696"/>
                  </a:lnTo>
                  <a:lnTo>
                    <a:pt x="213876" y="42696"/>
                  </a:lnTo>
                  <a:lnTo>
                    <a:pt x="238328" y="48819"/>
                  </a:lnTo>
                  <a:lnTo>
                    <a:pt x="256667" y="55105"/>
                  </a:lnTo>
                  <a:lnTo>
                    <a:pt x="274925" y="55105"/>
                  </a:lnTo>
                  <a:lnTo>
                    <a:pt x="299377" y="61228"/>
                  </a:lnTo>
                  <a:lnTo>
                    <a:pt x="317716" y="67351"/>
                  </a:lnTo>
                  <a:lnTo>
                    <a:pt x="354313" y="67351"/>
                  </a:lnTo>
                  <a:lnTo>
                    <a:pt x="108382" y="20602"/>
                  </a:lnTo>
                  <a:close/>
                </a:path>
                <a:path w="709295" h="98425">
                  <a:moveTo>
                    <a:pt x="642970" y="61228"/>
                  </a:moveTo>
                  <a:lnTo>
                    <a:pt x="641709" y="61228"/>
                  </a:lnTo>
                  <a:lnTo>
                    <a:pt x="640958" y="61607"/>
                  </a:lnTo>
                  <a:lnTo>
                    <a:pt x="642970" y="61228"/>
                  </a:lnTo>
                  <a:close/>
                </a:path>
                <a:path w="709295" h="98425">
                  <a:moveTo>
                    <a:pt x="670339" y="56074"/>
                  </a:moveTo>
                  <a:lnTo>
                    <a:pt x="642970" y="61228"/>
                  </a:lnTo>
                  <a:lnTo>
                    <a:pt x="660049" y="61228"/>
                  </a:lnTo>
                  <a:lnTo>
                    <a:pt x="670339" y="56074"/>
                  </a:lnTo>
                  <a:close/>
                </a:path>
                <a:path w="709295" h="98425">
                  <a:moveTo>
                    <a:pt x="675487" y="55105"/>
                  </a:moveTo>
                  <a:lnTo>
                    <a:pt x="672275" y="55105"/>
                  </a:lnTo>
                  <a:lnTo>
                    <a:pt x="670339" y="56074"/>
                  </a:lnTo>
                  <a:lnTo>
                    <a:pt x="675487" y="55105"/>
                  </a:lnTo>
                  <a:close/>
                </a:path>
                <a:path w="709295" h="98425">
                  <a:moveTo>
                    <a:pt x="689709" y="52427"/>
                  </a:moveTo>
                  <a:lnTo>
                    <a:pt x="675487" y="55105"/>
                  </a:lnTo>
                  <a:lnTo>
                    <a:pt x="684501" y="55105"/>
                  </a:lnTo>
                  <a:lnTo>
                    <a:pt x="689709" y="52427"/>
                  </a:lnTo>
                  <a:close/>
                </a:path>
                <a:path w="709295" h="98425">
                  <a:moveTo>
                    <a:pt x="708872" y="48819"/>
                  </a:moveTo>
                  <a:lnTo>
                    <a:pt x="696727" y="48819"/>
                  </a:lnTo>
                  <a:lnTo>
                    <a:pt x="689709" y="52427"/>
                  </a:lnTo>
                  <a:lnTo>
                    <a:pt x="708872" y="48819"/>
                  </a:lnTo>
                  <a:close/>
                </a:path>
                <a:path w="709295" h="98425">
                  <a:moveTo>
                    <a:pt x="103759" y="18286"/>
                  </a:moveTo>
                  <a:lnTo>
                    <a:pt x="96201" y="18286"/>
                  </a:lnTo>
                  <a:lnTo>
                    <a:pt x="108382" y="20602"/>
                  </a:lnTo>
                  <a:lnTo>
                    <a:pt x="103759" y="18286"/>
                  </a:lnTo>
                  <a:close/>
                </a:path>
                <a:path w="709295" h="98425">
                  <a:moveTo>
                    <a:pt x="71354" y="13563"/>
                  </a:moveTo>
                  <a:lnTo>
                    <a:pt x="85501" y="18286"/>
                  </a:lnTo>
                  <a:lnTo>
                    <a:pt x="96201" y="18286"/>
                  </a:lnTo>
                  <a:lnTo>
                    <a:pt x="71354" y="13563"/>
                  </a:lnTo>
                  <a:close/>
                </a:path>
                <a:path w="709295" h="98425">
                  <a:moveTo>
                    <a:pt x="67162" y="12164"/>
                  </a:moveTo>
                  <a:lnTo>
                    <a:pt x="63991" y="12164"/>
                  </a:lnTo>
                  <a:lnTo>
                    <a:pt x="71354" y="13563"/>
                  </a:lnTo>
                  <a:lnTo>
                    <a:pt x="67162" y="12164"/>
                  </a:lnTo>
                  <a:close/>
                </a:path>
                <a:path w="709295" h="98425">
                  <a:moveTo>
                    <a:pt x="49274" y="9366"/>
                  </a:moveTo>
                  <a:lnTo>
                    <a:pt x="54936" y="12164"/>
                  </a:lnTo>
                  <a:lnTo>
                    <a:pt x="63991" y="12164"/>
                  </a:lnTo>
                  <a:lnTo>
                    <a:pt x="49274" y="9366"/>
                  </a:lnTo>
                  <a:close/>
                </a:path>
                <a:path w="709295" h="98425">
                  <a:moveTo>
                    <a:pt x="42710" y="6122"/>
                  </a:moveTo>
                  <a:lnTo>
                    <a:pt x="32210" y="6122"/>
                  </a:lnTo>
                  <a:lnTo>
                    <a:pt x="49274" y="9366"/>
                  </a:lnTo>
                  <a:lnTo>
                    <a:pt x="42710" y="6122"/>
                  </a:lnTo>
                  <a:close/>
                </a:path>
                <a:path w="709295" h="98425">
                  <a:moveTo>
                    <a:pt x="15043" y="2859"/>
                  </a:moveTo>
                  <a:lnTo>
                    <a:pt x="18257" y="6122"/>
                  </a:lnTo>
                  <a:lnTo>
                    <a:pt x="32210" y="6122"/>
                  </a:lnTo>
                  <a:lnTo>
                    <a:pt x="15043" y="2859"/>
                  </a:lnTo>
                  <a:close/>
                </a:path>
                <a:path w="709295" h="98425">
                  <a:moveTo>
                    <a:pt x="12226" y="0"/>
                  </a:moveTo>
                  <a:lnTo>
                    <a:pt x="0" y="0"/>
                  </a:lnTo>
                  <a:lnTo>
                    <a:pt x="15043" y="2859"/>
                  </a:lnTo>
                  <a:lnTo>
                    <a:pt x="122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210830" y="2746463"/>
              <a:ext cx="397510" cy="61594"/>
            </a:xfrm>
            <a:custGeom>
              <a:avLst/>
              <a:gdLst/>
              <a:ahLst/>
              <a:cxnLst/>
              <a:rect l="l" t="t" r="r" b="b"/>
              <a:pathLst>
                <a:path w="397510" h="61594">
                  <a:moveTo>
                    <a:pt x="372653" y="0"/>
                  </a:moveTo>
                  <a:lnTo>
                    <a:pt x="0" y="24409"/>
                  </a:lnTo>
                  <a:lnTo>
                    <a:pt x="30483" y="61065"/>
                  </a:lnTo>
                  <a:lnTo>
                    <a:pt x="397105" y="30532"/>
                  </a:lnTo>
                  <a:lnTo>
                    <a:pt x="372653" y="0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216861" y="2752586"/>
              <a:ext cx="385445" cy="55244"/>
            </a:xfrm>
            <a:custGeom>
              <a:avLst/>
              <a:gdLst/>
              <a:ahLst/>
              <a:cxnLst/>
              <a:rect l="l" t="t" r="r" b="b"/>
              <a:pathLst>
                <a:path w="385445" h="55244">
                  <a:moveTo>
                    <a:pt x="360508" y="0"/>
                  </a:moveTo>
                  <a:lnTo>
                    <a:pt x="0" y="24409"/>
                  </a:lnTo>
                  <a:lnTo>
                    <a:pt x="24452" y="54942"/>
                  </a:lnTo>
                  <a:lnTo>
                    <a:pt x="384960" y="24409"/>
                  </a:lnTo>
                  <a:lnTo>
                    <a:pt x="360508" y="0"/>
                  </a:lnTo>
                  <a:close/>
                </a:path>
              </a:pathLst>
            </a:custGeom>
            <a:solidFill>
              <a:srgbClr val="554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36932" y="2630293"/>
              <a:ext cx="158776" cy="91760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5091671" y="2562631"/>
              <a:ext cx="406400" cy="31115"/>
            </a:xfrm>
            <a:custGeom>
              <a:avLst/>
              <a:gdLst/>
              <a:ahLst/>
              <a:cxnLst/>
              <a:rect l="l" t="t" r="r" b="b"/>
              <a:pathLst>
                <a:path w="406400" h="31114">
                  <a:moveTo>
                    <a:pt x="406298" y="24892"/>
                  </a:moveTo>
                  <a:lnTo>
                    <a:pt x="397510" y="24892"/>
                  </a:lnTo>
                  <a:lnTo>
                    <a:pt x="397510" y="19062"/>
                  </a:lnTo>
                  <a:lnTo>
                    <a:pt x="385013" y="19062"/>
                  </a:lnTo>
                  <a:lnTo>
                    <a:pt x="385013" y="12712"/>
                  </a:lnTo>
                  <a:lnTo>
                    <a:pt x="184569" y="12712"/>
                  </a:lnTo>
                  <a:lnTo>
                    <a:pt x="184569" y="6362"/>
                  </a:lnTo>
                  <a:lnTo>
                    <a:pt x="9029" y="6362"/>
                  </a:lnTo>
                  <a:lnTo>
                    <a:pt x="9029" y="0"/>
                  </a:lnTo>
                  <a:lnTo>
                    <a:pt x="2921" y="0"/>
                  </a:lnTo>
                  <a:lnTo>
                    <a:pt x="2921" y="6362"/>
                  </a:lnTo>
                  <a:lnTo>
                    <a:pt x="0" y="6362"/>
                  </a:lnTo>
                  <a:lnTo>
                    <a:pt x="0" y="12712"/>
                  </a:lnTo>
                  <a:lnTo>
                    <a:pt x="2921" y="12712"/>
                  </a:lnTo>
                  <a:lnTo>
                    <a:pt x="2921" y="19062"/>
                  </a:lnTo>
                  <a:lnTo>
                    <a:pt x="2921" y="25425"/>
                  </a:lnTo>
                  <a:lnTo>
                    <a:pt x="15595" y="25425"/>
                  </a:lnTo>
                  <a:lnTo>
                    <a:pt x="21183" y="31013"/>
                  </a:lnTo>
                  <a:lnTo>
                    <a:pt x="406298" y="31013"/>
                  </a:lnTo>
                  <a:lnTo>
                    <a:pt x="406298" y="24892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088487" y="2575350"/>
              <a:ext cx="379095" cy="18415"/>
            </a:xfrm>
            <a:custGeom>
              <a:avLst/>
              <a:gdLst/>
              <a:ahLst/>
              <a:cxnLst/>
              <a:rect l="l" t="t" r="r" b="b"/>
              <a:pathLst>
                <a:path w="379095" h="18414">
                  <a:moveTo>
                    <a:pt x="378929" y="12164"/>
                  </a:moveTo>
                  <a:lnTo>
                    <a:pt x="18257" y="12164"/>
                  </a:lnTo>
                  <a:lnTo>
                    <a:pt x="24370" y="18286"/>
                  </a:lnTo>
                  <a:lnTo>
                    <a:pt x="378929" y="18286"/>
                  </a:lnTo>
                  <a:lnTo>
                    <a:pt x="378929" y="12164"/>
                  </a:lnTo>
                  <a:close/>
                </a:path>
                <a:path w="379095" h="18414">
                  <a:moveTo>
                    <a:pt x="12226" y="0"/>
                  </a:moveTo>
                  <a:lnTo>
                    <a:pt x="0" y="0"/>
                  </a:lnTo>
                  <a:lnTo>
                    <a:pt x="6113" y="6122"/>
                  </a:lnTo>
                  <a:lnTo>
                    <a:pt x="12226" y="12164"/>
                  </a:lnTo>
                  <a:lnTo>
                    <a:pt x="372897" y="12164"/>
                  </a:lnTo>
                  <a:lnTo>
                    <a:pt x="360671" y="6122"/>
                  </a:lnTo>
                  <a:lnTo>
                    <a:pt x="348445" y="6122"/>
                  </a:lnTo>
                  <a:lnTo>
                    <a:pt x="12226" y="0"/>
                  </a:lnTo>
                  <a:close/>
                </a:path>
              </a:pathLst>
            </a:custGeom>
            <a:solidFill>
              <a:srgbClr val="5861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192246" y="2832183"/>
              <a:ext cx="532130" cy="55244"/>
            </a:xfrm>
            <a:custGeom>
              <a:avLst/>
              <a:gdLst/>
              <a:ahLst/>
              <a:cxnLst/>
              <a:rect l="l" t="t" r="r" b="b"/>
              <a:pathLst>
                <a:path w="532129" h="55244">
                  <a:moveTo>
                    <a:pt x="91859" y="48819"/>
                  </a:moveTo>
                  <a:lnTo>
                    <a:pt x="6357" y="48819"/>
                  </a:lnTo>
                  <a:lnTo>
                    <a:pt x="0" y="54942"/>
                  </a:lnTo>
                  <a:lnTo>
                    <a:pt x="73519" y="54942"/>
                  </a:lnTo>
                  <a:lnTo>
                    <a:pt x="91859" y="48819"/>
                  </a:lnTo>
                  <a:close/>
                </a:path>
                <a:path w="532129" h="55244">
                  <a:moveTo>
                    <a:pt x="152908" y="42696"/>
                  </a:moveTo>
                  <a:lnTo>
                    <a:pt x="18583" y="42696"/>
                  </a:lnTo>
                  <a:lnTo>
                    <a:pt x="12470" y="48819"/>
                  </a:lnTo>
                  <a:lnTo>
                    <a:pt x="128456" y="48819"/>
                  </a:lnTo>
                  <a:lnTo>
                    <a:pt x="152908" y="42696"/>
                  </a:lnTo>
                  <a:close/>
                </a:path>
                <a:path w="532129" h="55244">
                  <a:moveTo>
                    <a:pt x="226183" y="36573"/>
                  </a:moveTo>
                  <a:lnTo>
                    <a:pt x="49067" y="36573"/>
                  </a:lnTo>
                  <a:lnTo>
                    <a:pt x="36841" y="42696"/>
                  </a:lnTo>
                  <a:lnTo>
                    <a:pt x="201731" y="42696"/>
                  </a:lnTo>
                  <a:lnTo>
                    <a:pt x="226183" y="36573"/>
                  </a:lnTo>
                  <a:close/>
                </a:path>
                <a:path w="532129" h="55244">
                  <a:moveTo>
                    <a:pt x="275169" y="30532"/>
                  </a:moveTo>
                  <a:lnTo>
                    <a:pt x="110116" y="30532"/>
                  </a:lnTo>
                  <a:lnTo>
                    <a:pt x="85746" y="36573"/>
                  </a:lnTo>
                  <a:lnTo>
                    <a:pt x="244685" y="36573"/>
                  </a:lnTo>
                  <a:lnTo>
                    <a:pt x="275169" y="30532"/>
                  </a:lnTo>
                  <a:close/>
                </a:path>
                <a:path w="532129" h="55244">
                  <a:moveTo>
                    <a:pt x="385123" y="6041"/>
                  </a:moveTo>
                  <a:lnTo>
                    <a:pt x="354558" y="6041"/>
                  </a:lnTo>
                  <a:lnTo>
                    <a:pt x="330187" y="12164"/>
                  </a:lnTo>
                  <a:lnTo>
                    <a:pt x="305735" y="12164"/>
                  </a:lnTo>
                  <a:lnTo>
                    <a:pt x="275169" y="18286"/>
                  </a:lnTo>
                  <a:lnTo>
                    <a:pt x="238572" y="18286"/>
                  </a:lnTo>
                  <a:lnTo>
                    <a:pt x="207844" y="24409"/>
                  </a:lnTo>
                  <a:lnTo>
                    <a:pt x="177279" y="24409"/>
                  </a:lnTo>
                  <a:lnTo>
                    <a:pt x="140682" y="30532"/>
                  </a:lnTo>
                  <a:lnTo>
                    <a:pt x="201731" y="30532"/>
                  </a:lnTo>
                  <a:lnTo>
                    <a:pt x="385123" y="6041"/>
                  </a:lnTo>
                  <a:close/>
                </a:path>
                <a:path w="532129" h="55244">
                  <a:moveTo>
                    <a:pt x="525183" y="615"/>
                  </a:moveTo>
                  <a:lnTo>
                    <a:pt x="201731" y="30532"/>
                  </a:lnTo>
                  <a:lnTo>
                    <a:pt x="293509" y="30532"/>
                  </a:lnTo>
                  <a:lnTo>
                    <a:pt x="317961" y="24409"/>
                  </a:lnTo>
                  <a:lnTo>
                    <a:pt x="366784" y="24409"/>
                  </a:lnTo>
                  <a:lnTo>
                    <a:pt x="391236" y="18286"/>
                  </a:lnTo>
                  <a:lnTo>
                    <a:pt x="409575" y="18286"/>
                  </a:lnTo>
                  <a:lnTo>
                    <a:pt x="433946" y="12164"/>
                  </a:lnTo>
                  <a:lnTo>
                    <a:pt x="464675" y="12164"/>
                  </a:lnTo>
                  <a:lnTo>
                    <a:pt x="483014" y="6041"/>
                  </a:lnTo>
                  <a:lnTo>
                    <a:pt x="519692" y="6041"/>
                  </a:lnTo>
                  <a:lnTo>
                    <a:pt x="525183" y="615"/>
                  </a:lnTo>
                  <a:close/>
                </a:path>
                <a:path w="532129" h="55244">
                  <a:moveTo>
                    <a:pt x="531837" y="0"/>
                  </a:moveTo>
                  <a:lnTo>
                    <a:pt x="525805" y="0"/>
                  </a:lnTo>
                  <a:lnTo>
                    <a:pt x="525183" y="615"/>
                  </a:lnTo>
                  <a:lnTo>
                    <a:pt x="531837" y="0"/>
                  </a:lnTo>
                  <a:close/>
                </a:path>
              </a:pathLst>
            </a:custGeom>
            <a:solidFill>
              <a:srgbClr val="3436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990759" y="2587514"/>
              <a:ext cx="201930" cy="275590"/>
            </a:xfrm>
            <a:custGeom>
              <a:avLst/>
              <a:gdLst/>
              <a:ahLst/>
              <a:cxnLst/>
              <a:rect l="l" t="t" r="r" b="b"/>
              <a:pathLst>
                <a:path w="201929" h="275589">
                  <a:moveTo>
                    <a:pt x="100231" y="122374"/>
                  </a:moveTo>
                  <a:lnTo>
                    <a:pt x="85501" y="122374"/>
                  </a:lnTo>
                  <a:lnTo>
                    <a:pt x="201486" y="275200"/>
                  </a:lnTo>
                  <a:lnTo>
                    <a:pt x="195373" y="262955"/>
                  </a:lnTo>
                  <a:lnTo>
                    <a:pt x="183229" y="250709"/>
                  </a:lnTo>
                  <a:lnTo>
                    <a:pt x="171003" y="226136"/>
                  </a:lnTo>
                  <a:lnTo>
                    <a:pt x="158776" y="207768"/>
                  </a:lnTo>
                  <a:lnTo>
                    <a:pt x="140437" y="183358"/>
                  </a:lnTo>
                  <a:lnTo>
                    <a:pt x="122098" y="152825"/>
                  </a:lnTo>
                  <a:lnTo>
                    <a:pt x="103840" y="128416"/>
                  </a:lnTo>
                  <a:lnTo>
                    <a:pt x="100231" y="122374"/>
                  </a:lnTo>
                  <a:close/>
                </a:path>
                <a:path w="201929" h="275589">
                  <a:moveTo>
                    <a:pt x="12226" y="0"/>
                  </a:moveTo>
                  <a:lnTo>
                    <a:pt x="0" y="0"/>
                  </a:lnTo>
                  <a:lnTo>
                    <a:pt x="6113" y="6122"/>
                  </a:lnTo>
                  <a:lnTo>
                    <a:pt x="6113" y="12245"/>
                  </a:lnTo>
                  <a:lnTo>
                    <a:pt x="12226" y="24491"/>
                  </a:lnTo>
                  <a:lnTo>
                    <a:pt x="18339" y="36655"/>
                  </a:lnTo>
                  <a:lnTo>
                    <a:pt x="24452" y="48901"/>
                  </a:lnTo>
                  <a:lnTo>
                    <a:pt x="36678" y="67187"/>
                  </a:lnTo>
                  <a:lnTo>
                    <a:pt x="42710" y="79433"/>
                  </a:lnTo>
                  <a:lnTo>
                    <a:pt x="54936" y="91597"/>
                  </a:lnTo>
                  <a:lnTo>
                    <a:pt x="61049" y="110129"/>
                  </a:lnTo>
                  <a:lnTo>
                    <a:pt x="73275" y="122374"/>
                  </a:lnTo>
                  <a:lnTo>
                    <a:pt x="79388" y="134539"/>
                  </a:lnTo>
                  <a:lnTo>
                    <a:pt x="85501" y="146784"/>
                  </a:lnTo>
                  <a:lnTo>
                    <a:pt x="91614" y="152825"/>
                  </a:lnTo>
                  <a:lnTo>
                    <a:pt x="103840" y="165071"/>
                  </a:lnTo>
                  <a:lnTo>
                    <a:pt x="85501" y="122374"/>
                  </a:lnTo>
                  <a:lnTo>
                    <a:pt x="100231" y="122374"/>
                  </a:lnTo>
                  <a:lnTo>
                    <a:pt x="85501" y="97720"/>
                  </a:lnTo>
                  <a:lnTo>
                    <a:pt x="48823" y="48901"/>
                  </a:lnTo>
                  <a:lnTo>
                    <a:pt x="30565" y="30532"/>
                  </a:lnTo>
                  <a:lnTo>
                    <a:pt x="18339" y="12245"/>
                  </a:lnTo>
                  <a:lnTo>
                    <a:pt x="12226" y="0"/>
                  </a:lnTo>
                  <a:close/>
                </a:path>
              </a:pathLst>
            </a:custGeom>
            <a:solidFill>
              <a:srgbClr val="A88A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094600" y="2685235"/>
              <a:ext cx="623570" cy="165735"/>
            </a:xfrm>
            <a:custGeom>
              <a:avLst/>
              <a:gdLst/>
              <a:ahLst/>
              <a:cxnLst/>
              <a:rect l="l" t="t" r="r" b="b"/>
              <a:pathLst>
                <a:path w="623570" h="165735">
                  <a:moveTo>
                    <a:pt x="0" y="0"/>
                  </a:moveTo>
                  <a:lnTo>
                    <a:pt x="116229" y="165234"/>
                  </a:lnTo>
                  <a:lnTo>
                    <a:pt x="623452" y="122293"/>
                  </a:lnTo>
                  <a:lnTo>
                    <a:pt x="262780" y="146947"/>
                  </a:lnTo>
                  <a:lnTo>
                    <a:pt x="611225" y="110047"/>
                  </a:lnTo>
                  <a:lnTo>
                    <a:pt x="122261" y="152989"/>
                  </a:lnTo>
                  <a:lnTo>
                    <a:pt x="110116" y="140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638419" y="2899289"/>
              <a:ext cx="391795" cy="67945"/>
            </a:xfrm>
            <a:custGeom>
              <a:avLst/>
              <a:gdLst/>
              <a:ahLst/>
              <a:cxnLst/>
              <a:rect l="l" t="t" r="r" b="b"/>
              <a:pathLst>
                <a:path w="391795" h="67944">
                  <a:moveTo>
                    <a:pt x="232459" y="0"/>
                  </a:moveTo>
                  <a:lnTo>
                    <a:pt x="0" y="36655"/>
                  </a:lnTo>
                  <a:lnTo>
                    <a:pt x="189505" y="67351"/>
                  </a:lnTo>
                  <a:lnTo>
                    <a:pt x="391236" y="24409"/>
                  </a:lnTo>
                  <a:lnTo>
                    <a:pt x="232459" y="0"/>
                  </a:lnTo>
                  <a:close/>
                </a:path>
              </a:pathLst>
            </a:custGeom>
            <a:solidFill>
              <a:srgbClr val="555F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675261" y="2911535"/>
              <a:ext cx="323850" cy="55244"/>
            </a:xfrm>
            <a:custGeom>
              <a:avLst/>
              <a:gdLst/>
              <a:ahLst/>
              <a:cxnLst/>
              <a:rect l="l" t="t" r="r" b="b"/>
              <a:pathLst>
                <a:path w="323850" h="55244">
                  <a:moveTo>
                    <a:pt x="201731" y="0"/>
                  </a:moveTo>
                  <a:lnTo>
                    <a:pt x="0" y="30532"/>
                  </a:lnTo>
                  <a:lnTo>
                    <a:pt x="152663" y="55105"/>
                  </a:lnTo>
                  <a:lnTo>
                    <a:pt x="323829" y="18286"/>
                  </a:lnTo>
                  <a:lnTo>
                    <a:pt x="201731" y="0"/>
                  </a:lnTo>
                  <a:close/>
                </a:path>
              </a:pathLst>
            </a:custGeom>
            <a:solidFill>
              <a:srgbClr val="6E7E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100713" y="2636415"/>
              <a:ext cx="330200" cy="85725"/>
            </a:xfrm>
            <a:custGeom>
              <a:avLst/>
              <a:gdLst/>
              <a:ahLst/>
              <a:cxnLst/>
              <a:rect l="l" t="t" r="r" b="b"/>
              <a:pathLst>
                <a:path w="330200" h="85725">
                  <a:moveTo>
                    <a:pt x="262699" y="0"/>
                  </a:moveTo>
                  <a:lnTo>
                    <a:pt x="12144" y="0"/>
                  </a:lnTo>
                  <a:lnTo>
                    <a:pt x="6031" y="6041"/>
                  </a:lnTo>
                  <a:lnTo>
                    <a:pt x="0" y="12164"/>
                  </a:lnTo>
                  <a:lnTo>
                    <a:pt x="0" y="18286"/>
                  </a:lnTo>
                  <a:lnTo>
                    <a:pt x="6031" y="24409"/>
                  </a:lnTo>
                  <a:lnTo>
                    <a:pt x="6031" y="30532"/>
                  </a:lnTo>
                  <a:lnTo>
                    <a:pt x="24370" y="61228"/>
                  </a:lnTo>
                  <a:lnTo>
                    <a:pt x="36596" y="73473"/>
                  </a:lnTo>
                  <a:lnTo>
                    <a:pt x="42710" y="79515"/>
                  </a:lnTo>
                  <a:lnTo>
                    <a:pt x="54936" y="79515"/>
                  </a:lnTo>
                  <a:lnTo>
                    <a:pt x="61049" y="85638"/>
                  </a:lnTo>
                  <a:lnTo>
                    <a:pt x="73275" y="85638"/>
                  </a:lnTo>
                  <a:lnTo>
                    <a:pt x="323992" y="73473"/>
                  </a:lnTo>
                  <a:lnTo>
                    <a:pt x="330106" y="73473"/>
                  </a:lnTo>
                  <a:lnTo>
                    <a:pt x="330106" y="61228"/>
                  </a:lnTo>
                  <a:lnTo>
                    <a:pt x="323992" y="55105"/>
                  </a:lnTo>
                  <a:lnTo>
                    <a:pt x="323992" y="48819"/>
                  </a:lnTo>
                  <a:lnTo>
                    <a:pt x="317716" y="42696"/>
                  </a:lnTo>
                  <a:lnTo>
                    <a:pt x="281038" y="6041"/>
                  </a:lnTo>
                  <a:lnTo>
                    <a:pt x="268812" y="6041"/>
                  </a:lnTo>
                  <a:lnTo>
                    <a:pt x="262699" y="0"/>
                  </a:lnTo>
                  <a:close/>
                </a:path>
              </a:pathLst>
            </a:custGeom>
            <a:solidFill>
              <a:srgbClr val="CCCF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118971" y="2642457"/>
              <a:ext cx="299720" cy="73660"/>
            </a:xfrm>
            <a:custGeom>
              <a:avLst/>
              <a:gdLst/>
              <a:ahLst/>
              <a:cxnLst/>
              <a:rect l="l" t="t" r="r" b="b"/>
              <a:pathLst>
                <a:path w="299720" h="73660">
                  <a:moveTo>
                    <a:pt x="293346" y="61309"/>
                  </a:moveTo>
                  <a:lnTo>
                    <a:pt x="42791" y="61309"/>
                  </a:lnTo>
                  <a:lnTo>
                    <a:pt x="48904" y="67432"/>
                  </a:lnTo>
                  <a:lnTo>
                    <a:pt x="61049" y="67432"/>
                  </a:lnTo>
                  <a:lnTo>
                    <a:pt x="67162" y="73473"/>
                  </a:lnTo>
                  <a:lnTo>
                    <a:pt x="293346" y="61309"/>
                  </a:lnTo>
                  <a:close/>
                </a:path>
                <a:path w="299720" h="73660">
                  <a:moveTo>
                    <a:pt x="262780" y="6122"/>
                  </a:moveTo>
                  <a:lnTo>
                    <a:pt x="0" y="6122"/>
                  </a:lnTo>
                  <a:lnTo>
                    <a:pt x="0" y="12245"/>
                  </a:lnTo>
                  <a:lnTo>
                    <a:pt x="6113" y="18368"/>
                  </a:lnTo>
                  <a:lnTo>
                    <a:pt x="6113" y="24491"/>
                  </a:lnTo>
                  <a:lnTo>
                    <a:pt x="18339" y="49064"/>
                  </a:lnTo>
                  <a:lnTo>
                    <a:pt x="24452" y="49064"/>
                  </a:lnTo>
                  <a:lnTo>
                    <a:pt x="36678" y="61309"/>
                  </a:lnTo>
                  <a:lnTo>
                    <a:pt x="299459" y="61309"/>
                  </a:lnTo>
                  <a:lnTo>
                    <a:pt x="299459" y="42778"/>
                  </a:lnTo>
                  <a:lnTo>
                    <a:pt x="293346" y="42778"/>
                  </a:lnTo>
                  <a:lnTo>
                    <a:pt x="287232" y="36655"/>
                  </a:lnTo>
                  <a:lnTo>
                    <a:pt x="287232" y="30532"/>
                  </a:lnTo>
                  <a:lnTo>
                    <a:pt x="262780" y="6122"/>
                  </a:lnTo>
                  <a:close/>
                </a:path>
                <a:path w="299720" h="73660">
                  <a:moveTo>
                    <a:pt x="250554" y="0"/>
                  </a:moveTo>
                  <a:lnTo>
                    <a:pt x="6113" y="0"/>
                  </a:lnTo>
                  <a:lnTo>
                    <a:pt x="6113" y="6122"/>
                  </a:lnTo>
                  <a:lnTo>
                    <a:pt x="256667" y="6122"/>
                  </a:lnTo>
                  <a:lnTo>
                    <a:pt x="250554" y="0"/>
                  </a:lnTo>
                  <a:close/>
                </a:path>
              </a:pathLst>
            </a:custGeom>
            <a:solidFill>
              <a:srgbClr val="F3F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Footer Placeholder 114">
            <a:extLst>
              <a:ext uri="{FF2B5EF4-FFF2-40B4-BE49-F238E27FC236}">
                <a16:creationId xmlns:a16="http://schemas.microsoft.com/office/drawing/2014/main" id="{1E96D9F3-A1C7-3282-87D0-8CC6396C4EC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117" name="Slide Number Placeholder 116">
            <a:extLst>
              <a:ext uri="{FF2B5EF4-FFF2-40B4-BE49-F238E27FC236}">
                <a16:creationId xmlns:a16="http://schemas.microsoft.com/office/drawing/2014/main" id="{C4445367-8D62-2C34-29D5-BF6E4311A5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20</a:t>
            </a:fld>
            <a:endParaRPr lang="en-GB"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649" y="2917316"/>
            <a:ext cx="72332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Arial MT"/>
                <a:cs typeface="Arial MT"/>
              </a:rPr>
              <a:t>REQUIREMENTS</a:t>
            </a:r>
            <a:r>
              <a:rPr sz="36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b="0" dirty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sz="3600"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Arial MT"/>
                <a:cs typeface="Arial MT"/>
              </a:rPr>
              <a:t>SERVICES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18788-314D-8792-6FAA-220C6AEDEFA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50CB8-824D-D29A-7483-9D7E0EBA8C1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21</a:t>
            </a:fld>
            <a:endParaRPr lang="en-GB"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0" dirty="0"/>
              <a:t> </a:t>
            </a:r>
            <a:r>
              <a:rPr spc="-20" dirty="0"/>
              <a:t>rate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44549"/>
            <a:ext cx="8251825" cy="412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Sensor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networks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IoT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&lt;1kbit/s;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central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up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Mbit/s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Speech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communications</a:t>
            </a:r>
            <a:r>
              <a:rPr sz="2400" spc="-10" dirty="0">
                <a:latin typeface="Arial MT"/>
                <a:cs typeface="Arial MT"/>
              </a:rPr>
              <a:t>: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5-</a:t>
            </a:r>
            <a:r>
              <a:rPr sz="2400" dirty="0">
                <a:latin typeface="Arial MT"/>
                <a:cs typeface="Arial MT"/>
              </a:rPr>
              <a:t>64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kbit/s,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depending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speech </a:t>
            </a:r>
            <a:r>
              <a:rPr sz="2400" dirty="0">
                <a:latin typeface="Arial MT"/>
                <a:cs typeface="Arial MT"/>
              </a:rPr>
              <a:t>coder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(vocoder)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Elementary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services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10-</a:t>
            </a:r>
            <a:r>
              <a:rPr sz="2400" dirty="0">
                <a:latin typeface="Arial MT"/>
                <a:cs typeface="Arial MT"/>
              </a:rPr>
              <a:t>100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kbit/s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Communications</a:t>
            </a:r>
            <a:r>
              <a:rPr sz="24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between</a:t>
            </a:r>
            <a:r>
              <a:rPr sz="24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computer</a:t>
            </a:r>
            <a:r>
              <a:rPr sz="24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peripherals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Mbit/s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Web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browsing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services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peak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latency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1-</a:t>
            </a:r>
            <a:r>
              <a:rPr sz="2400" dirty="0">
                <a:latin typeface="Arial MT"/>
                <a:cs typeface="Arial MT"/>
              </a:rPr>
              <a:t>100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Mbit/s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Video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streaming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conferencing</a:t>
            </a:r>
            <a:r>
              <a:rPr sz="2400" spc="-10" dirty="0">
                <a:latin typeface="Arial MT"/>
                <a:cs typeface="Arial MT"/>
              </a:rPr>
              <a:t>: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0.2-</a:t>
            </a:r>
            <a:r>
              <a:rPr sz="2400" dirty="0">
                <a:latin typeface="Arial MT"/>
                <a:cs typeface="Arial MT"/>
              </a:rPr>
              <a:t>20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Mbit/s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Personal</a:t>
            </a:r>
            <a:r>
              <a:rPr sz="24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Area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Networks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100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Mbit/s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Gbit/s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1907A-CEF6-E077-ED87-971F327B43C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55B71-D5C6-B13E-3742-E5C43BE2F0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22</a:t>
            </a:fld>
            <a:endParaRPr lang="en-GB"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Range</a:t>
            </a:r>
            <a:r>
              <a:rPr spc="-6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number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users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71003"/>
            <a:ext cx="8366759" cy="449008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Body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area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networks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range,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&lt;10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nodes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Personal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area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networks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range,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users</a:t>
            </a:r>
            <a:endParaRPr sz="2400">
              <a:latin typeface="Arial MT"/>
              <a:cs typeface="Arial MT"/>
            </a:endParaRPr>
          </a:p>
          <a:p>
            <a:pPr marL="355600" marR="116839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WLANs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100m,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several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100 </a:t>
            </a:r>
            <a:r>
              <a:rPr sz="2400" spc="-10" dirty="0">
                <a:latin typeface="Arial MT"/>
                <a:cs typeface="Arial MT"/>
              </a:rPr>
              <a:t>(conference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room,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sports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stadium)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Cellular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systems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100m-</a:t>
            </a:r>
            <a:r>
              <a:rPr sz="2400" dirty="0">
                <a:latin typeface="Arial MT"/>
                <a:cs typeface="Arial MT"/>
              </a:rPr>
              <a:t>10km.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active 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typically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10-</a:t>
            </a:r>
            <a:r>
              <a:rPr sz="2400" dirty="0">
                <a:latin typeface="Arial MT"/>
                <a:cs typeface="Arial MT"/>
              </a:rPr>
              <a:t>50,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hundreds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thousands</a:t>
            </a:r>
            <a:endParaRPr sz="2400">
              <a:latin typeface="Arial MT"/>
              <a:cs typeface="Arial MT"/>
            </a:endParaRPr>
          </a:p>
          <a:p>
            <a:pPr marL="355600" marR="82169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Fixed</a:t>
            </a:r>
            <a:r>
              <a:rPr sz="24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wireless</a:t>
            </a:r>
            <a:r>
              <a:rPr sz="24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access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range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km.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Similar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cellular</a:t>
            </a:r>
            <a:endParaRPr sz="2400">
              <a:latin typeface="Arial MT"/>
              <a:cs typeface="Arial MT"/>
            </a:endParaRPr>
          </a:p>
          <a:p>
            <a:pPr marL="355600" marR="716915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Satellite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systems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range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1000s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km,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potential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thousands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more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C9D2F-9653-CA05-A37E-CCED1AF092B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75BD0-FF6C-AF44-3901-26F54FE1C2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23</a:t>
            </a:fld>
            <a:endParaRPr lang="en-GB"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Tradeoff</a:t>
            </a:r>
            <a:r>
              <a:rPr spc="-60" dirty="0"/>
              <a:t> </a:t>
            </a:r>
            <a:r>
              <a:rPr dirty="0"/>
              <a:t>range</a:t>
            </a:r>
            <a:r>
              <a:rPr spc="-55" dirty="0"/>
              <a:t> </a:t>
            </a:r>
            <a:r>
              <a:rPr dirty="0"/>
              <a:t>vs.</a:t>
            </a:r>
            <a:r>
              <a:rPr spc="-40" dirty="0"/>
              <a:t> </a:t>
            </a:r>
            <a:r>
              <a:rPr spc="-10" dirty="0"/>
              <a:t>datarate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1371600"/>
            <a:ext cx="6858000" cy="4419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89756-1B20-4F9C-A45C-0CFED4FCC1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6314D-3CE7-2D5E-13E0-7ECEC3B21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24</a:t>
            </a:fld>
            <a:endParaRPr lang="en-GB"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44549"/>
            <a:ext cx="8435975" cy="287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Fixed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devices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location;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temporal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due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moving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surroundings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Nomadic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devices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certain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stays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there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while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(WLANs)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Low</a:t>
            </a:r>
            <a:r>
              <a:rPr sz="24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mobility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pedestrian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(cordless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phones)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High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speed:</a:t>
            </a:r>
            <a:r>
              <a:rPr sz="24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cellphones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cars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Extremely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high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speed: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high-</a:t>
            </a:r>
            <a:r>
              <a:rPr sz="2400" dirty="0">
                <a:latin typeface="Arial MT"/>
                <a:cs typeface="Arial MT"/>
              </a:rPr>
              <a:t>speed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trains,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planes,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….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22C0B-8984-4E27-C035-1E8B42AC1F4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28A1B-9E73-A5B1-8872-C91F1B5AC4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25</a:t>
            </a:fld>
            <a:endParaRPr lang="en-GB"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rate</a:t>
            </a:r>
            <a:r>
              <a:rPr spc="-30" dirty="0"/>
              <a:t> </a:t>
            </a:r>
            <a:r>
              <a:rPr dirty="0"/>
              <a:t>versus</a:t>
            </a:r>
            <a:r>
              <a:rPr spc="-45" dirty="0"/>
              <a:t> </a:t>
            </a:r>
            <a:r>
              <a:rPr spc="-10" dirty="0"/>
              <a:t>mobility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1524000"/>
            <a:ext cx="7010400" cy="44958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F75514-77F6-A0AB-32C3-627C241B0AA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0575B-E8D8-9BA8-67AB-282E924B39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26</a:t>
            </a:fld>
            <a:endParaRPr lang="en-GB"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Energy</a:t>
            </a:r>
            <a:r>
              <a:rPr spc="-65" dirty="0"/>
              <a:t> </a:t>
            </a:r>
            <a:r>
              <a:rPr spc="-10" dirty="0"/>
              <a:t>consumption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71086"/>
            <a:ext cx="8182609" cy="42710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Rechargeable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batteries: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nomadic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devices,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typically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wants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charge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~16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hours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Battery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weight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significant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factor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469900" algn="l"/>
              </a:tabLst>
            </a:pPr>
            <a:r>
              <a:rPr sz="2400" spc="-25" dirty="0">
                <a:latin typeface="Arial MT"/>
                <a:cs typeface="Arial MT"/>
              </a:rPr>
              <a:t>One-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10" dirty="0">
                <a:latin typeface="Arial MT"/>
                <a:cs typeface="Arial MT"/>
              </a:rPr>
              <a:t> batteries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sensor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nodes.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Lifetime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~10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years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desirable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Motivates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extremely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energy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design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Power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mains</a:t>
            </a:r>
            <a:endParaRPr sz="2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9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infrastructure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contain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complexity</a:t>
            </a: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Consider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expenses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03121-A3B3-9526-D72F-D356E25B8DA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10F95-603C-99E9-4559-E8D49DE681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27</a:t>
            </a:fld>
            <a:endParaRPr lang="en-GB"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Spectrum</a:t>
            </a:r>
            <a:r>
              <a:rPr spc="-65" dirty="0"/>
              <a:t> </a:t>
            </a:r>
            <a:r>
              <a:rPr spc="-10" dirty="0"/>
              <a:t>usage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44549"/>
            <a:ext cx="73844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Spectrum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dedicated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specific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service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operator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2781680"/>
            <a:ext cx="5569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Spectrum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dedicated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specific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service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4318254"/>
            <a:ext cx="2334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Free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spectrum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11D39-35C1-030B-5C97-0ECED7CD46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F3F9CC-6D11-D99F-7BEB-51882F49B3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28</a:t>
            </a:fld>
            <a:endParaRPr lang="en-GB"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Requirements</a:t>
            </a:r>
            <a:r>
              <a:rPr spc="-8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spc="-25" dirty="0"/>
              <a:t>5G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193" y="1318081"/>
            <a:ext cx="5672861" cy="491284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FFD36-FC1A-1D44-2C7B-A4149014C0F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FD9A5-AD60-16BC-2FFB-080D9BB5F51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29</a:t>
            </a:fld>
            <a:endParaRPr lang="en-GB"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5403" y="2917316"/>
            <a:ext cx="72142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Arial MT"/>
                <a:cs typeface="Arial MT"/>
              </a:rPr>
              <a:t>ECONOMIC</a:t>
            </a:r>
            <a:r>
              <a:rPr sz="3600" b="0" spc="-20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b="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3600" b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b="0" dirty="0">
                <a:solidFill>
                  <a:srgbClr val="000000"/>
                </a:solidFill>
                <a:latin typeface="Arial MT"/>
                <a:cs typeface="Arial MT"/>
              </a:rPr>
              <a:t>SOCIAL</a:t>
            </a:r>
            <a:r>
              <a:rPr sz="3600" b="0" spc="-1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b="0" spc="-40" dirty="0">
                <a:solidFill>
                  <a:srgbClr val="000000"/>
                </a:solidFill>
                <a:latin typeface="Arial MT"/>
                <a:cs typeface="Arial MT"/>
              </a:rPr>
              <a:t>IMPACT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B8413-3AA6-BCCB-251B-22F83209B55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98339-7377-4BFD-BC7C-F952310C81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30</a:t>
            </a:fld>
            <a:endParaRPr lang="en-GB"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Economic</a:t>
            </a:r>
            <a:r>
              <a:rPr spc="-65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71086"/>
            <a:ext cx="8063865" cy="39776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680"/>
              </a:spcBef>
              <a:buChar char="•"/>
              <a:tabLst>
                <a:tab pos="353060" algn="l"/>
              </a:tabLst>
            </a:pP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mobility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itself</a:t>
            </a:r>
            <a:endParaRPr sz="2400">
              <a:latin typeface="Arial MT"/>
              <a:cs typeface="Arial MT"/>
            </a:endParaRPr>
          </a:p>
          <a:p>
            <a:pPr marL="754380" lvl="1" indent="-284480" algn="just">
              <a:lnSpc>
                <a:spcPct val="100000"/>
              </a:lnSpc>
              <a:spcBef>
                <a:spcPts val="484"/>
              </a:spcBef>
              <a:buChar char="–"/>
              <a:tabLst>
                <a:tab pos="754380" algn="l"/>
              </a:tabLst>
            </a:pPr>
            <a:r>
              <a:rPr sz="2000" dirty="0">
                <a:latin typeface="Arial MT"/>
                <a:cs typeface="Arial MT"/>
              </a:rPr>
              <a:t>Cellphones,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etc.</a:t>
            </a:r>
            <a:endParaRPr sz="2000">
              <a:latin typeface="Arial MT"/>
              <a:cs typeface="Arial MT"/>
            </a:endParaRPr>
          </a:p>
          <a:p>
            <a:pPr marL="754380" lvl="1" indent="-28448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54380" algn="l"/>
              </a:tabLst>
            </a:pP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charge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premium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service</a:t>
            </a:r>
            <a:endParaRPr sz="2000">
              <a:latin typeface="Arial MT"/>
              <a:cs typeface="Arial MT"/>
            </a:endParaRPr>
          </a:p>
          <a:p>
            <a:pPr marL="353060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3060" algn="l"/>
              </a:tabLst>
            </a:pP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cable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replacement</a:t>
            </a:r>
            <a:endParaRPr sz="2400">
              <a:latin typeface="Arial MT"/>
              <a:cs typeface="Arial MT"/>
            </a:endParaRPr>
          </a:p>
          <a:p>
            <a:pPr marL="754380" lvl="1" indent="-284480" algn="just">
              <a:lnSpc>
                <a:spcPct val="100000"/>
              </a:lnSpc>
              <a:spcBef>
                <a:spcPts val="484"/>
              </a:spcBef>
              <a:buChar char="–"/>
              <a:tabLst>
                <a:tab pos="754380" algn="l"/>
              </a:tabLst>
            </a:pPr>
            <a:r>
              <a:rPr sz="2000" dirty="0">
                <a:latin typeface="Arial MT"/>
                <a:cs typeface="Arial MT"/>
              </a:rPr>
              <a:t>E.g.,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fixed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wireless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access</a:t>
            </a:r>
            <a:endParaRPr sz="2000">
              <a:latin typeface="Arial MT"/>
              <a:cs typeface="Arial MT"/>
            </a:endParaRPr>
          </a:p>
          <a:p>
            <a:pPr marL="754380" lvl="1" indent="-28448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54380" algn="l"/>
              </a:tabLst>
            </a:pP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cheaper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cabled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service</a:t>
            </a:r>
            <a:endParaRPr sz="2000">
              <a:latin typeface="Arial MT"/>
              <a:cs typeface="Arial MT"/>
            </a:endParaRPr>
          </a:p>
          <a:p>
            <a:pPr marL="353060" indent="-340360" algn="just">
              <a:lnSpc>
                <a:spcPct val="100000"/>
              </a:lnSpc>
              <a:spcBef>
                <a:spcPts val="570"/>
              </a:spcBef>
              <a:buChar char="•"/>
              <a:tabLst>
                <a:tab pos="35306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either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quality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wired</a:t>
            </a:r>
            <a:endParaRPr sz="2400">
              <a:latin typeface="Arial MT"/>
              <a:cs typeface="Arial MT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Tradeoff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economies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scale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general-</a:t>
            </a:r>
            <a:r>
              <a:rPr sz="2400" spc="-10" dirty="0">
                <a:latin typeface="Arial MT"/>
                <a:cs typeface="Arial MT"/>
              </a:rPr>
              <a:t>purpose 	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performance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improvement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custom-made 	</a:t>
            </a:r>
            <a:r>
              <a:rPr sz="2400" spc="-10" dirty="0">
                <a:latin typeface="Arial MT"/>
                <a:cs typeface="Arial MT"/>
              </a:rPr>
              <a:t>solutions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096EA-1AE7-3D08-C105-3EAAAE6DA31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7E9AC-B69B-5CDA-E98E-044BA53A57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31</a:t>
            </a:fld>
            <a:endParaRPr lang="en-GB"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Behavioral</a:t>
            </a:r>
            <a:r>
              <a:rPr spc="-80" dirty="0"/>
              <a:t> </a:t>
            </a:r>
            <a:r>
              <a:rPr spc="-10" dirty="0"/>
              <a:t>impact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71003"/>
            <a:ext cx="8317865" cy="339217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Communications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now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person,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location</a:t>
            </a:r>
            <a:endParaRPr sz="2400">
              <a:latin typeface="Arial MT"/>
              <a:cs typeface="Arial MT"/>
            </a:endParaRPr>
          </a:p>
          <a:p>
            <a:pPr marL="355600" marR="41275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Allows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flexibility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private/business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life,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also </a:t>
            </a:r>
            <a:r>
              <a:rPr sz="2400" dirty="0">
                <a:latin typeface="Arial MT"/>
                <a:cs typeface="Arial MT"/>
              </a:rPr>
              <a:t>become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burdensome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constant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reachability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Cellphone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etiquette: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generally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underdeveloped</a:t>
            </a:r>
            <a:endParaRPr sz="2400">
              <a:latin typeface="Arial MT"/>
              <a:cs typeface="Arial MT"/>
            </a:endParaRPr>
          </a:p>
          <a:p>
            <a:pPr marL="355600" marR="357505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Phoning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4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especially</a:t>
            </a:r>
            <a:r>
              <a:rPr sz="2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texting</a:t>
            </a:r>
            <a:r>
              <a:rPr sz="24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while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driving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extremely dangerous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Each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cellphone</a:t>
            </a:r>
            <a:r>
              <a:rPr sz="24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has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an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OFF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button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17544-61F6-5C03-708E-5751E2CED35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6E80E-9C52-F2DB-49F6-61549F8098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32</a:t>
            </a:fld>
            <a:endParaRPr lang="en-GB"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Chapter</a:t>
            </a:r>
            <a:r>
              <a:rPr spc="-80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5954" y="2763392"/>
            <a:ext cx="730694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2630" marR="5080" indent="-1980564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Arial MT"/>
                <a:cs typeface="Arial MT"/>
              </a:rPr>
              <a:t>Technical</a:t>
            </a:r>
            <a:r>
              <a:rPr sz="4000" spc="-140" dirty="0">
                <a:latin typeface="Arial MT"/>
                <a:cs typeface="Arial MT"/>
              </a:rPr>
              <a:t> </a:t>
            </a:r>
            <a:r>
              <a:rPr sz="4000" dirty="0">
                <a:latin typeface="Arial MT"/>
                <a:cs typeface="Arial MT"/>
              </a:rPr>
              <a:t>challenges</a:t>
            </a:r>
            <a:r>
              <a:rPr sz="4000" spc="-130" dirty="0">
                <a:latin typeface="Arial MT"/>
                <a:cs typeface="Arial MT"/>
              </a:rPr>
              <a:t> </a:t>
            </a:r>
            <a:r>
              <a:rPr sz="4000" dirty="0">
                <a:latin typeface="Arial MT"/>
                <a:cs typeface="Arial MT"/>
              </a:rPr>
              <a:t>of</a:t>
            </a:r>
            <a:r>
              <a:rPr sz="4000" spc="-145" dirty="0">
                <a:latin typeface="Arial MT"/>
                <a:cs typeface="Arial MT"/>
              </a:rPr>
              <a:t> </a:t>
            </a:r>
            <a:r>
              <a:rPr sz="4000" spc="-10" dirty="0">
                <a:latin typeface="Arial MT"/>
                <a:cs typeface="Arial MT"/>
              </a:rPr>
              <a:t>wireless communications</a:t>
            </a:r>
            <a:endParaRPr sz="4000" dirty="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2A367-7CFE-B450-CE7D-624DD7BF4C4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AFF49-0B88-DD39-C4C1-48570CBE05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33</a:t>
            </a:fld>
            <a:endParaRPr lang="en-GB"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45" dirty="0"/>
              <a:t> </a:t>
            </a:r>
            <a:r>
              <a:rPr dirty="0"/>
              <a:t>major</a:t>
            </a:r>
            <a:r>
              <a:rPr spc="-20" dirty="0"/>
              <a:t> </a:t>
            </a:r>
            <a:r>
              <a:rPr spc="-1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44549"/>
            <a:ext cx="3299460" cy="3903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Broadcast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effect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Multipath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propagation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Spectrum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limitations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Limited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energy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mobility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E7335-1CC0-93C4-9EF6-C2C43FEF05B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6C3D9-59DD-4089-F4D4-CDE11A07C9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34</a:t>
            </a:fld>
            <a:endParaRPr lang="en-GB"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Broadcast</a:t>
            </a:r>
            <a:r>
              <a:rPr spc="-85" dirty="0"/>
              <a:t> </a:t>
            </a:r>
            <a:r>
              <a:rPr spc="-10" dirty="0"/>
              <a:t>effect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44549"/>
            <a:ext cx="8387715" cy="3538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Signal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TX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antenna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transmitted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all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directions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Advantage: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reach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extra energy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Exploited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broadcast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TV/radio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2000">
              <a:latin typeface="Arial MT"/>
              <a:cs typeface="Arial MT"/>
            </a:endParaRPr>
          </a:p>
          <a:p>
            <a:pPr marL="355600" marR="5334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Drawback: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interference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receivers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20" dirty="0">
                <a:latin typeface="Arial MT"/>
                <a:cs typeface="Arial MT"/>
              </a:rPr>
              <a:t>area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39B45-CDC6-7E43-6EE8-72B84B9CE84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CE2AB-D22B-97C8-AE04-16D82C7B25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35</a:t>
            </a:fld>
            <a:endParaRPr lang="en-GB"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Multipath</a:t>
            </a:r>
            <a:r>
              <a:rPr spc="-55" dirty="0"/>
              <a:t> </a:t>
            </a:r>
            <a:r>
              <a:rPr spc="-10" dirty="0"/>
              <a:t>propagation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284" y="1916121"/>
            <a:ext cx="7669431" cy="377756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D9449-361F-A3A5-4DE1-F2802BA45C5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06AE-BA0C-9D73-E12C-E35FC0581F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36</a:t>
            </a:fld>
            <a:endParaRPr lang="en-GB"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Small-</a:t>
            </a:r>
            <a:r>
              <a:rPr dirty="0"/>
              <a:t>scale</a:t>
            </a:r>
            <a:r>
              <a:rPr spc="-15" dirty="0"/>
              <a:t> </a:t>
            </a:r>
            <a:r>
              <a:rPr spc="-10" dirty="0"/>
              <a:t>fading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24437" y="4719637"/>
            <a:ext cx="3109595" cy="1585595"/>
            <a:chOff x="5024437" y="4719637"/>
            <a:chExt cx="3109595" cy="158559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4435" y="4739608"/>
              <a:ext cx="3089156" cy="15652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29200" y="4724400"/>
              <a:ext cx="2971800" cy="1447800"/>
            </a:xfrm>
            <a:custGeom>
              <a:avLst/>
              <a:gdLst/>
              <a:ahLst/>
              <a:cxnLst/>
              <a:rect l="l" t="t" r="r" b="b"/>
              <a:pathLst>
                <a:path w="2971800" h="1447800">
                  <a:moveTo>
                    <a:pt x="2971800" y="0"/>
                  </a:moveTo>
                  <a:lnTo>
                    <a:pt x="0" y="0"/>
                  </a:lnTo>
                  <a:lnTo>
                    <a:pt x="0" y="1447800"/>
                  </a:lnTo>
                  <a:lnTo>
                    <a:pt x="2971800" y="14478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29200" y="4724400"/>
              <a:ext cx="2971800" cy="1447800"/>
            </a:xfrm>
            <a:custGeom>
              <a:avLst/>
              <a:gdLst/>
              <a:ahLst/>
              <a:cxnLst/>
              <a:rect l="l" t="t" r="r" b="b"/>
              <a:pathLst>
                <a:path w="2971800" h="1447800">
                  <a:moveTo>
                    <a:pt x="0" y="1447800"/>
                  </a:moveTo>
                  <a:lnTo>
                    <a:pt x="2971800" y="1447800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1447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38237" y="4719637"/>
            <a:ext cx="3109595" cy="1585595"/>
            <a:chOff x="1138237" y="4719637"/>
            <a:chExt cx="3109595" cy="15855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8235" y="4739608"/>
              <a:ext cx="3089156" cy="15652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43000" y="4724400"/>
              <a:ext cx="2971800" cy="1447800"/>
            </a:xfrm>
            <a:custGeom>
              <a:avLst/>
              <a:gdLst/>
              <a:ahLst/>
              <a:cxnLst/>
              <a:rect l="l" t="t" r="r" b="b"/>
              <a:pathLst>
                <a:path w="2971800" h="1447800">
                  <a:moveTo>
                    <a:pt x="2971800" y="0"/>
                  </a:moveTo>
                  <a:lnTo>
                    <a:pt x="0" y="0"/>
                  </a:lnTo>
                  <a:lnTo>
                    <a:pt x="0" y="1447800"/>
                  </a:lnTo>
                  <a:lnTo>
                    <a:pt x="2971800" y="14478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43000" y="4724400"/>
              <a:ext cx="2971800" cy="1447800"/>
            </a:xfrm>
            <a:custGeom>
              <a:avLst/>
              <a:gdLst/>
              <a:ahLst/>
              <a:cxnLst/>
              <a:rect l="l" t="t" r="r" b="b"/>
              <a:pathLst>
                <a:path w="2971800" h="1447800">
                  <a:moveTo>
                    <a:pt x="0" y="1447800"/>
                  </a:moveTo>
                  <a:lnTo>
                    <a:pt x="2971800" y="1447800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1447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517650" y="1514840"/>
            <a:ext cx="7233284" cy="1703705"/>
            <a:chOff x="1517650" y="1514840"/>
            <a:chExt cx="7233284" cy="170370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3766" y="1514840"/>
              <a:ext cx="921337" cy="153088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524000" y="2133599"/>
              <a:ext cx="5486400" cy="1066800"/>
            </a:xfrm>
            <a:custGeom>
              <a:avLst/>
              <a:gdLst/>
              <a:ahLst/>
              <a:cxnLst/>
              <a:rect l="l" t="t" r="r" b="b"/>
              <a:pathLst>
                <a:path w="5486400" h="1066800">
                  <a:moveTo>
                    <a:pt x="0" y="1066800"/>
                  </a:moveTo>
                  <a:lnTo>
                    <a:pt x="5486400" y="1066800"/>
                  </a:lnTo>
                </a:path>
                <a:path w="5486400" h="1066800">
                  <a:moveTo>
                    <a:pt x="0" y="914400"/>
                  </a:moveTo>
                  <a:lnTo>
                    <a:pt x="2590800" y="0"/>
                  </a:lnTo>
                </a:path>
                <a:path w="5486400" h="1066800">
                  <a:moveTo>
                    <a:pt x="2590800" y="0"/>
                  </a:moveTo>
                  <a:lnTo>
                    <a:pt x="5486400" y="99060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50161" y="2700400"/>
              <a:ext cx="645160" cy="479425"/>
            </a:xfrm>
            <a:custGeom>
              <a:avLst/>
              <a:gdLst/>
              <a:ahLst/>
              <a:cxnLst/>
              <a:rect l="l" t="t" r="r" b="b"/>
              <a:pathLst>
                <a:path w="645160" h="479425">
                  <a:moveTo>
                    <a:pt x="278130" y="113284"/>
                  </a:moveTo>
                  <a:lnTo>
                    <a:pt x="281305" y="95885"/>
                  </a:lnTo>
                  <a:lnTo>
                    <a:pt x="283718" y="79248"/>
                  </a:lnTo>
                  <a:lnTo>
                    <a:pt x="286765" y="63753"/>
                  </a:lnTo>
                  <a:lnTo>
                    <a:pt x="302132" y="27812"/>
                  </a:lnTo>
                  <a:lnTo>
                    <a:pt x="326136" y="13208"/>
                  </a:lnTo>
                  <a:lnTo>
                    <a:pt x="336423" y="13715"/>
                  </a:lnTo>
                  <a:lnTo>
                    <a:pt x="374014" y="28956"/>
                  </a:lnTo>
                  <a:lnTo>
                    <a:pt x="416560" y="55499"/>
                  </a:lnTo>
                  <a:lnTo>
                    <a:pt x="431419" y="64897"/>
                  </a:lnTo>
                  <a:lnTo>
                    <a:pt x="472058" y="87122"/>
                  </a:lnTo>
                  <a:lnTo>
                    <a:pt x="495045" y="92328"/>
                  </a:lnTo>
                  <a:lnTo>
                    <a:pt x="504570" y="91439"/>
                  </a:lnTo>
                  <a:lnTo>
                    <a:pt x="531876" y="61340"/>
                  </a:lnTo>
                  <a:lnTo>
                    <a:pt x="543306" y="16637"/>
                  </a:lnTo>
                  <a:lnTo>
                    <a:pt x="545845" y="0"/>
                  </a:lnTo>
                </a:path>
                <a:path w="645160" h="479425">
                  <a:moveTo>
                    <a:pt x="0" y="237871"/>
                  </a:moveTo>
                  <a:lnTo>
                    <a:pt x="3047" y="220472"/>
                  </a:lnTo>
                  <a:lnTo>
                    <a:pt x="5587" y="203835"/>
                  </a:lnTo>
                  <a:lnTo>
                    <a:pt x="8635" y="188340"/>
                  </a:lnTo>
                  <a:lnTo>
                    <a:pt x="23875" y="152400"/>
                  </a:lnTo>
                  <a:lnTo>
                    <a:pt x="48006" y="137795"/>
                  </a:lnTo>
                  <a:lnTo>
                    <a:pt x="58293" y="138302"/>
                  </a:lnTo>
                  <a:lnTo>
                    <a:pt x="69722" y="141732"/>
                  </a:lnTo>
                  <a:lnTo>
                    <a:pt x="82550" y="146303"/>
                  </a:lnTo>
                  <a:lnTo>
                    <a:pt x="95757" y="153543"/>
                  </a:lnTo>
                  <a:lnTo>
                    <a:pt x="109981" y="161289"/>
                  </a:lnTo>
                  <a:lnTo>
                    <a:pt x="124079" y="170561"/>
                  </a:lnTo>
                  <a:lnTo>
                    <a:pt x="138302" y="180086"/>
                  </a:lnTo>
                  <a:lnTo>
                    <a:pt x="153288" y="189484"/>
                  </a:lnTo>
                  <a:lnTo>
                    <a:pt x="193929" y="211709"/>
                  </a:lnTo>
                  <a:lnTo>
                    <a:pt x="216915" y="216915"/>
                  </a:lnTo>
                  <a:lnTo>
                    <a:pt x="226440" y="216026"/>
                  </a:lnTo>
                  <a:lnTo>
                    <a:pt x="253619" y="185927"/>
                  </a:lnTo>
                  <a:lnTo>
                    <a:pt x="265049" y="141224"/>
                  </a:lnTo>
                  <a:lnTo>
                    <a:pt x="267588" y="124587"/>
                  </a:lnTo>
                </a:path>
                <a:path w="645160" h="479425">
                  <a:moveTo>
                    <a:pt x="354838" y="420497"/>
                  </a:moveTo>
                  <a:lnTo>
                    <a:pt x="363855" y="405384"/>
                  </a:lnTo>
                  <a:lnTo>
                    <a:pt x="371982" y="390651"/>
                  </a:lnTo>
                  <a:lnTo>
                    <a:pt x="380111" y="377189"/>
                  </a:lnTo>
                  <a:lnTo>
                    <a:pt x="407035" y="348741"/>
                  </a:lnTo>
                  <a:lnTo>
                    <a:pt x="424814" y="342391"/>
                  </a:lnTo>
                  <a:lnTo>
                    <a:pt x="434720" y="343535"/>
                  </a:lnTo>
                  <a:lnTo>
                    <a:pt x="444119" y="347599"/>
                  </a:lnTo>
                  <a:lnTo>
                    <a:pt x="453644" y="354838"/>
                  </a:lnTo>
                  <a:lnTo>
                    <a:pt x="464057" y="363474"/>
                  </a:lnTo>
                  <a:lnTo>
                    <a:pt x="474090" y="375031"/>
                  </a:lnTo>
                  <a:lnTo>
                    <a:pt x="484631" y="387096"/>
                  </a:lnTo>
                  <a:lnTo>
                    <a:pt x="494664" y="400685"/>
                  </a:lnTo>
                  <a:lnTo>
                    <a:pt x="504570" y="414782"/>
                  </a:lnTo>
                  <a:lnTo>
                    <a:pt x="515365" y="428625"/>
                  </a:lnTo>
                  <a:lnTo>
                    <a:pt x="545719" y="463676"/>
                  </a:lnTo>
                  <a:lnTo>
                    <a:pt x="574675" y="479044"/>
                  </a:lnTo>
                  <a:lnTo>
                    <a:pt x="583692" y="478536"/>
                  </a:lnTo>
                  <a:lnTo>
                    <a:pt x="619887" y="449452"/>
                  </a:lnTo>
                  <a:lnTo>
                    <a:pt x="637032" y="422528"/>
                  </a:lnTo>
                  <a:lnTo>
                    <a:pt x="645160" y="40779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00835" y="3062605"/>
              <a:ext cx="290830" cy="137160"/>
            </a:xfrm>
            <a:custGeom>
              <a:avLst/>
              <a:gdLst/>
              <a:ahLst/>
              <a:cxnLst/>
              <a:rect l="l" t="t" r="r" b="b"/>
              <a:pathLst>
                <a:path w="290830" h="137160">
                  <a:moveTo>
                    <a:pt x="0" y="78105"/>
                  </a:moveTo>
                  <a:lnTo>
                    <a:pt x="9017" y="62865"/>
                  </a:lnTo>
                  <a:lnTo>
                    <a:pt x="17145" y="48133"/>
                  </a:lnTo>
                  <a:lnTo>
                    <a:pt x="25272" y="34671"/>
                  </a:lnTo>
                  <a:lnTo>
                    <a:pt x="52196" y="6350"/>
                  </a:lnTo>
                  <a:lnTo>
                    <a:pt x="69977" y="0"/>
                  </a:lnTo>
                  <a:lnTo>
                    <a:pt x="79883" y="1016"/>
                  </a:lnTo>
                  <a:lnTo>
                    <a:pt x="119253" y="32512"/>
                  </a:lnTo>
                  <a:lnTo>
                    <a:pt x="149859" y="72262"/>
                  </a:lnTo>
                  <a:lnTo>
                    <a:pt x="160528" y="86233"/>
                  </a:lnTo>
                  <a:lnTo>
                    <a:pt x="190881" y="121285"/>
                  </a:lnTo>
                  <a:lnTo>
                    <a:pt x="219837" y="136652"/>
                  </a:lnTo>
                  <a:lnTo>
                    <a:pt x="228853" y="136017"/>
                  </a:lnTo>
                  <a:lnTo>
                    <a:pt x="265048" y="107061"/>
                  </a:lnTo>
                  <a:lnTo>
                    <a:pt x="282194" y="80010"/>
                  </a:lnTo>
                  <a:lnTo>
                    <a:pt x="290322" y="65278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25234" y="3042792"/>
              <a:ext cx="594995" cy="156845"/>
            </a:xfrm>
            <a:custGeom>
              <a:avLst/>
              <a:gdLst/>
              <a:ahLst/>
              <a:cxnLst/>
              <a:rect l="l" t="t" r="r" b="b"/>
              <a:pathLst>
                <a:path w="594995" h="156844">
                  <a:moveTo>
                    <a:pt x="304164" y="78105"/>
                  </a:moveTo>
                  <a:lnTo>
                    <a:pt x="313182" y="62992"/>
                  </a:lnTo>
                  <a:lnTo>
                    <a:pt x="321310" y="48260"/>
                  </a:lnTo>
                  <a:lnTo>
                    <a:pt x="329438" y="34798"/>
                  </a:lnTo>
                  <a:lnTo>
                    <a:pt x="356362" y="6350"/>
                  </a:lnTo>
                  <a:lnTo>
                    <a:pt x="374141" y="0"/>
                  </a:lnTo>
                  <a:lnTo>
                    <a:pt x="384047" y="1143"/>
                  </a:lnTo>
                  <a:lnTo>
                    <a:pt x="393445" y="5207"/>
                  </a:lnTo>
                  <a:lnTo>
                    <a:pt x="402970" y="12446"/>
                  </a:lnTo>
                  <a:lnTo>
                    <a:pt x="413385" y="21082"/>
                  </a:lnTo>
                  <a:lnTo>
                    <a:pt x="423417" y="32639"/>
                  </a:lnTo>
                  <a:lnTo>
                    <a:pt x="433959" y="44704"/>
                  </a:lnTo>
                  <a:lnTo>
                    <a:pt x="443991" y="58293"/>
                  </a:lnTo>
                  <a:lnTo>
                    <a:pt x="453897" y="72390"/>
                  </a:lnTo>
                  <a:lnTo>
                    <a:pt x="464692" y="86233"/>
                  </a:lnTo>
                  <a:lnTo>
                    <a:pt x="495045" y="121285"/>
                  </a:lnTo>
                  <a:lnTo>
                    <a:pt x="524001" y="136652"/>
                  </a:lnTo>
                  <a:lnTo>
                    <a:pt x="533018" y="136144"/>
                  </a:lnTo>
                  <a:lnTo>
                    <a:pt x="569213" y="107061"/>
                  </a:lnTo>
                  <a:lnTo>
                    <a:pt x="586359" y="80137"/>
                  </a:lnTo>
                  <a:lnTo>
                    <a:pt x="594487" y="65405"/>
                  </a:lnTo>
                </a:path>
                <a:path w="594995" h="156844">
                  <a:moveTo>
                    <a:pt x="0" y="97917"/>
                  </a:moveTo>
                  <a:lnTo>
                    <a:pt x="9016" y="82677"/>
                  </a:lnTo>
                  <a:lnTo>
                    <a:pt x="17144" y="67945"/>
                  </a:lnTo>
                  <a:lnTo>
                    <a:pt x="25273" y="54483"/>
                  </a:lnTo>
                  <a:lnTo>
                    <a:pt x="52197" y="26162"/>
                  </a:lnTo>
                  <a:lnTo>
                    <a:pt x="69976" y="19812"/>
                  </a:lnTo>
                  <a:lnTo>
                    <a:pt x="79882" y="20828"/>
                  </a:lnTo>
                  <a:lnTo>
                    <a:pt x="119252" y="52324"/>
                  </a:lnTo>
                  <a:lnTo>
                    <a:pt x="149860" y="92075"/>
                  </a:lnTo>
                  <a:lnTo>
                    <a:pt x="160527" y="106045"/>
                  </a:lnTo>
                  <a:lnTo>
                    <a:pt x="190881" y="141097"/>
                  </a:lnTo>
                  <a:lnTo>
                    <a:pt x="219837" y="156464"/>
                  </a:lnTo>
                  <a:lnTo>
                    <a:pt x="228854" y="155829"/>
                  </a:lnTo>
                  <a:lnTo>
                    <a:pt x="265048" y="126873"/>
                  </a:lnTo>
                  <a:lnTo>
                    <a:pt x="282193" y="99822"/>
                  </a:lnTo>
                  <a:lnTo>
                    <a:pt x="290321" y="8509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05905" y="2686811"/>
              <a:ext cx="574040" cy="259715"/>
            </a:xfrm>
            <a:custGeom>
              <a:avLst/>
              <a:gdLst/>
              <a:ahLst/>
              <a:cxnLst/>
              <a:rect l="l" t="t" r="r" b="b"/>
              <a:pathLst>
                <a:path w="574040" h="259714">
                  <a:moveTo>
                    <a:pt x="294513" y="131572"/>
                  </a:moveTo>
                  <a:lnTo>
                    <a:pt x="307848" y="120014"/>
                  </a:lnTo>
                  <a:lnTo>
                    <a:pt x="320294" y="108712"/>
                  </a:lnTo>
                  <a:lnTo>
                    <a:pt x="332359" y="98551"/>
                  </a:lnTo>
                  <a:lnTo>
                    <a:pt x="344805" y="90297"/>
                  </a:lnTo>
                  <a:lnTo>
                    <a:pt x="355854" y="83947"/>
                  </a:lnTo>
                  <a:lnTo>
                    <a:pt x="367030" y="80263"/>
                  </a:lnTo>
                  <a:lnTo>
                    <a:pt x="376809" y="78486"/>
                  </a:lnTo>
                  <a:lnTo>
                    <a:pt x="385826" y="80010"/>
                  </a:lnTo>
                  <a:lnTo>
                    <a:pt x="416305" y="112522"/>
                  </a:lnTo>
                  <a:lnTo>
                    <a:pt x="422021" y="126491"/>
                  </a:lnTo>
                  <a:lnTo>
                    <a:pt x="428244" y="141477"/>
                  </a:lnTo>
                  <a:lnTo>
                    <a:pt x="433324" y="157479"/>
                  </a:lnTo>
                  <a:lnTo>
                    <a:pt x="438403" y="173989"/>
                  </a:lnTo>
                  <a:lnTo>
                    <a:pt x="444119" y="190626"/>
                  </a:lnTo>
                  <a:lnTo>
                    <a:pt x="461645" y="233425"/>
                  </a:lnTo>
                  <a:lnTo>
                    <a:pt x="493014" y="259587"/>
                  </a:lnTo>
                  <a:lnTo>
                    <a:pt x="503174" y="259714"/>
                  </a:lnTo>
                  <a:lnTo>
                    <a:pt x="513461" y="256666"/>
                  </a:lnTo>
                  <a:lnTo>
                    <a:pt x="524255" y="251078"/>
                  </a:lnTo>
                  <a:lnTo>
                    <a:pt x="536448" y="243712"/>
                  </a:lnTo>
                  <a:lnTo>
                    <a:pt x="548259" y="234314"/>
                  </a:lnTo>
                  <a:lnTo>
                    <a:pt x="561340" y="223520"/>
                  </a:lnTo>
                  <a:lnTo>
                    <a:pt x="573659" y="212216"/>
                  </a:lnTo>
                </a:path>
                <a:path w="574040" h="259714">
                  <a:moveTo>
                    <a:pt x="0" y="53212"/>
                  </a:moveTo>
                  <a:lnTo>
                    <a:pt x="13335" y="41655"/>
                  </a:lnTo>
                  <a:lnTo>
                    <a:pt x="25781" y="30352"/>
                  </a:lnTo>
                  <a:lnTo>
                    <a:pt x="37846" y="20192"/>
                  </a:lnTo>
                  <a:lnTo>
                    <a:pt x="50165" y="11937"/>
                  </a:lnTo>
                  <a:lnTo>
                    <a:pt x="61341" y="5461"/>
                  </a:lnTo>
                  <a:lnTo>
                    <a:pt x="72390" y="1777"/>
                  </a:lnTo>
                  <a:lnTo>
                    <a:pt x="82296" y="0"/>
                  </a:lnTo>
                  <a:lnTo>
                    <a:pt x="91313" y="1524"/>
                  </a:lnTo>
                  <a:lnTo>
                    <a:pt x="121793" y="34036"/>
                  </a:lnTo>
                  <a:lnTo>
                    <a:pt x="127508" y="48005"/>
                  </a:lnTo>
                  <a:lnTo>
                    <a:pt x="133731" y="62991"/>
                  </a:lnTo>
                  <a:lnTo>
                    <a:pt x="138811" y="78993"/>
                  </a:lnTo>
                  <a:lnTo>
                    <a:pt x="143764" y="95503"/>
                  </a:lnTo>
                  <a:lnTo>
                    <a:pt x="149606" y="112140"/>
                  </a:lnTo>
                  <a:lnTo>
                    <a:pt x="167005" y="155066"/>
                  </a:lnTo>
                  <a:lnTo>
                    <a:pt x="198374" y="181228"/>
                  </a:lnTo>
                  <a:lnTo>
                    <a:pt x="208661" y="181228"/>
                  </a:lnTo>
                  <a:lnTo>
                    <a:pt x="253746" y="155955"/>
                  </a:lnTo>
                  <a:lnTo>
                    <a:pt x="266827" y="145161"/>
                  </a:lnTo>
                  <a:lnTo>
                    <a:pt x="279146" y="133858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69608" y="1574291"/>
              <a:ext cx="1981200" cy="591820"/>
            </a:xfrm>
            <a:custGeom>
              <a:avLst/>
              <a:gdLst/>
              <a:ahLst/>
              <a:cxnLst/>
              <a:rect l="l" t="t" r="r" b="b"/>
              <a:pathLst>
                <a:path w="1981200" h="591819">
                  <a:moveTo>
                    <a:pt x="1981200" y="0"/>
                  </a:moveTo>
                  <a:lnTo>
                    <a:pt x="0" y="0"/>
                  </a:lnTo>
                  <a:lnTo>
                    <a:pt x="0" y="591312"/>
                  </a:lnTo>
                  <a:lnTo>
                    <a:pt x="1981200" y="591312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17107" y="1688718"/>
              <a:ext cx="376555" cy="1000125"/>
            </a:xfrm>
            <a:custGeom>
              <a:avLst/>
              <a:gdLst/>
              <a:ahLst/>
              <a:cxnLst/>
              <a:rect l="l" t="t" r="r" b="b"/>
              <a:pathLst>
                <a:path w="376554" h="1000125">
                  <a:moveTo>
                    <a:pt x="376300" y="0"/>
                  </a:moveTo>
                  <a:lnTo>
                    <a:pt x="0" y="99987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6096000" y="3288410"/>
            <a:ext cx="411480" cy="788670"/>
          </a:xfrm>
          <a:custGeom>
            <a:avLst/>
            <a:gdLst/>
            <a:ahLst/>
            <a:cxnLst/>
            <a:rect l="l" t="t" r="r" b="b"/>
            <a:pathLst>
              <a:path w="411479" h="788670">
                <a:moveTo>
                  <a:pt x="0" y="788415"/>
                </a:moveTo>
                <a:lnTo>
                  <a:pt x="4112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43400" y="3962400"/>
            <a:ext cx="1676400" cy="5918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latin typeface="Arial MT"/>
                <a:cs typeface="Arial MT"/>
              </a:rPr>
              <a:t>Signal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direct</a:t>
            </a:r>
            <a:endParaRPr sz="16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 MT"/>
                <a:cs typeface="Arial MT"/>
              </a:rPr>
              <a:t>path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arrives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first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69607" y="1574291"/>
            <a:ext cx="1981200" cy="5918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latin typeface="Arial MT"/>
                <a:cs typeface="Arial MT"/>
              </a:rPr>
              <a:t>Signal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 </a:t>
            </a:r>
            <a:r>
              <a:rPr sz="1600" spc="-10" dirty="0">
                <a:latin typeface="Arial MT"/>
                <a:cs typeface="Arial MT"/>
              </a:rPr>
              <a:t>reflected</a:t>
            </a:r>
            <a:endParaRPr sz="16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path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arrives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later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9926" y="4754117"/>
            <a:ext cx="278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Constructive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(self-)interference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12334" y="4754117"/>
            <a:ext cx="2675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Destructive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(self-)interference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353692" y="5077205"/>
            <a:ext cx="1103630" cy="970915"/>
            <a:chOff x="1353692" y="5077205"/>
            <a:chExt cx="1103630" cy="970915"/>
          </a:xfrm>
        </p:grpSpPr>
        <p:sp>
          <p:nvSpPr>
            <p:cNvPr id="26" name="object 26"/>
            <p:cNvSpPr/>
            <p:nvPr/>
          </p:nvSpPr>
          <p:spPr>
            <a:xfrm>
              <a:off x="1372742" y="5096255"/>
              <a:ext cx="1065530" cy="323215"/>
            </a:xfrm>
            <a:custGeom>
              <a:avLst/>
              <a:gdLst/>
              <a:ahLst/>
              <a:cxnLst/>
              <a:rect l="l" t="t" r="r" b="b"/>
              <a:pathLst>
                <a:path w="1065530" h="323214">
                  <a:moveTo>
                    <a:pt x="545083" y="161544"/>
                  </a:moveTo>
                  <a:lnTo>
                    <a:pt x="560832" y="129921"/>
                  </a:lnTo>
                  <a:lnTo>
                    <a:pt x="575182" y="99441"/>
                  </a:lnTo>
                  <a:lnTo>
                    <a:pt x="589661" y="71501"/>
                  </a:lnTo>
                  <a:lnTo>
                    <a:pt x="620649" y="27305"/>
                  </a:lnTo>
                  <a:lnTo>
                    <a:pt x="653033" y="2794"/>
                  </a:lnTo>
                  <a:lnTo>
                    <a:pt x="669163" y="0"/>
                  </a:lnTo>
                  <a:lnTo>
                    <a:pt x="686943" y="2286"/>
                  </a:lnTo>
                  <a:lnTo>
                    <a:pt x="703833" y="11176"/>
                  </a:lnTo>
                  <a:lnTo>
                    <a:pt x="721106" y="26289"/>
                  </a:lnTo>
                  <a:lnTo>
                    <a:pt x="739901" y="44704"/>
                  </a:lnTo>
                  <a:lnTo>
                    <a:pt x="757936" y="68707"/>
                  </a:lnTo>
                  <a:lnTo>
                    <a:pt x="777239" y="94361"/>
                  </a:lnTo>
                  <a:lnTo>
                    <a:pt x="795401" y="122809"/>
                  </a:lnTo>
                  <a:lnTo>
                    <a:pt x="813562" y="152273"/>
                  </a:lnTo>
                  <a:lnTo>
                    <a:pt x="833119" y="181483"/>
                  </a:lnTo>
                  <a:lnTo>
                    <a:pt x="869061" y="233934"/>
                  </a:lnTo>
                  <a:lnTo>
                    <a:pt x="905382" y="271145"/>
                  </a:lnTo>
                  <a:lnTo>
                    <a:pt x="940434" y="287782"/>
                  </a:lnTo>
                  <a:lnTo>
                    <a:pt x="956690" y="286766"/>
                  </a:lnTo>
                  <a:lnTo>
                    <a:pt x="1004696" y="249555"/>
                  </a:lnTo>
                  <a:lnTo>
                    <a:pt x="1035431" y="200660"/>
                  </a:lnTo>
                  <a:lnTo>
                    <a:pt x="1051052" y="170942"/>
                  </a:lnTo>
                  <a:lnTo>
                    <a:pt x="1065402" y="140462"/>
                  </a:lnTo>
                </a:path>
                <a:path w="1065530" h="323214">
                  <a:moveTo>
                    <a:pt x="0" y="196850"/>
                  </a:moveTo>
                  <a:lnTo>
                    <a:pt x="15747" y="165354"/>
                  </a:lnTo>
                  <a:lnTo>
                    <a:pt x="30098" y="134874"/>
                  </a:lnTo>
                  <a:lnTo>
                    <a:pt x="44576" y="106934"/>
                  </a:lnTo>
                  <a:lnTo>
                    <a:pt x="75691" y="62738"/>
                  </a:lnTo>
                  <a:lnTo>
                    <a:pt x="107950" y="38100"/>
                  </a:lnTo>
                  <a:lnTo>
                    <a:pt x="124078" y="35306"/>
                  </a:lnTo>
                  <a:lnTo>
                    <a:pt x="141859" y="37719"/>
                  </a:lnTo>
                  <a:lnTo>
                    <a:pt x="158750" y="46482"/>
                  </a:lnTo>
                  <a:lnTo>
                    <a:pt x="176022" y="61595"/>
                  </a:lnTo>
                  <a:lnTo>
                    <a:pt x="194818" y="80010"/>
                  </a:lnTo>
                  <a:lnTo>
                    <a:pt x="212851" y="104140"/>
                  </a:lnTo>
                  <a:lnTo>
                    <a:pt x="232156" y="129794"/>
                  </a:lnTo>
                  <a:lnTo>
                    <a:pt x="250316" y="158242"/>
                  </a:lnTo>
                  <a:lnTo>
                    <a:pt x="268477" y="187579"/>
                  </a:lnTo>
                  <a:lnTo>
                    <a:pt x="288036" y="216916"/>
                  </a:lnTo>
                  <a:lnTo>
                    <a:pt x="323976" y="269367"/>
                  </a:lnTo>
                  <a:lnTo>
                    <a:pt x="360425" y="306578"/>
                  </a:lnTo>
                  <a:lnTo>
                    <a:pt x="395350" y="323088"/>
                  </a:lnTo>
                  <a:lnTo>
                    <a:pt x="411606" y="322072"/>
                  </a:lnTo>
                  <a:lnTo>
                    <a:pt x="459613" y="284861"/>
                  </a:lnTo>
                  <a:lnTo>
                    <a:pt x="490346" y="236093"/>
                  </a:lnTo>
                  <a:lnTo>
                    <a:pt x="506094" y="206248"/>
                  </a:lnTo>
                  <a:lnTo>
                    <a:pt x="520319" y="175768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72742" y="5705792"/>
              <a:ext cx="1065530" cy="323215"/>
            </a:xfrm>
            <a:custGeom>
              <a:avLst/>
              <a:gdLst/>
              <a:ahLst/>
              <a:cxnLst/>
              <a:rect l="l" t="t" r="r" b="b"/>
              <a:pathLst>
                <a:path w="1065530" h="323214">
                  <a:moveTo>
                    <a:pt x="545083" y="161594"/>
                  </a:moveTo>
                  <a:lnTo>
                    <a:pt x="560832" y="130022"/>
                  </a:lnTo>
                  <a:lnTo>
                    <a:pt x="575182" y="99542"/>
                  </a:lnTo>
                  <a:lnTo>
                    <a:pt x="589661" y="71602"/>
                  </a:lnTo>
                  <a:lnTo>
                    <a:pt x="620649" y="27368"/>
                  </a:lnTo>
                  <a:lnTo>
                    <a:pt x="653033" y="2819"/>
                  </a:lnTo>
                  <a:lnTo>
                    <a:pt x="669163" y="0"/>
                  </a:lnTo>
                  <a:lnTo>
                    <a:pt x="686943" y="2400"/>
                  </a:lnTo>
                  <a:lnTo>
                    <a:pt x="703833" y="11188"/>
                  </a:lnTo>
                  <a:lnTo>
                    <a:pt x="721106" y="26301"/>
                  </a:lnTo>
                  <a:lnTo>
                    <a:pt x="739901" y="44729"/>
                  </a:lnTo>
                  <a:lnTo>
                    <a:pt x="757936" y="68795"/>
                  </a:lnTo>
                  <a:lnTo>
                    <a:pt x="777239" y="94424"/>
                  </a:lnTo>
                  <a:lnTo>
                    <a:pt x="795401" y="122910"/>
                  </a:lnTo>
                  <a:lnTo>
                    <a:pt x="813562" y="152285"/>
                  </a:lnTo>
                  <a:lnTo>
                    <a:pt x="833119" y="181571"/>
                  </a:lnTo>
                  <a:lnTo>
                    <a:pt x="869061" y="234010"/>
                  </a:lnTo>
                  <a:lnTo>
                    <a:pt x="905382" y="271221"/>
                  </a:lnTo>
                  <a:lnTo>
                    <a:pt x="940434" y="287832"/>
                  </a:lnTo>
                  <a:lnTo>
                    <a:pt x="956690" y="286778"/>
                  </a:lnTo>
                  <a:lnTo>
                    <a:pt x="1004696" y="249567"/>
                  </a:lnTo>
                  <a:lnTo>
                    <a:pt x="1035431" y="200774"/>
                  </a:lnTo>
                  <a:lnTo>
                    <a:pt x="1051052" y="170980"/>
                  </a:lnTo>
                  <a:lnTo>
                    <a:pt x="1065402" y="140512"/>
                  </a:lnTo>
                </a:path>
                <a:path w="1065530" h="323214">
                  <a:moveTo>
                    <a:pt x="0" y="196977"/>
                  </a:moveTo>
                  <a:lnTo>
                    <a:pt x="15747" y="165392"/>
                  </a:lnTo>
                  <a:lnTo>
                    <a:pt x="30098" y="134924"/>
                  </a:lnTo>
                  <a:lnTo>
                    <a:pt x="44576" y="106972"/>
                  </a:lnTo>
                  <a:lnTo>
                    <a:pt x="75691" y="62738"/>
                  </a:lnTo>
                  <a:lnTo>
                    <a:pt x="107950" y="38201"/>
                  </a:lnTo>
                  <a:lnTo>
                    <a:pt x="124078" y="35382"/>
                  </a:lnTo>
                  <a:lnTo>
                    <a:pt x="141859" y="37769"/>
                  </a:lnTo>
                  <a:lnTo>
                    <a:pt x="158750" y="46570"/>
                  </a:lnTo>
                  <a:lnTo>
                    <a:pt x="176022" y="61671"/>
                  </a:lnTo>
                  <a:lnTo>
                    <a:pt x="194818" y="80111"/>
                  </a:lnTo>
                  <a:lnTo>
                    <a:pt x="212851" y="104165"/>
                  </a:lnTo>
                  <a:lnTo>
                    <a:pt x="232156" y="129794"/>
                  </a:lnTo>
                  <a:lnTo>
                    <a:pt x="250316" y="158292"/>
                  </a:lnTo>
                  <a:lnTo>
                    <a:pt x="268477" y="187667"/>
                  </a:lnTo>
                  <a:lnTo>
                    <a:pt x="288036" y="216954"/>
                  </a:lnTo>
                  <a:lnTo>
                    <a:pt x="323976" y="269392"/>
                  </a:lnTo>
                  <a:lnTo>
                    <a:pt x="360425" y="306590"/>
                  </a:lnTo>
                  <a:lnTo>
                    <a:pt x="395350" y="323215"/>
                  </a:lnTo>
                  <a:lnTo>
                    <a:pt x="411606" y="322160"/>
                  </a:lnTo>
                  <a:lnTo>
                    <a:pt x="444500" y="302907"/>
                  </a:lnTo>
                  <a:lnTo>
                    <a:pt x="475742" y="262331"/>
                  </a:lnTo>
                  <a:lnTo>
                    <a:pt x="506094" y="206349"/>
                  </a:lnTo>
                  <a:lnTo>
                    <a:pt x="520319" y="17588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844929" y="5440171"/>
            <a:ext cx="1314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latin typeface="Arial"/>
                <a:cs typeface="Arial"/>
              </a:rPr>
              <a:t>+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32633" y="5423712"/>
            <a:ext cx="1314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latin typeface="Arial"/>
                <a:cs typeface="Arial"/>
              </a:rPr>
              <a:t>=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365250" y="5077586"/>
            <a:ext cx="2541270" cy="942340"/>
            <a:chOff x="1365250" y="5077586"/>
            <a:chExt cx="2541270" cy="942340"/>
          </a:xfrm>
        </p:grpSpPr>
        <p:sp>
          <p:nvSpPr>
            <p:cNvPr id="31" name="object 31"/>
            <p:cNvSpPr/>
            <p:nvPr/>
          </p:nvSpPr>
          <p:spPr>
            <a:xfrm>
              <a:off x="3365754" y="5096636"/>
              <a:ext cx="521970" cy="744220"/>
            </a:xfrm>
            <a:custGeom>
              <a:avLst/>
              <a:gdLst/>
              <a:ahLst/>
              <a:cxnLst/>
              <a:rect l="l" t="t" r="r" b="b"/>
              <a:pathLst>
                <a:path w="521970" h="744220">
                  <a:moveTo>
                    <a:pt x="0" y="391032"/>
                  </a:moveTo>
                  <a:lnTo>
                    <a:pt x="12826" y="313816"/>
                  </a:lnTo>
                  <a:lnTo>
                    <a:pt x="24257" y="239140"/>
                  </a:lnTo>
                  <a:lnTo>
                    <a:pt x="36068" y="170815"/>
                  </a:lnTo>
                  <a:lnTo>
                    <a:pt x="49911" y="111632"/>
                  </a:lnTo>
                  <a:lnTo>
                    <a:pt x="62992" y="63626"/>
                  </a:lnTo>
                  <a:lnTo>
                    <a:pt x="93218" y="5461"/>
                  </a:lnTo>
                  <a:lnTo>
                    <a:pt x="109093" y="0"/>
                  </a:lnTo>
                  <a:lnTo>
                    <a:pt x="127254" y="7746"/>
                  </a:lnTo>
                  <a:lnTo>
                    <a:pt x="145034" y="31242"/>
                  </a:lnTo>
                  <a:lnTo>
                    <a:pt x="163957" y="70612"/>
                  </a:lnTo>
                  <a:lnTo>
                    <a:pt x="184658" y="118490"/>
                  </a:lnTo>
                  <a:lnTo>
                    <a:pt x="205105" y="180212"/>
                  </a:lnTo>
                  <a:lnTo>
                    <a:pt x="227075" y="245999"/>
                  </a:lnTo>
                  <a:lnTo>
                    <a:pt x="248031" y="318769"/>
                  </a:lnTo>
                  <a:lnTo>
                    <a:pt x="269240" y="393826"/>
                  </a:lnTo>
                  <a:lnTo>
                    <a:pt x="291719" y="468756"/>
                  </a:lnTo>
                  <a:lnTo>
                    <a:pt x="312547" y="539330"/>
                  </a:lnTo>
                  <a:lnTo>
                    <a:pt x="332994" y="602983"/>
                  </a:lnTo>
                  <a:lnTo>
                    <a:pt x="354203" y="657707"/>
                  </a:lnTo>
                  <a:lnTo>
                    <a:pt x="373125" y="699274"/>
                  </a:lnTo>
                  <a:lnTo>
                    <a:pt x="410083" y="744105"/>
                  </a:lnTo>
                  <a:lnTo>
                    <a:pt x="426212" y="743064"/>
                  </a:lnTo>
                  <a:lnTo>
                    <a:pt x="457454" y="698246"/>
                  </a:lnTo>
                  <a:lnTo>
                    <a:pt x="470916" y="654888"/>
                  </a:lnTo>
                  <a:lnTo>
                    <a:pt x="485013" y="600087"/>
                  </a:lnTo>
                  <a:lnTo>
                    <a:pt x="497205" y="536219"/>
                  </a:lnTo>
                  <a:lnTo>
                    <a:pt x="510032" y="463422"/>
                  </a:lnTo>
                  <a:lnTo>
                    <a:pt x="521462" y="388874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20669" y="5132069"/>
              <a:ext cx="521970" cy="744220"/>
            </a:xfrm>
            <a:custGeom>
              <a:avLst/>
              <a:gdLst/>
              <a:ahLst/>
              <a:cxnLst/>
              <a:rect l="l" t="t" r="r" b="b"/>
              <a:pathLst>
                <a:path w="521970" h="744220">
                  <a:moveTo>
                    <a:pt x="0" y="390905"/>
                  </a:moveTo>
                  <a:lnTo>
                    <a:pt x="12827" y="313689"/>
                  </a:lnTo>
                  <a:lnTo>
                    <a:pt x="24256" y="239140"/>
                  </a:lnTo>
                  <a:lnTo>
                    <a:pt x="36068" y="170814"/>
                  </a:lnTo>
                  <a:lnTo>
                    <a:pt x="49911" y="111632"/>
                  </a:lnTo>
                  <a:lnTo>
                    <a:pt x="63118" y="63499"/>
                  </a:lnTo>
                  <a:lnTo>
                    <a:pt x="93218" y="5460"/>
                  </a:lnTo>
                  <a:lnTo>
                    <a:pt x="109093" y="0"/>
                  </a:lnTo>
                  <a:lnTo>
                    <a:pt x="127254" y="7619"/>
                  </a:lnTo>
                  <a:lnTo>
                    <a:pt x="163956" y="70611"/>
                  </a:lnTo>
                  <a:lnTo>
                    <a:pt x="184657" y="118363"/>
                  </a:lnTo>
                  <a:lnTo>
                    <a:pt x="205231" y="180085"/>
                  </a:lnTo>
                  <a:lnTo>
                    <a:pt x="227075" y="245871"/>
                  </a:lnTo>
                  <a:lnTo>
                    <a:pt x="248031" y="318769"/>
                  </a:lnTo>
                  <a:lnTo>
                    <a:pt x="269240" y="393699"/>
                  </a:lnTo>
                  <a:lnTo>
                    <a:pt x="291719" y="468668"/>
                  </a:lnTo>
                  <a:lnTo>
                    <a:pt x="312674" y="539267"/>
                  </a:lnTo>
                  <a:lnTo>
                    <a:pt x="332994" y="602919"/>
                  </a:lnTo>
                  <a:lnTo>
                    <a:pt x="354203" y="657656"/>
                  </a:lnTo>
                  <a:lnTo>
                    <a:pt x="373253" y="699211"/>
                  </a:lnTo>
                  <a:lnTo>
                    <a:pt x="410082" y="744054"/>
                  </a:lnTo>
                  <a:lnTo>
                    <a:pt x="426212" y="743000"/>
                  </a:lnTo>
                  <a:lnTo>
                    <a:pt x="457454" y="698182"/>
                  </a:lnTo>
                  <a:lnTo>
                    <a:pt x="470916" y="654837"/>
                  </a:lnTo>
                  <a:lnTo>
                    <a:pt x="485013" y="600036"/>
                  </a:lnTo>
                  <a:lnTo>
                    <a:pt x="497205" y="536168"/>
                  </a:lnTo>
                  <a:lnTo>
                    <a:pt x="510031" y="463372"/>
                  </a:lnTo>
                  <a:lnTo>
                    <a:pt x="521589" y="388746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71600" y="5105399"/>
              <a:ext cx="0" cy="914400"/>
            </a:xfrm>
            <a:custGeom>
              <a:avLst/>
              <a:gdLst/>
              <a:ahLst/>
              <a:cxnLst/>
              <a:rect l="l" t="t" r="r" b="b"/>
              <a:pathLst>
                <a:path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5136769" y="5096255"/>
            <a:ext cx="1370330" cy="932815"/>
          </a:xfrm>
          <a:custGeom>
            <a:avLst/>
            <a:gdLst/>
            <a:ahLst/>
            <a:cxnLst/>
            <a:rect l="l" t="t" r="r" b="b"/>
            <a:pathLst>
              <a:path w="1370329" h="932814">
                <a:moveTo>
                  <a:pt x="545083" y="161544"/>
                </a:moveTo>
                <a:lnTo>
                  <a:pt x="560831" y="129921"/>
                </a:lnTo>
                <a:lnTo>
                  <a:pt x="575055" y="99441"/>
                </a:lnTo>
                <a:lnTo>
                  <a:pt x="589533" y="71501"/>
                </a:lnTo>
                <a:lnTo>
                  <a:pt x="620648" y="27305"/>
                </a:lnTo>
                <a:lnTo>
                  <a:pt x="652906" y="2794"/>
                </a:lnTo>
                <a:lnTo>
                  <a:pt x="669035" y="0"/>
                </a:lnTo>
                <a:lnTo>
                  <a:pt x="686815" y="2286"/>
                </a:lnTo>
                <a:lnTo>
                  <a:pt x="703706" y="11176"/>
                </a:lnTo>
                <a:lnTo>
                  <a:pt x="720978" y="26289"/>
                </a:lnTo>
                <a:lnTo>
                  <a:pt x="739775" y="44704"/>
                </a:lnTo>
                <a:lnTo>
                  <a:pt x="757808" y="68707"/>
                </a:lnTo>
                <a:lnTo>
                  <a:pt x="777113" y="94361"/>
                </a:lnTo>
                <a:lnTo>
                  <a:pt x="795273" y="122809"/>
                </a:lnTo>
                <a:lnTo>
                  <a:pt x="813561" y="152273"/>
                </a:lnTo>
                <a:lnTo>
                  <a:pt x="832992" y="181483"/>
                </a:lnTo>
                <a:lnTo>
                  <a:pt x="869060" y="233934"/>
                </a:lnTo>
                <a:lnTo>
                  <a:pt x="905382" y="271145"/>
                </a:lnTo>
                <a:lnTo>
                  <a:pt x="940307" y="287782"/>
                </a:lnTo>
                <a:lnTo>
                  <a:pt x="956563" y="286766"/>
                </a:lnTo>
                <a:lnTo>
                  <a:pt x="989456" y="267462"/>
                </a:lnTo>
                <a:lnTo>
                  <a:pt x="1020698" y="226949"/>
                </a:lnTo>
                <a:lnTo>
                  <a:pt x="1051052" y="170942"/>
                </a:lnTo>
                <a:lnTo>
                  <a:pt x="1065402" y="140462"/>
                </a:lnTo>
              </a:path>
              <a:path w="1370329" h="932814">
                <a:moveTo>
                  <a:pt x="0" y="196850"/>
                </a:moveTo>
                <a:lnTo>
                  <a:pt x="15747" y="165354"/>
                </a:lnTo>
                <a:lnTo>
                  <a:pt x="30098" y="134874"/>
                </a:lnTo>
                <a:lnTo>
                  <a:pt x="44576" y="106934"/>
                </a:lnTo>
                <a:lnTo>
                  <a:pt x="75564" y="62738"/>
                </a:lnTo>
                <a:lnTo>
                  <a:pt x="107950" y="38100"/>
                </a:lnTo>
                <a:lnTo>
                  <a:pt x="124078" y="35306"/>
                </a:lnTo>
                <a:lnTo>
                  <a:pt x="141858" y="37719"/>
                </a:lnTo>
                <a:lnTo>
                  <a:pt x="158622" y="46482"/>
                </a:lnTo>
                <a:lnTo>
                  <a:pt x="175894" y="61595"/>
                </a:lnTo>
                <a:lnTo>
                  <a:pt x="194817" y="80010"/>
                </a:lnTo>
                <a:lnTo>
                  <a:pt x="212851" y="104140"/>
                </a:lnTo>
                <a:lnTo>
                  <a:pt x="232155" y="129794"/>
                </a:lnTo>
                <a:lnTo>
                  <a:pt x="250189" y="158242"/>
                </a:lnTo>
                <a:lnTo>
                  <a:pt x="268477" y="187579"/>
                </a:lnTo>
                <a:lnTo>
                  <a:pt x="288035" y="216916"/>
                </a:lnTo>
                <a:lnTo>
                  <a:pt x="323976" y="269367"/>
                </a:lnTo>
                <a:lnTo>
                  <a:pt x="360298" y="306578"/>
                </a:lnTo>
                <a:lnTo>
                  <a:pt x="395350" y="323088"/>
                </a:lnTo>
                <a:lnTo>
                  <a:pt x="411479" y="322072"/>
                </a:lnTo>
                <a:lnTo>
                  <a:pt x="459485" y="284861"/>
                </a:lnTo>
                <a:lnTo>
                  <a:pt x="490219" y="236093"/>
                </a:lnTo>
                <a:lnTo>
                  <a:pt x="505967" y="206248"/>
                </a:lnTo>
                <a:lnTo>
                  <a:pt x="520318" y="175768"/>
                </a:lnTo>
              </a:path>
              <a:path w="1370329" h="932814">
                <a:moveTo>
                  <a:pt x="849883" y="771131"/>
                </a:moveTo>
                <a:lnTo>
                  <a:pt x="865631" y="739559"/>
                </a:lnTo>
                <a:lnTo>
                  <a:pt x="879855" y="709079"/>
                </a:lnTo>
                <a:lnTo>
                  <a:pt x="894333" y="681139"/>
                </a:lnTo>
                <a:lnTo>
                  <a:pt x="925448" y="636905"/>
                </a:lnTo>
                <a:lnTo>
                  <a:pt x="957706" y="612355"/>
                </a:lnTo>
                <a:lnTo>
                  <a:pt x="973835" y="609536"/>
                </a:lnTo>
                <a:lnTo>
                  <a:pt x="991615" y="611936"/>
                </a:lnTo>
                <a:lnTo>
                  <a:pt x="1008506" y="620725"/>
                </a:lnTo>
                <a:lnTo>
                  <a:pt x="1025778" y="635838"/>
                </a:lnTo>
                <a:lnTo>
                  <a:pt x="1044575" y="654265"/>
                </a:lnTo>
                <a:lnTo>
                  <a:pt x="1062608" y="678332"/>
                </a:lnTo>
                <a:lnTo>
                  <a:pt x="1081913" y="703961"/>
                </a:lnTo>
                <a:lnTo>
                  <a:pt x="1100073" y="732447"/>
                </a:lnTo>
                <a:lnTo>
                  <a:pt x="1118361" y="761822"/>
                </a:lnTo>
                <a:lnTo>
                  <a:pt x="1137792" y="791108"/>
                </a:lnTo>
                <a:lnTo>
                  <a:pt x="1173860" y="843546"/>
                </a:lnTo>
                <a:lnTo>
                  <a:pt x="1210182" y="880757"/>
                </a:lnTo>
                <a:lnTo>
                  <a:pt x="1245107" y="897369"/>
                </a:lnTo>
                <a:lnTo>
                  <a:pt x="1261364" y="896315"/>
                </a:lnTo>
                <a:lnTo>
                  <a:pt x="1294256" y="877074"/>
                </a:lnTo>
                <a:lnTo>
                  <a:pt x="1325498" y="836498"/>
                </a:lnTo>
                <a:lnTo>
                  <a:pt x="1355852" y="780516"/>
                </a:lnTo>
                <a:lnTo>
                  <a:pt x="1370202" y="750049"/>
                </a:lnTo>
              </a:path>
              <a:path w="1370329" h="932814">
                <a:moveTo>
                  <a:pt x="304800" y="806513"/>
                </a:moveTo>
                <a:lnTo>
                  <a:pt x="320547" y="774928"/>
                </a:lnTo>
                <a:lnTo>
                  <a:pt x="334898" y="744461"/>
                </a:lnTo>
                <a:lnTo>
                  <a:pt x="349376" y="716508"/>
                </a:lnTo>
                <a:lnTo>
                  <a:pt x="380364" y="672274"/>
                </a:lnTo>
                <a:lnTo>
                  <a:pt x="412750" y="647738"/>
                </a:lnTo>
                <a:lnTo>
                  <a:pt x="428878" y="644918"/>
                </a:lnTo>
                <a:lnTo>
                  <a:pt x="446658" y="647306"/>
                </a:lnTo>
                <a:lnTo>
                  <a:pt x="463422" y="656107"/>
                </a:lnTo>
                <a:lnTo>
                  <a:pt x="480694" y="671207"/>
                </a:lnTo>
                <a:lnTo>
                  <a:pt x="499617" y="689648"/>
                </a:lnTo>
                <a:lnTo>
                  <a:pt x="517651" y="713701"/>
                </a:lnTo>
                <a:lnTo>
                  <a:pt x="536955" y="739330"/>
                </a:lnTo>
                <a:lnTo>
                  <a:pt x="554989" y="767829"/>
                </a:lnTo>
                <a:lnTo>
                  <a:pt x="573277" y="797204"/>
                </a:lnTo>
                <a:lnTo>
                  <a:pt x="592835" y="826490"/>
                </a:lnTo>
                <a:lnTo>
                  <a:pt x="628776" y="878928"/>
                </a:lnTo>
                <a:lnTo>
                  <a:pt x="665098" y="916127"/>
                </a:lnTo>
                <a:lnTo>
                  <a:pt x="700151" y="932751"/>
                </a:lnTo>
                <a:lnTo>
                  <a:pt x="716279" y="931697"/>
                </a:lnTo>
                <a:lnTo>
                  <a:pt x="749172" y="912444"/>
                </a:lnTo>
                <a:lnTo>
                  <a:pt x="780541" y="871867"/>
                </a:lnTo>
                <a:lnTo>
                  <a:pt x="810767" y="815886"/>
                </a:lnTo>
                <a:lnTo>
                  <a:pt x="825118" y="785418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914390" y="5440171"/>
            <a:ext cx="1314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latin typeface="Arial"/>
                <a:cs typeface="Arial"/>
              </a:rPr>
              <a:t>+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01968" y="5423712"/>
            <a:ext cx="1314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latin typeface="Arial"/>
                <a:cs typeface="Arial"/>
              </a:rPr>
              <a:t>=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129529" y="5105400"/>
            <a:ext cx="2827020" cy="914400"/>
            <a:chOff x="5129529" y="5105400"/>
            <a:chExt cx="2827020" cy="914400"/>
          </a:xfrm>
        </p:grpSpPr>
        <p:sp>
          <p:nvSpPr>
            <p:cNvPr id="38" name="object 38"/>
            <p:cNvSpPr/>
            <p:nvPr/>
          </p:nvSpPr>
          <p:spPr>
            <a:xfrm>
              <a:off x="5135879" y="5105400"/>
              <a:ext cx="0" cy="914400"/>
            </a:xfrm>
            <a:custGeom>
              <a:avLst/>
              <a:gdLst/>
              <a:ahLst/>
              <a:cxnLst/>
              <a:rect l="l" t="t" r="r" b="b"/>
              <a:pathLst>
                <a:path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65441" y="5563362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927342" y="4051757"/>
            <a:ext cx="307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 MT"/>
                <a:cs typeface="Arial MT"/>
              </a:rPr>
              <a:t>RX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3627" y="4051757"/>
            <a:ext cx="283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 MT"/>
                <a:cs typeface="Arial MT"/>
              </a:rPr>
              <a:t>TX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144480" y="3201161"/>
            <a:ext cx="6254115" cy="833755"/>
            <a:chOff x="1144480" y="3201161"/>
            <a:chExt cx="6254115" cy="833755"/>
          </a:xfrm>
        </p:grpSpPr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4480" y="3495999"/>
              <a:ext cx="538834" cy="53883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296162" y="3201161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14300" y="381000"/>
                  </a:moveTo>
                  <a:lnTo>
                    <a:pt x="114300" y="0"/>
                  </a:lnTo>
                </a:path>
                <a:path w="228600" h="381000">
                  <a:moveTo>
                    <a:pt x="114300" y="126491"/>
                  </a:moveTo>
                  <a:lnTo>
                    <a:pt x="0" y="42672"/>
                  </a:lnTo>
                </a:path>
                <a:path w="228600" h="381000">
                  <a:moveTo>
                    <a:pt x="114300" y="126491"/>
                  </a:moveTo>
                  <a:lnTo>
                    <a:pt x="228600" y="4267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9480" y="3495999"/>
              <a:ext cx="538834" cy="53883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011161" y="3201161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14300" y="381000"/>
                  </a:moveTo>
                  <a:lnTo>
                    <a:pt x="114300" y="0"/>
                  </a:lnTo>
                </a:path>
                <a:path w="228600" h="381000">
                  <a:moveTo>
                    <a:pt x="114300" y="126491"/>
                  </a:moveTo>
                  <a:lnTo>
                    <a:pt x="0" y="42672"/>
                  </a:lnTo>
                </a:path>
                <a:path w="228600" h="381000">
                  <a:moveTo>
                    <a:pt x="114300" y="126491"/>
                  </a:moveTo>
                  <a:lnTo>
                    <a:pt x="228600" y="4267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1FDAF82A-00AD-CBF2-40FB-33B5BF560A8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39785E0E-0A9B-2071-2DEC-0C86BD8763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37</a:t>
            </a:fld>
            <a:endParaRPr lang="en-GB"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400800"/>
            <a:chOff x="0" y="0"/>
            <a:chExt cx="9144000" cy="64008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43000"/>
              <a:ext cx="9144000" cy="52578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1761" y="2058161"/>
              <a:ext cx="4114800" cy="3581400"/>
            </a:xfrm>
            <a:custGeom>
              <a:avLst/>
              <a:gdLst/>
              <a:ahLst/>
              <a:cxnLst/>
              <a:rect l="l" t="t" r="r" b="b"/>
              <a:pathLst>
                <a:path w="4114800" h="3581400">
                  <a:moveTo>
                    <a:pt x="4114800" y="0"/>
                  </a:moveTo>
                  <a:lnTo>
                    <a:pt x="0" y="0"/>
                  </a:lnTo>
                  <a:lnTo>
                    <a:pt x="0" y="3581400"/>
                  </a:lnTo>
                  <a:lnTo>
                    <a:pt x="4114800" y="3581400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761" y="2058161"/>
              <a:ext cx="4114800" cy="3581400"/>
            </a:xfrm>
            <a:custGeom>
              <a:avLst/>
              <a:gdLst/>
              <a:ahLst/>
              <a:cxnLst/>
              <a:rect l="l" t="t" r="r" b="b"/>
              <a:pathLst>
                <a:path w="4114800" h="3581400">
                  <a:moveTo>
                    <a:pt x="0" y="3581400"/>
                  </a:moveTo>
                  <a:lnTo>
                    <a:pt x="4114800" y="35814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35814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Large-</a:t>
            </a:r>
            <a:r>
              <a:rPr dirty="0"/>
              <a:t>scale</a:t>
            </a:r>
            <a:r>
              <a:rPr spc="-40" dirty="0"/>
              <a:t> </a:t>
            </a:r>
            <a:r>
              <a:rPr spc="-10" dirty="0"/>
              <a:t>fading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706111" y="3106801"/>
            <a:ext cx="3991610" cy="2086610"/>
            <a:chOff x="4706111" y="3106801"/>
            <a:chExt cx="3991610" cy="2086610"/>
          </a:xfrm>
        </p:grpSpPr>
        <p:sp>
          <p:nvSpPr>
            <p:cNvPr id="8" name="object 8"/>
            <p:cNvSpPr/>
            <p:nvPr/>
          </p:nvSpPr>
          <p:spPr>
            <a:xfrm>
              <a:off x="4725161" y="3734562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14300" y="381000"/>
                  </a:moveTo>
                  <a:lnTo>
                    <a:pt x="114300" y="0"/>
                  </a:lnTo>
                </a:path>
                <a:path w="228600" h="381000">
                  <a:moveTo>
                    <a:pt x="114300" y="126492"/>
                  </a:moveTo>
                  <a:lnTo>
                    <a:pt x="0" y="42671"/>
                  </a:lnTo>
                </a:path>
                <a:path w="228600" h="381000">
                  <a:moveTo>
                    <a:pt x="114300" y="126492"/>
                  </a:moveTo>
                  <a:lnTo>
                    <a:pt x="228600" y="42671"/>
                  </a:lnTo>
                </a:path>
              </a:pathLst>
            </a:custGeom>
            <a:ln w="38100">
              <a:solidFill>
                <a:srgbClr val="00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399" y="3680460"/>
              <a:ext cx="3211068" cy="15011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1827" y="3491471"/>
              <a:ext cx="397014" cy="62561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71085" y="3106800"/>
              <a:ext cx="2305050" cy="2086610"/>
            </a:xfrm>
            <a:custGeom>
              <a:avLst/>
              <a:gdLst/>
              <a:ahLst/>
              <a:cxnLst/>
              <a:rect l="l" t="t" r="r" b="b"/>
              <a:pathLst>
                <a:path w="2305050" h="2086610">
                  <a:moveTo>
                    <a:pt x="852170" y="2062988"/>
                  </a:moveTo>
                  <a:lnTo>
                    <a:pt x="845693" y="2038350"/>
                  </a:lnTo>
                  <a:lnTo>
                    <a:pt x="833247" y="2041652"/>
                  </a:lnTo>
                  <a:lnTo>
                    <a:pt x="747141" y="2061718"/>
                  </a:lnTo>
                  <a:lnTo>
                    <a:pt x="752983" y="2086483"/>
                  </a:lnTo>
                  <a:lnTo>
                    <a:pt x="838962" y="2066417"/>
                  </a:lnTo>
                  <a:lnTo>
                    <a:pt x="852170" y="2062988"/>
                  </a:lnTo>
                  <a:close/>
                </a:path>
                <a:path w="2305050" h="2086610">
                  <a:moveTo>
                    <a:pt x="1024001" y="2014728"/>
                  </a:moveTo>
                  <a:lnTo>
                    <a:pt x="1016254" y="1990598"/>
                  </a:lnTo>
                  <a:lnTo>
                    <a:pt x="998728" y="1996059"/>
                  </a:lnTo>
                  <a:lnTo>
                    <a:pt x="919099" y="2019173"/>
                  </a:lnTo>
                  <a:lnTo>
                    <a:pt x="926211" y="2043557"/>
                  </a:lnTo>
                  <a:lnTo>
                    <a:pt x="1005840" y="2020570"/>
                  </a:lnTo>
                  <a:lnTo>
                    <a:pt x="1024001" y="2014728"/>
                  </a:lnTo>
                  <a:close/>
                </a:path>
                <a:path w="2305050" h="2086610">
                  <a:moveTo>
                    <a:pt x="1192784" y="1956943"/>
                  </a:moveTo>
                  <a:lnTo>
                    <a:pt x="1183767" y="1933194"/>
                  </a:lnTo>
                  <a:lnTo>
                    <a:pt x="1156462" y="1943608"/>
                  </a:lnTo>
                  <a:lnTo>
                    <a:pt x="1088517" y="1967230"/>
                  </a:lnTo>
                  <a:lnTo>
                    <a:pt x="1096772" y="1991233"/>
                  </a:lnTo>
                  <a:lnTo>
                    <a:pt x="1164844" y="1967611"/>
                  </a:lnTo>
                  <a:lnTo>
                    <a:pt x="1192784" y="1956943"/>
                  </a:lnTo>
                  <a:close/>
                </a:path>
                <a:path w="2305050" h="2086610">
                  <a:moveTo>
                    <a:pt x="1357884" y="1889125"/>
                  </a:moveTo>
                  <a:lnTo>
                    <a:pt x="1347470" y="1865884"/>
                  </a:lnTo>
                  <a:lnTo>
                    <a:pt x="1305687" y="1884553"/>
                  </a:lnTo>
                  <a:lnTo>
                    <a:pt x="1254506" y="1905635"/>
                  </a:lnTo>
                  <a:lnTo>
                    <a:pt x="1264158" y="1929130"/>
                  </a:lnTo>
                  <a:lnTo>
                    <a:pt x="1315339" y="1908048"/>
                  </a:lnTo>
                  <a:lnTo>
                    <a:pt x="1357884" y="1889125"/>
                  </a:lnTo>
                  <a:close/>
                </a:path>
                <a:path w="2305050" h="2086610">
                  <a:moveTo>
                    <a:pt x="1518158" y="1810385"/>
                  </a:moveTo>
                  <a:lnTo>
                    <a:pt x="1506347" y="1787906"/>
                  </a:lnTo>
                  <a:lnTo>
                    <a:pt x="1479550" y="1802130"/>
                  </a:lnTo>
                  <a:lnTo>
                    <a:pt x="1445895" y="1819402"/>
                  </a:lnTo>
                  <a:lnTo>
                    <a:pt x="1416177" y="1834007"/>
                  </a:lnTo>
                  <a:lnTo>
                    <a:pt x="1427480" y="1856867"/>
                  </a:lnTo>
                  <a:lnTo>
                    <a:pt x="1457071" y="1842135"/>
                  </a:lnTo>
                  <a:lnTo>
                    <a:pt x="1491107" y="1824736"/>
                  </a:lnTo>
                  <a:lnTo>
                    <a:pt x="1518158" y="1810385"/>
                  </a:lnTo>
                  <a:close/>
                </a:path>
                <a:path w="2305050" h="2086610">
                  <a:moveTo>
                    <a:pt x="1530477" y="1770761"/>
                  </a:moveTo>
                  <a:lnTo>
                    <a:pt x="1516659" y="1749044"/>
                  </a:lnTo>
                  <a:lnTo>
                    <a:pt x="1484757" y="1698879"/>
                  </a:lnTo>
                  <a:lnTo>
                    <a:pt x="1471688" y="1720659"/>
                  </a:lnTo>
                  <a:lnTo>
                    <a:pt x="12954" y="845439"/>
                  </a:lnTo>
                  <a:lnTo>
                    <a:pt x="0" y="867283"/>
                  </a:lnTo>
                  <a:lnTo>
                    <a:pt x="1458582" y="1742490"/>
                  </a:lnTo>
                  <a:lnTo>
                    <a:pt x="1445514" y="1764284"/>
                  </a:lnTo>
                  <a:lnTo>
                    <a:pt x="1530477" y="1770761"/>
                  </a:lnTo>
                  <a:close/>
                </a:path>
                <a:path w="2305050" h="2086610">
                  <a:moveTo>
                    <a:pt x="1672209" y="1719580"/>
                  </a:moveTo>
                  <a:lnTo>
                    <a:pt x="1658493" y="1698117"/>
                  </a:lnTo>
                  <a:lnTo>
                    <a:pt x="1638808" y="1710817"/>
                  </a:lnTo>
                  <a:lnTo>
                    <a:pt x="1608201" y="1729740"/>
                  </a:lnTo>
                  <a:lnTo>
                    <a:pt x="1576959" y="1748409"/>
                  </a:lnTo>
                  <a:lnTo>
                    <a:pt x="1572514" y="1750949"/>
                  </a:lnTo>
                  <a:lnTo>
                    <a:pt x="1585087" y="1773047"/>
                  </a:lnTo>
                  <a:lnTo>
                    <a:pt x="1621155" y="1751584"/>
                  </a:lnTo>
                  <a:lnTo>
                    <a:pt x="1652143" y="1732407"/>
                  </a:lnTo>
                  <a:lnTo>
                    <a:pt x="1672209" y="1719580"/>
                  </a:lnTo>
                  <a:close/>
                </a:path>
                <a:path w="2305050" h="2086610">
                  <a:moveTo>
                    <a:pt x="1818005" y="1615948"/>
                  </a:moveTo>
                  <a:lnTo>
                    <a:pt x="1802384" y="1595882"/>
                  </a:lnTo>
                  <a:lnTo>
                    <a:pt x="1782445" y="1611376"/>
                  </a:lnTo>
                  <a:lnTo>
                    <a:pt x="1755013" y="1631823"/>
                  </a:lnTo>
                  <a:lnTo>
                    <a:pt x="1726946" y="1652143"/>
                  </a:lnTo>
                  <a:lnTo>
                    <a:pt x="1721358" y="1655953"/>
                  </a:lnTo>
                  <a:lnTo>
                    <a:pt x="1735836" y="1676781"/>
                  </a:lnTo>
                  <a:lnTo>
                    <a:pt x="1741284" y="1672971"/>
                  </a:lnTo>
                  <a:lnTo>
                    <a:pt x="1769859" y="1652524"/>
                  </a:lnTo>
                  <a:lnTo>
                    <a:pt x="1797558" y="1631823"/>
                  </a:lnTo>
                  <a:lnTo>
                    <a:pt x="1818005" y="1615948"/>
                  </a:lnTo>
                  <a:close/>
                </a:path>
                <a:path w="2305050" h="2086610">
                  <a:moveTo>
                    <a:pt x="1953133" y="1498219"/>
                  </a:moveTo>
                  <a:lnTo>
                    <a:pt x="1935353" y="1480058"/>
                  </a:lnTo>
                  <a:lnTo>
                    <a:pt x="1932940" y="1482471"/>
                  </a:lnTo>
                  <a:lnTo>
                    <a:pt x="1909445" y="1504696"/>
                  </a:lnTo>
                  <a:lnTo>
                    <a:pt x="1885442" y="1526540"/>
                  </a:lnTo>
                  <a:lnTo>
                    <a:pt x="1860804" y="1548003"/>
                  </a:lnTo>
                  <a:lnTo>
                    <a:pt x="1877568" y="1567180"/>
                  </a:lnTo>
                  <a:lnTo>
                    <a:pt x="1902206" y="1545590"/>
                  </a:lnTo>
                  <a:lnTo>
                    <a:pt x="1926590" y="1523492"/>
                  </a:lnTo>
                  <a:lnTo>
                    <a:pt x="1950466" y="1500886"/>
                  </a:lnTo>
                  <a:lnTo>
                    <a:pt x="1953133" y="1498219"/>
                  </a:lnTo>
                  <a:close/>
                </a:path>
                <a:path w="2305050" h="2086610">
                  <a:moveTo>
                    <a:pt x="2007489" y="26670"/>
                  </a:moveTo>
                  <a:lnTo>
                    <a:pt x="1926463" y="0"/>
                  </a:lnTo>
                  <a:lnTo>
                    <a:pt x="1953768" y="80772"/>
                  </a:lnTo>
                  <a:lnTo>
                    <a:pt x="2007489" y="26670"/>
                  </a:lnTo>
                  <a:close/>
                </a:path>
                <a:path w="2305050" h="2086610">
                  <a:moveTo>
                    <a:pt x="2071878" y="138303"/>
                  </a:moveTo>
                  <a:lnTo>
                    <a:pt x="2058924" y="122301"/>
                  </a:lnTo>
                  <a:lnTo>
                    <a:pt x="2040001" y="99822"/>
                  </a:lnTo>
                  <a:lnTo>
                    <a:pt x="2020316" y="77724"/>
                  </a:lnTo>
                  <a:lnTo>
                    <a:pt x="2004822" y="60833"/>
                  </a:lnTo>
                  <a:lnTo>
                    <a:pt x="1986153" y="78105"/>
                  </a:lnTo>
                  <a:lnTo>
                    <a:pt x="2001266" y="94488"/>
                  </a:lnTo>
                  <a:lnTo>
                    <a:pt x="2020570" y="116332"/>
                  </a:lnTo>
                  <a:lnTo>
                    <a:pt x="2039112" y="138303"/>
                  </a:lnTo>
                  <a:lnTo>
                    <a:pt x="2052066" y="154305"/>
                  </a:lnTo>
                  <a:lnTo>
                    <a:pt x="2071878" y="138303"/>
                  </a:lnTo>
                  <a:close/>
                </a:path>
                <a:path w="2305050" h="2086610">
                  <a:moveTo>
                    <a:pt x="2073656" y="1365631"/>
                  </a:moveTo>
                  <a:lnTo>
                    <a:pt x="2053844" y="1349629"/>
                  </a:lnTo>
                  <a:lnTo>
                    <a:pt x="2039112" y="1367917"/>
                  </a:lnTo>
                  <a:lnTo>
                    <a:pt x="2019300" y="1391285"/>
                  </a:lnTo>
                  <a:lnTo>
                    <a:pt x="1998853" y="1414526"/>
                  </a:lnTo>
                  <a:lnTo>
                    <a:pt x="1988185" y="1425956"/>
                  </a:lnTo>
                  <a:lnTo>
                    <a:pt x="2006727" y="1443228"/>
                  </a:lnTo>
                  <a:lnTo>
                    <a:pt x="2017522" y="1431671"/>
                  </a:lnTo>
                  <a:lnTo>
                    <a:pt x="2038350" y="1408176"/>
                  </a:lnTo>
                  <a:lnTo>
                    <a:pt x="2058543" y="1384300"/>
                  </a:lnTo>
                  <a:lnTo>
                    <a:pt x="2073656" y="1365631"/>
                  </a:lnTo>
                  <a:close/>
                </a:path>
                <a:path w="2305050" h="2086610">
                  <a:moveTo>
                    <a:pt x="2173732" y="286385"/>
                  </a:moveTo>
                  <a:lnTo>
                    <a:pt x="2143379" y="236982"/>
                  </a:lnTo>
                  <a:lnTo>
                    <a:pt x="2118106" y="199898"/>
                  </a:lnTo>
                  <a:lnTo>
                    <a:pt x="2097405" y="214503"/>
                  </a:lnTo>
                  <a:lnTo>
                    <a:pt x="2106676" y="227838"/>
                  </a:lnTo>
                  <a:lnTo>
                    <a:pt x="2121916" y="250571"/>
                  </a:lnTo>
                  <a:lnTo>
                    <a:pt x="2136394" y="273431"/>
                  </a:lnTo>
                  <a:lnTo>
                    <a:pt x="2150237" y="296545"/>
                  </a:lnTo>
                  <a:lnTo>
                    <a:pt x="2151634" y="298958"/>
                  </a:lnTo>
                  <a:lnTo>
                    <a:pt x="2173732" y="286385"/>
                  </a:lnTo>
                  <a:close/>
                </a:path>
                <a:path w="2305050" h="2086610">
                  <a:moveTo>
                    <a:pt x="2175002" y="1217549"/>
                  </a:moveTo>
                  <a:lnTo>
                    <a:pt x="2153158" y="1204722"/>
                  </a:lnTo>
                  <a:lnTo>
                    <a:pt x="2142363" y="1223010"/>
                  </a:lnTo>
                  <a:lnTo>
                    <a:pt x="2127123" y="1247648"/>
                  </a:lnTo>
                  <a:lnTo>
                    <a:pt x="2110994" y="1272159"/>
                  </a:lnTo>
                  <a:lnTo>
                    <a:pt x="2098929" y="1289431"/>
                  </a:lnTo>
                  <a:lnTo>
                    <a:pt x="2119884" y="1303909"/>
                  </a:lnTo>
                  <a:lnTo>
                    <a:pt x="2131822" y="1286637"/>
                  </a:lnTo>
                  <a:lnTo>
                    <a:pt x="2148332" y="1261745"/>
                  </a:lnTo>
                  <a:lnTo>
                    <a:pt x="2163953" y="1236472"/>
                  </a:lnTo>
                  <a:lnTo>
                    <a:pt x="2175002" y="1217549"/>
                  </a:lnTo>
                  <a:close/>
                </a:path>
                <a:path w="2305050" h="2086610">
                  <a:moveTo>
                    <a:pt x="2250186" y="448830"/>
                  </a:moveTo>
                  <a:lnTo>
                    <a:pt x="2232660" y="403987"/>
                  </a:lnTo>
                  <a:lnTo>
                    <a:pt x="2210689" y="355727"/>
                  </a:lnTo>
                  <a:lnTo>
                    <a:pt x="2209927" y="354203"/>
                  </a:lnTo>
                  <a:lnTo>
                    <a:pt x="2187194" y="365506"/>
                  </a:lnTo>
                  <a:lnTo>
                    <a:pt x="2187575" y="366395"/>
                  </a:lnTo>
                  <a:lnTo>
                    <a:pt x="2198624" y="390017"/>
                  </a:lnTo>
                  <a:lnTo>
                    <a:pt x="2209038" y="413512"/>
                  </a:lnTo>
                  <a:lnTo>
                    <a:pt x="2218817" y="437388"/>
                  </a:lnTo>
                  <a:lnTo>
                    <a:pt x="2226437" y="457720"/>
                  </a:lnTo>
                  <a:lnTo>
                    <a:pt x="2250186" y="448830"/>
                  </a:lnTo>
                  <a:close/>
                </a:path>
                <a:path w="2305050" h="2086610">
                  <a:moveTo>
                    <a:pt x="2251202" y="1054735"/>
                  </a:moveTo>
                  <a:lnTo>
                    <a:pt x="2227453" y="1045718"/>
                  </a:lnTo>
                  <a:lnTo>
                    <a:pt x="2217801" y="1071372"/>
                  </a:lnTo>
                  <a:lnTo>
                    <a:pt x="2207133" y="1097153"/>
                  </a:lnTo>
                  <a:lnTo>
                    <a:pt x="2195830" y="1122680"/>
                  </a:lnTo>
                  <a:lnTo>
                    <a:pt x="2188337" y="1138301"/>
                  </a:lnTo>
                  <a:lnTo>
                    <a:pt x="2211197" y="1149223"/>
                  </a:lnTo>
                  <a:lnTo>
                    <a:pt x="2218690" y="1133602"/>
                  </a:lnTo>
                  <a:lnTo>
                    <a:pt x="2230374" y="1107440"/>
                  </a:lnTo>
                  <a:lnTo>
                    <a:pt x="2241296" y="1081024"/>
                  </a:lnTo>
                  <a:lnTo>
                    <a:pt x="2251202" y="1054735"/>
                  </a:lnTo>
                  <a:close/>
                </a:path>
                <a:path w="2305050" h="2086610">
                  <a:moveTo>
                    <a:pt x="2295144" y="623062"/>
                  </a:moveTo>
                  <a:lnTo>
                    <a:pt x="2286889" y="576834"/>
                  </a:lnTo>
                  <a:lnTo>
                    <a:pt x="2274951" y="526923"/>
                  </a:lnTo>
                  <a:lnTo>
                    <a:pt x="2273681" y="522351"/>
                  </a:lnTo>
                  <a:lnTo>
                    <a:pt x="2249297" y="529336"/>
                  </a:lnTo>
                  <a:lnTo>
                    <a:pt x="2250313" y="533146"/>
                  </a:lnTo>
                  <a:lnTo>
                    <a:pt x="2256536" y="557403"/>
                  </a:lnTo>
                  <a:lnTo>
                    <a:pt x="2261870" y="581533"/>
                  </a:lnTo>
                  <a:lnTo>
                    <a:pt x="2266569" y="605917"/>
                  </a:lnTo>
                  <a:lnTo>
                    <a:pt x="2270125" y="627253"/>
                  </a:lnTo>
                  <a:lnTo>
                    <a:pt x="2295144" y="623062"/>
                  </a:lnTo>
                  <a:close/>
                </a:path>
                <a:path w="2305050" h="2086610">
                  <a:moveTo>
                    <a:pt x="2295525" y="880110"/>
                  </a:moveTo>
                  <a:lnTo>
                    <a:pt x="2270379" y="876300"/>
                  </a:lnTo>
                  <a:lnTo>
                    <a:pt x="2268728" y="887603"/>
                  </a:lnTo>
                  <a:lnTo>
                    <a:pt x="2263902" y="914273"/>
                  </a:lnTo>
                  <a:lnTo>
                    <a:pt x="2258314" y="940816"/>
                  </a:lnTo>
                  <a:lnTo>
                    <a:pt x="2251837" y="967232"/>
                  </a:lnTo>
                  <a:lnTo>
                    <a:pt x="2249995" y="973963"/>
                  </a:lnTo>
                  <a:lnTo>
                    <a:pt x="2249932" y="974217"/>
                  </a:lnTo>
                  <a:lnTo>
                    <a:pt x="2274443" y="980948"/>
                  </a:lnTo>
                  <a:lnTo>
                    <a:pt x="2276271" y="974217"/>
                  </a:lnTo>
                  <a:lnTo>
                    <a:pt x="2282952" y="946785"/>
                  </a:lnTo>
                  <a:lnTo>
                    <a:pt x="2288794" y="919480"/>
                  </a:lnTo>
                  <a:lnTo>
                    <a:pt x="2293747" y="892048"/>
                  </a:lnTo>
                  <a:lnTo>
                    <a:pt x="2295525" y="880110"/>
                  </a:lnTo>
                  <a:close/>
                </a:path>
                <a:path w="2305050" h="2086610">
                  <a:moveTo>
                    <a:pt x="2304923" y="752983"/>
                  </a:moveTo>
                  <a:lnTo>
                    <a:pt x="2304796" y="727964"/>
                  </a:lnTo>
                  <a:lnTo>
                    <a:pt x="2303703" y="703707"/>
                  </a:lnTo>
                  <a:lnTo>
                    <a:pt x="2303653" y="702564"/>
                  </a:lnTo>
                  <a:lnTo>
                    <a:pt x="2303399" y="700024"/>
                  </a:lnTo>
                  <a:lnTo>
                    <a:pt x="2278126" y="701802"/>
                  </a:lnTo>
                  <a:lnTo>
                    <a:pt x="2278176" y="702564"/>
                  </a:lnTo>
                  <a:lnTo>
                    <a:pt x="2278253" y="703707"/>
                  </a:lnTo>
                  <a:lnTo>
                    <a:pt x="2279383" y="727964"/>
                  </a:lnTo>
                  <a:lnTo>
                    <a:pt x="2279396" y="728218"/>
                  </a:lnTo>
                  <a:lnTo>
                    <a:pt x="2279510" y="752983"/>
                  </a:lnTo>
                  <a:lnTo>
                    <a:pt x="2279142" y="779780"/>
                  </a:lnTo>
                  <a:lnTo>
                    <a:pt x="2277999" y="801751"/>
                  </a:lnTo>
                  <a:lnTo>
                    <a:pt x="2303399" y="803021"/>
                  </a:lnTo>
                  <a:lnTo>
                    <a:pt x="2304542" y="781050"/>
                  </a:lnTo>
                  <a:lnTo>
                    <a:pt x="2304923" y="752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66435" y="4284090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0" dirty="0">
                <a:latin typeface="Arial"/>
                <a:cs typeface="Arial"/>
              </a:rPr>
              <a:t>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7962" y="2210561"/>
            <a:ext cx="6694805" cy="3124200"/>
          </a:xfrm>
          <a:custGeom>
            <a:avLst/>
            <a:gdLst/>
            <a:ahLst/>
            <a:cxnLst/>
            <a:rect l="l" t="t" r="r" b="b"/>
            <a:pathLst>
              <a:path w="6694805" h="3124200">
                <a:moveTo>
                  <a:pt x="3657600" y="3048000"/>
                </a:moveTo>
                <a:lnTo>
                  <a:pt x="3632200" y="3035300"/>
                </a:lnTo>
                <a:lnTo>
                  <a:pt x="3581400" y="3009900"/>
                </a:lnTo>
                <a:lnTo>
                  <a:pt x="3581400" y="3035300"/>
                </a:lnTo>
                <a:lnTo>
                  <a:pt x="88900" y="3035300"/>
                </a:lnTo>
                <a:lnTo>
                  <a:pt x="88900" y="76200"/>
                </a:lnTo>
                <a:lnTo>
                  <a:pt x="114300" y="76200"/>
                </a:lnTo>
                <a:lnTo>
                  <a:pt x="107950" y="63500"/>
                </a:lnTo>
                <a:lnTo>
                  <a:pt x="76200" y="0"/>
                </a:lnTo>
                <a:lnTo>
                  <a:pt x="38100" y="76200"/>
                </a:lnTo>
                <a:lnTo>
                  <a:pt x="63500" y="76200"/>
                </a:lnTo>
                <a:lnTo>
                  <a:pt x="63500" y="3035300"/>
                </a:lnTo>
                <a:lnTo>
                  <a:pt x="0" y="3035300"/>
                </a:lnTo>
                <a:lnTo>
                  <a:pt x="0" y="3060700"/>
                </a:lnTo>
                <a:lnTo>
                  <a:pt x="63500" y="3060700"/>
                </a:lnTo>
                <a:lnTo>
                  <a:pt x="63500" y="3124200"/>
                </a:lnTo>
                <a:lnTo>
                  <a:pt x="88900" y="3124200"/>
                </a:lnTo>
                <a:lnTo>
                  <a:pt x="88900" y="3060700"/>
                </a:lnTo>
                <a:lnTo>
                  <a:pt x="3581400" y="3060700"/>
                </a:lnTo>
                <a:lnTo>
                  <a:pt x="3581400" y="3086100"/>
                </a:lnTo>
                <a:lnTo>
                  <a:pt x="3632200" y="3060700"/>
                </a:lnTo>
                <a:lnTo>
                  <a:pt x="3657600" y="3048000"/>
                </a:lnTo>
                <a:close/>
              </a:path>
              <a:path w="6694805" h="3124200">
                <a:moveTo>
                  <a:pt x="6079744" y="2868422"/>
                </a:moveTo>
                <a:lnTo>
                  <a:pt x="6012764" y="2785872"/>
                </a:lnTo>
                <a:lnTo>
                  <a:pt x="5988050" y="2755392"/>
                </a:lnTo>
                <a:lnTo>
                  <a:pt x="5968111" y="2771902"/>
                </a:lnTo>
                <a:lnTo>
                  <a:pt x="6008624" y="2882392"/>
                </a:lnTo>
                <a:lnTo>
                  <a:pt x="6011545" y="2890012"/>
                </a:lnTo>
                <a:lnTo>
                  <a:pt x="6013577" y="2895092"/>
                </a:lnTo>
                <a:lnTo>
                  <a:pt x="6009513" y="2892552"/>
                </a:lnTo>
                <a:lnTo>
                  <a:pt x="5994654" y="2882392"/>
                </a:lnTo>
                <a:lnTo>
                  <a:pt x="5939790" y="2848102"/>
                </a:lnTo>
                <a:lnTo>
                  <a:pt x="5903214" y="2825242"/>
                </a:lnTo>
                <a:lnTo>
                  <a:pt x="5880735" y="2843022"/>
                </a:lnTo>
                <a:lnTo>
                  <a:pt x="5972429" y="2954782"/>
                </a:lnTo>
                <a:lnTo>
                  <a:pt x="5986780" y="2943352"/>
                </a:lnTo>
                <a:lnTo>
                  <a:pt x="5908675" y="2848102"/>
                </a:lnTo>
                <a:lnTo>
                  <a:pt x="6019292" y="2916682"/>
                </a:lnTo>
                <a:lnTo>
                  <a:pt x="6032754" y="2906522"/>
                </a:lnTo>
                <a:lnTo>
                  <a:pt x="6028575" y="2895092"/>
                </a:lnTo>
                <a:lnTo>
                  <a:pt x="5988685" y="2785872"/>
                </a:lnTo>
                <a:lnTo>
                  <a:pt x="6065393" y="2879852"/>
                </a:lnTo>
                <a:lnTo>
                  <a:pt x="6079744" y="2868422"/>
                </a:lnTo>
                <a:close/>
              </a:path>
              <a:path w="6694805" h="3124200">
                <a:moveTo>
                  <a:pt x="6155575" y="2784602"/>
                </a:moveTo>
                <a:lnTo>
                  <a:pt x="6138291" y="2749207"/>
                </a:lnTo>
                <a:lnTo>
                  <a:pt x="6138291" y="2790952"/>
                </a:lnTo>
                <a:lnTo>
                  <a:pt x="6138215" y="2793492"/>
                </a:lnTo>
                <a:lnTo>
                  <a:pt x="6138100" y="2797302"/>
                </a:lnTo>
                <a:lnTo>
                  <a:pt x="6138037" y="2799842"/>
                </a:lnTo>
                <a:lnTo>
                  <a:pt x="6134354" y="2807462"/>
                </a:lnTo>
                <a:lnTo>
                  <a:pt x="6127483" y="2813812"/>
                </a:lnTo>
                <a:lnTo>
                  <a:pt x="6120638" y="2818892"/>
                </a:lnTo>
                <a:lnTo>
                  <a:pt x="6112764" y="2821432"/>
                </a:lnTo>
                <a:lnTo>
                  <a:pt x="6104001" y="2818892"/>
                </a:lnTo>
                <a:lnTo>
                  <a:pt x="6097448" y="2817622"/>
                </a:lnTo>
                <a:lnTo>
                  <a:pt x="6068657" y="2785872"/>
                </a:lnTo>
                <a:lnTo>
                  <a:pt x="6065901" y="2771902"/>
                </a:lnTo>
                <a:lnTo>
                  <a:pt x="6066155" y="2764282"/>
                </a:lnTo>
                <a:lnTo>
                  <a:pt x="6069838" y="2756662"/>
                </a:lnTo>
                <a:lnTo>
                  <a:pt x="6083554" y="2745232"/>
                </a:lnTo>
                <a:lnTo>
                  <a:pt x="6091301" y="2742692"/>
                </a:lnTo>
                <a:lnTo>
                  <a:pt x="6100191" y="2745232"/>
                </a:lnTo>
                <a:lnTo>
                  <a:pt x="6106706" y="2746502"/>
                </a:lnTo>
                <a:lnTo>
                  <a:pt x="6135332" y="2776982"/>
                </a:lnTo>
                <a:lnTo>
                  <a:pt x="6138291" y="2790952"/>
                </a:lnTo>
                <a:lnTo>
                  <a:pt x="6138291" y="2749207"/>
                </a:lnTo>
                <a:lnTo>
                  <a:pt x="6103861" y="2727452"/>
                </a:lnTo>
                <a:lnTo>
                  <a:pt x="6094222" y="2727452"/>
                </a:lnTo>
                <a:lnTo>
                  <a:pt x="6060630" y="2746502"/>
                </a:lnTo>
                <a:lnTo>
                  <a:pt x="6048794" y="2776982"/>
                </a:lnTo>
                <a:lnTo>
                  <a:pt x="6048680" y="2779522"/>
                </a:lnTo>
                <a:lnTo>
                  <a:pt x="6072479" y="2822702"/>
                </a:lnTo>
                <a:lnTo>
                  <a:pt x="6100191" y="2836672"/>
                </a:lnTo>
                <a:lnTo>
                  <a:pt x="6109779" y="2836672"/>
                </a:lnTo>
                <a:lnTo>
                  <a:pt x="6146000" y="2815082"/>
                </a:lnTo>
                <a:lnTo>
                  <a:pt x="6155550" y="2785872"/>
                </a:lnTo>
                <a:lnTo>
                  <a:pt x="6155575" y="2784602"/>
                </a:lnTo>
                <a:close/>
              </a:path>
              <a:path w="6694805" h="3124200">
                <a:moveTo>
                  <a:pt x="6225159" y="2749042"/>
                </a:moveTo>
                <a:lnTo>
                  <a:pt x="6221768" y="2738882"/>
                </a:lnTo>
                <a:lnTo>
                  <a:pt x="6189586" y="2642362"/>
                </a:lnTo>
                <a:lnTo>
                  <a:pt x="6175502" y="2655062"/>
                </a:lnTo>
                <a:lnTo>
                  <a:pt x="6197854" y="2718562"/>
                </a:lnTo>
                <a:lnTo>
                  <a:pt x="6200521" y="2726182"/>
                </a:lnTo>
                <a:lnTo>
                  <a:pt x="6203061" y="2733802"/>
                </a:lnTo>
                <a:lnTo>
                  <a:pt x="6205347" y="2738882"/>
                </a:lnTo>
                <a:lnTo>
                  <a:pt x="6199111" y="2733802"/>
                </a:lnTo>
                <a:lnTo>
                  <a:pt x="6186678" y="2726182"/>
                </a:lnTo>
                <a:lnTo>
                  <a:pt x="6129528" y="2691892"/>
                </a:lnTo>
                <a:lnTo>
                  <a:pt x="6114910" y="2703322"/>
                </a:lnTo>
                <a:lnTo>
                  <a:pt x="6212332" y="2760472"/>
                </a:lnTo>
                <a:lnTo>
                  <a:pt x="6225159" y="2749042"/>
                </a:lnTo>
                <a:close/>
              </a:path>
              <a:path w="6694805" h="3124200">
                <a:moveTo>
                  <a:pt x="6323330" y="2655062"/>
                </a:moveTo>
                <a:lnTo>
                  <a:pt x="6323203" y="2649982"/>
                </a:lnTo>
                <a:lnTo>
                  <a:pt x="6323152" y="2647442"/>
                </a:lnTo>
                <a:lnTo>
                  <a:pt x="6321666" y="2639822"/>
                </a:lnTo>
                <a:lnTo>
                  <a:pt x="6318885" y="2632202"/>
                </a:lnTo>
                <a:lnTo>
                  <a:pt x="6303264" y="2642362"/>
                </a:lnTo>
                <a:lnTo>
                  <a:pt x="6305931" y="2649982"/>
                </a:lnTo>
                <a:lnTo>
                  <a:pt x="6306337" y="2655062"/>
                </a:lnTo>
                <a:lnTo>
                  <a:pt x="6280912" y="2684272"/>
                </a:lnTo>
                <a:lnTo>
                  <a:pt x="6272530" y="2683002"/>
                </a:lnTo>
                <a:lnTo>
                  <a:pt x="6266281" y="2681732"/>
                </a:lnTo>
                <a:lnTo>
                  <a:pt x="6260147" y="2679192"/>
                </a:lnTo>
                <a:lnTo>
                  <a:pt x="6254089" y="2674112"/>
                </a:lnTo>
                <a:lnTo>
                  <a:pt x="6248146" y="2669032"/>
                </a:lnTo>
                <a:lnTo>
                  <a:pt x="6263741" y="2656332"/>
                </a:lnTo>
                <a:lnTo>
                  <a:pt x="6308979" y="2619502"/>
                </a:lnTo>
                <a:lnTo>
                  <a:pt x="6307709" y="2618232"/>
                </a:lnTo>
                <a:lnTo>
                  <a:pt x="6306693" y="2616962"/>
                </a:lnTo>
                <a:lnTo>
                  <a:pt x="6306058" y="2615692"/>
                </a:lnTo>
                <a:lnTo>
                  <a:pt x="6297600" y="2606802"/>
                </a:lnTo>
                <a:lnTo>
                  <a:pt x="6288798" y="2599182"/>
                </a:lnTo>
                <a:lnTo>
                  <a:pt x="6285230" y="2597708"/>
                </a:lnTo>
                <a:lnTo>
                  <a:pt x="6285230" y="2619502"/>
                </a:lnTo>
                <a:lnTo>
                  <a:pt x="6239637" y="2656332"/>
                </a:lnTo>
                <a:lnTo>
                  <a:pt x="6234303" y="2649982"/>
                </a:lnTo>
                <a:lnTo>
                  <a:pt x="6232144" y="2642362"/>
                </a:lnTo>
                <a:lnTo>
                  <a:pt x="6233668" y="2627122"/>
                </a:lnTo>
                <a:lnTo>
                  <a:pt x="6233795" y="2625852"/>
                </a:lnTo>
                <a:lnTo>
                  <a:pt x="6237478" y="2619502"/>
                </a:lnTo>
                <a:lnTo>
                  <a:pt x="6250813" y="2609342"/>
                </a:lnTo>
                <a:lnTo>
                  <a:pt x="6258687" y="2606802"/>
                </a:lnTo>
                <a:lnTo>
                  <a:pt x="6267450" y="2608072"/>
                </a:lnTo>
                <a:lnTo>
                  <a:pt x="6273038" y="2609342"/>
                </a:lnTo>
                <a:lnTo>
                  <a:pt x="6279007" y="2613152"/>
                </a:lnTo>
                <a:lnTo>
                  <a:pt x="6285230" y="2619502"/>
                </a:lnTo>
                <a:lnTo>
                  <a:pt x="6285230" y="2597708"/>
                </a:lnTo>
                <a:lnTo>
                  <a:pt x="6279642" y="2595372"/>
                </a:lnTo>
                <a:lnTo>
                  <a:pt x="6270117" y="2592832"/>
                </a:lnTo>
                <a:lnTo>
                  <a:pt x="6260592" y="2592832"/>
                </a:lnTo>
                <a:lnTo>
                  <a:pt x="6221374" y="2618232"/>
                </a:lnTo>
                <a:lnTo>
                  <a:pt x="6216142" y="2637282"/>
                </a:lnTo>
                <a:lnTo>
                  <a:pt x="6216612" y="2647442"/>
                </a:lnTo>
                <a:lnTo>
                  <a:pt x="6239916" y="2686812"/>
                </a:lnTo>
                <a:lnTo>
                  <a:pt x="6276810" y="2700782"/>
                </a:lnTo>
                <a:lnTo>
                  <a:pt x="6286246" y="2698242"/>
                </a:lnTo>
                <a:lnTo>
                  <a:pt x="6295479" y="2694432"/>
                </a:lnTo>
                <a:lnTo>
                  <a:pt x="6304534" y="2688082"/>
                </a:lnTo>
                <a:lnTo>
                  <a:pt x="6308395" y="2684272"/>
                </a:lnTo>
                <a:lnTo>
                  <a:pt x="6310985" y="2681732"/>
                </a:lnTo>
                <a:lnTo>
                  <a:pt x="6316065" y="2675382"/>
                </a:lnTo>
                <a:lnTo>
                  <a:pt x="6319799" y="2669032"/>
                </a:lnTo>
                <a:lnTo>
                  <a:pt x="6322187" y="2661412"/>
                </a:lnTo>
                <a:lnTo>
                  <a:pt x="6323330" y="2655062"/>
                </a:lnTo>
                <a:close/>
              </a:path>
              <a:path w="6694805" h="3124200">
                <a:moveTo>
                  <a:pt x="6466713" y="2552192"/>
                </a:moveTo>
                <a:lnTo>
                  <a:pt x="6423190" y="2498852"/>
                </a:lnTo>
                <a:lnTo>
                  <a:pt x="6421120" y="2496312"/>
                </a:lnTo>
                <a:lnTo>
                  <a:pt x="6415367" y="2489962"/>
                </a:lnTo>
                <a:lnTo>
                  <a:pt x="6403695" y="2482342"/>
                </a:lnTo>
                <a:lnTo>
                  <a:pt x="6397752" y="2481084"/>
                </a:lnTo>
                <a:lnTo>
                  <a:pt x="6391719" y="2481084"/>
                </a:lnTo>
                <a:lnTo>
                  <a:pt x="6360147" y="2514092"/>
                </a:lnTo>
                <a:lnTo>
                  <a:pt x="6360033" y="2524252"/>
                </a:lnTo>
                <a:lnTo>
                  <a:pt x="6354826" y="2521712"/>
                </a:lnTo>
                <a:lnTo>
                  <a:pt x="6349238" y="2520442"/>
                </a:lnTo>
                <a:lnTo>
                  <a:pt x="6337427" y="2521712"/>
                </a:lnTo>
                <a:lnTo>
                  <a:pt x="6331458" y="2524252"/>
                </a:lnTo>
                <a:lnTo>
                  <a:pt x="6320028" y="2533142"/>
                </a:lnTo>
                <a:lnTo>
                  <a:pt x="6316091" y="2538234"/>
                </a:lnTo>
                <a:lnTo>
                  <a:pt x="6313932" y="2544584"/>
                </a:lnTo>
                <a:lnTo>
                  <a:pt x="6311646" y="2550922"/>
                </a:lnTo>
                <a:lnTo>
                  <a:pt x="6310884" y="2556002"/>
                </a:lnTo>
                <a:lnTo>
                  <a:pt x="6311265" y="2559812"/>
                </a:lnTo>
                <a:lnTo>
                  <a:pt x="6311392" y="2561082"/>
                </a:lnTo>
                <a:lnTo>
                  <a:pt x="6311519" y="2562352"/>
                </a:lnTo>
                <a:lnTo>
                  <a:pt x="6302248" y="2550922"/>
                </a:lnTo>
                <a:lnTo>
                  <a:pt x="6289802" y="2561082"/>
                </a:lnTo>
                <a:lnTo>
                  <a:pt x="6356223" y="2642362"/>
                </a:lnTo>
                <a:lnTo>
                  <a:pt x="6370066" y="2630932"/>
                </a:lnTo>
                <a:lnTo>
                  <a:pt x="6335649" y="2589022"/>
                </a:lnTo>
                <a:lnTo>
                  <a:pt x="6329553" y="2581402"/>
                </a:lnTo>
                <a:lnTo>
                  <a:pt x="6325743" y="2575052"/>
                </a:lnTo>
                <a:lnTo>
                  <a:pt x="6322187" y="2564892"/>
                </a:lnTo>
                <a:lnTo>
                  <a:pt x="6322187" y="2562352"/>
                </a:lnTo>
                <a:lnTo>
                  <a:pt x="6322187" y="2559812"/>
                </a:lnTo>
                <a:lnTo>
                  <a:pt x="6342126" y="2538234"/>
                </a:lnTo>
                <a:lnTo>
                  <a:pt x="6351651" y="2540762"/>
                </a:lnTo>
                <a:lnTo>
                  <a:pt x="6356477" y="2544584"/>
                </a:lnTo>
                <a:lnTo>
                  <a:pt x="6361557" y="2549652"/>
                </a:lnTo>
                <a:lnTo>
                  <a:pt x="6404610" y="2602992"/>
                </a:lnTo>
                <a:lnTo>
                  <a:pt x="6418453" y="2591562"/>
                </a:lnTo>
                <a:lnTo>
                  <a:pt x="6379845" y="2544584"/>
                </a:lnTo>
                <a:lnTo>
                  <a:pt x="6375032" y="2538234"/>
                </a:lnTo>
                <a:lnTo>
                  <a:pt x="6373114" y="2535682"/>
                </a:lnTo>
                <a:lnTo>
                  <a:pt x="6369939" y="2528062"/>
                </a:lnTo>
                <a:lnTo>
                  <a:pt x="6370396" y="2524252"/>
                </a:lnTo>
                <a:lnTo>
                  <a:pt x="6370701" y="2521712"/>
                </a:lnTo>
                <a:lnTo>
                  <a:pt x="6371209" y="2516632"/>
                </a:lnTo>
                <a:lnTo>
                  <a:pt x="6371336" y="2515362"/>
                </a:lnTo>
                <a:lnTo>
                  <a:pt x="6374511" y="2509012"/>
                </a:lnTo>
                <a:lnTo>
                  <a:pt x="6380226" y="2503932"/>
                </a:lnTo>
                <a:lnTo>
                  <a:pt x="6383401" y="2501392"/>
                </a:lnTo>
                <a:lnTo>
                  <a:pt x="6386830" y="2500134"/>
                </a:lnTo>
                <a:lnTo>
                  <a:pt x="6390386" y="2500134"/>
                </a:lnTo>
                <a:lnTo>
                  <a:pt x="6393942" y="2498852"/>
                </a:lnTo>
                <a:lnTo>
                  <a:pt x="6397117" y="2500134"/>
                </a:lnTo>
                <a:lnTo>
                  <a:pt x="6400038" y="2501392"/>
                </a:lnTo>
                <a:lnTo>
                  <a:pt x="6402959" y="2503932"/>
                </a:lnTo>
                <a:lnTo>
                  <a:pt x="6406642" y="2506484"/>
                </a:lnTo>
                <a:lnTo>
                  <a:pt x="6452870" y="2563622"/>
                </a:lnTo>
                <a:lnTo>
                  <a:pt x="6466713" y="2552192"/>
                </a:lnTo>
                <a:close/>
              </a:path>
              <a:path w="6694805" h="3124200">
                <a:moveTo>
                  <a:pt x="6541897" y="2477262"/>
                </a:moveTo>
                <a:lnTo>
                  <a:pt x="6541770" y="2472182"/>
                </a:lnTo>
                <a:lnTo>
                  <a:pt x="6541719" y="2469642"/>
                </a:lnTo>
                <a:lnTo>
                  <a:pt x="6540233" y="2462034"/>
                </a:lnTo>
                <a:lnTo>
                  <a:pt x="6537452" y="2454402"/>
                </a:lnTo>
                <a:lnTo>
                  <a:pt x="6521831" y="2464562"/>
                </a:lnTo>
                <a:lnTo>
                  <a:pt x="6524498" y="2472182"/>
                </a:lnTo>
                <a:lnTo>
                  <a:pt x="6524904" y="2477262"/>
                </a:lnTo>
                <a:lnTo>
                  <a:pt x="6525006" y="2478532"/>
                </a:lnTo>
                <a:lnTo>
                  <a:pt x="6523609" y="2483612"/>
                </a:lnTo>
                <a:lnTo>
                  <a:pt x="6522212" y="2489962"/>
                </a:lnTo>
                <a:lnTo>
                  <a:pt x="6519037" y="2493784"/>
                </a:lnTo>
                <a:lnTo>
                  <a:pt x="6513957" y="2498852"/>
                </a:lnTo>
                <a:lnTo>
                  <a:pt x="6507099" y="2503932"/>
                </a:lnTo>
                <a:lnTo>
                  <a:pt x="6499479" y="2506484"/>
                </a:lnTo>
                <a:lnTo>
                  <a:pt x="6491097" y="2505202"/>
                </a:lnTo>
                <a:lnTo>
                  <a:pt x="6484848" y="2503932"/>
                </a:lnTo>
                <a:lnTo>
                  <a:pt x="6472656" y="2496312"/>
                </a:lnTo>
                <a:lnTo>
                  <a:pt x="6466713" y="2491232"/>
                </a:lnTo>
                <a:lnTo>
                  <a:pt x="6482308" y="2478532"/>
                </a:lnTo>
                <a:lnTo>
                  <a:pt x="6527546" y="2441702"/>
                </a:lnTo>
                <a:lnTo>
                  <a:pt x="6526149" y="2439162"/>
                </a:lnTo>
                <a:lnTo>
                  <a:pt x="6525260" y="2437892"/>
                </a:lnTo>
                <a:lnTo>
                  <a:pt x="6524625" y="2437892"/>
                </a:lnTo>
                <a:lnTo>
                  <a:pt x="6517373" y="2430284"/>
                </a:lnTo>
                <a:lnTo>
                  <a:pt x="6516167" y="2429002"/>
                </a:lnTo>
                <a:lnTo>
                  <a:pt x="6507366" y="2421382"/>
                </a:lnTo>
                <a:lnTo>
                  <a:pt x="6503797" y="2419908"/>
                </a:lnTo>
                <a:lnTo>
                  <a:pt x="6503797" y="2441702"/>
                </a:lnTo>
                <a:lnTo>
                  <a:pt x="6458204" y="2478532"/>
                </a:lnTo>
                <a:lnTo>
                  <a:pt x="6452870" y="2470912"/>
                </a:lnTo>
                <a:lnTo>
                  <a:pt x="6450711" y="2463292"/>
                </a:lnTo>
                <a:lnTo>
                  <a:pt x="6451600" y="2455684"/>
                </a:lnTo>
                <a:lnTo>
                  <a:pt x="6452235" y="2449334"/>
                </a:lnTo>
                <a:lnTo>
                  <a:pt x="6473533" y="2430284"/>
                </a:lnTo>
                <a:lnTo>
                  <a:pt x="6486017" y="2430284"/>
                </a:lnTo>
                <a:lnTo>
                  <a:pt x="6491605" y="2431542"/>
                </a:lnTo>
                <a:lnTo>
                  <a:pt x="6497574" y="2435352"/>
                </a:lnTo>
                <a:lnTo>
                  <a:pt x="6503797" y="2441702"/>
                </a:lnTo>
                <a:lnTo>
                  <a:pt x="6503797" y="2419908"/>
                </a:lnTo>
                <a:lnTo>
                  <a:pt x="6498209" y="2417584"/>
                </a:lnTo>
                <a:lnTo>
                  <a:pt x="6488684" y="2415032"/>
                </a:lnTo>
                <a:lnTo>
                  <a:pt x="6479159" y="2413762"/>
                </a:lnTo>
                <a:lnTo>
                  <a:pt x="6470028" y="2416302"/>
                </a:lnTo>
                <a:lnTo>
                  <a:pt x="6439941" y="2440432"/>
                </a:lnTo>
                <a:lnTo>
                  <a:pt x="6434709" y="2459482"/>
                </a:lnTo>
                <a:lnTo>
                  <a:pt x="6435179" y="2468384"/>
                </a:lnTo>
                <a:lnTo>
                  <a:pt x="6458483" y="2507742"/>
                </a:lnTo>
                <a:lnTo>
                  <a:pt x="6485763" y="2521712"/>
                </a:lnTo>
                <a:lnTo>
                  <a:pt x="6495377" y="2521712"/>
                </a:lnTo>
                <a:lnTo>
                  <a:pt x="6529552" y="2503932"/>
                </a:lnTo>
                <a:lnTo>
                  <a:pt x="6540754" y="2483612"/>
                </a:lnTo>
                <a:lnTo>
                  <a:pt x="6541897" y="2477262"/>
                </a:lnTo>
                <a:close/>
              </a:path>
              <a:path w="6694805" h="3124200">
                <a:moveTo>
                  <a:pt x="6641084" y="2409952"/>
                </a:moveTo>
                <a:lnTo>
                  <a:pt x="6598107" y="2357882"/>
                </a:lnTo>
                <a:lnTo>
                  <a:pt x="6594983" y="2354084"/>
                </a:lnTo>
                <a:lnTo>
                  <a:pt x="6591046" y="2350262"/>
                </a:lnTo>
                <a:lnTo>
                  <a:pt x="6588506" y="2347734"/>
                </a:lnTo>
                <a:lnTo>
                  <a:pt x="6584442" y="2343912"/>
                </a:lnTo>
                <a:lnTo>
                  <a:pt x="6575933" y="2341384"/>
                </a:lnTo>
                <a:lnTo>
                  <a:pt x="6571488" y="2340102"/>
                </a:lnTo>
                <a:lnTo>
                  <a:pt x="6566535" y="2340102"/>
                </a:lnTo>
                <a:lnTo>
                  <a:pt x="6533070" y="2365502"/>
                </a:lnTo>
                <a:lnTo>
                  <a:pt x="6530454" y="2376932"/>
                </a:lnTo>
                <a:lnTo>
                  <a:pt x="6530340" y="2384552"/>
                </a:lnTo>
                <a:lnTo>
                  <a:pt x="6520815" y="2373134"/>
                </a:lnTo>
                <a:lnTo>
                  <a:pt x="6508369" y="2383282"/>
                </a:lnTo>
                <a:lnTo>
                  <a:pt x="6574790" y="2464562"/>
                </a:lnTo>
                <a:lnTo>
                  <a:pt x="6588633" y="2453132"/>
                </a:lnTo>
                <a:lnTo>
                  <a:pt x="6552311" y="2408682"/>
                </a:lnTo>
                <a:lnTo>
                  <a:pt x="6546850" y="2401062"/>
                </a:lnTo>
                <a:lnTo>
                  <a:pt x="6543230" y="2394712"/>
                </a:lnTo>
                <a:lnTo>
                  <a:pt x="6541414" y="2388362"/>
                </a:lnTo>
                <a:lnTo>
                  <a:pt x="6541389" y="2384552"/>
                </a:lnTo>
                <a:lnTo>
                  <a:pt x="6541389" y="2382012"/>
                </a:lnTo>
                <a:lnTo>
                  <a:pt x="6542659" y="2375662"/>
                </a:lnTo>
                <a:lnTo>
                  <a:pt x="6546215" y="2369312"/>
                </a:lnTo>
                <a:lnTo>
                  <a:pt x="6555740" y="2361692"/>
                </a:lnTo>
                <a:lnTo>
                  <a:pt x="6559677" y="2359152"/>
                </a:lnTo>
                <a:lnTo>
                  <a:pt x="6563741" y="2359152"/>
                </a:lnTo>
                <a:lnTo>
                  <a:pt x="6567805" y="2357882"/>
                </a:lnTo>
                <a:lnTo>
                  <a:pt x="6627241" y="2421382"/>
                </a:lnTo>
                <a:lnTo>
                  <a:pt x="6641084" y="2409952"/>
                </a:lnTo>
                <a:close/>
              </a:path>
              <a:path w="6694805" h="3124200">
                <a:moveTo>
                  <a:pt x="6694297" y="2366784"/>
                </a:moveTo>
                <a:lnTo>
                  <a:pt x="6692798" y="2365502"/>
                </a:lnTo>
                <a:lnTo>
                  <a:pt x="6682359" y="2356612"/>
                </a:lnTo>
                <a:lnTo>
                  <a:pt x="6678295" y="2360434"/>
                </a:lnTo>
                <a:lnTo>
                  <a:pt x="6676644" y="2361692"/>
                </a:lnTo>
                <a:lnTo>
                  <a:pt x="6674612" y="2364232"/>
                </a:lnTo>
                <a:lnTo>
                  <a:pt x="6672834" y="2364232"/>
                </a:lnTo>
                <a:lnTo>
                  <a:pt x="6669532" y="2365502"/>
                </a:lnTo>
                <a:lnTo>
                  <a:pt x="6668008" y="2364232"/>
                </a:lnTo>
                <a:lnTo>
                  <a:pt x="6665214" y="2362962"/>
                </a:lnTo>
                <a:lnTo>
                  <a:pt x="6662928" y="2360434"/>
                </a:lnTo>
                <a:lnTo>
                  <a:pt x="6659626" y="2356612"/>
                </a:lnTo>
                <a:lnTo>
                  <a:pt x="6630302" y="2321052"/>
                </a:lnTo>
                <a:lnTo>
                  <a:pt x="6620891" y="2309634"/>
                </a:lnTo>
                <a:lnTo>
                  <a:pt x="6634734" y="2298192"/>
                </a:lnTo>
                <a:lnTo>
                  <a:pt x="6625971" y="2286762"/>
                </a:lnTo>
                <a:lnTo>
                  <a:pt x="6612128" y="2298192"/>
                </a:lnTo>
                <a:lnTo>
                  <a:pt x="6588887" y="2270252"/>
                </a:lnTo>
                <a:lnTo>
                  <a:pt x="6581902" y="2289302"/>
                </a:lnTo>
                <a:lnTo>
                  <a:pt x="6598412" y="2309634"/>
                </a:lnTo>
                <a:lnTo>
                  <a:pt x="6588252" y="2318512"/>
                </a:lnTo>
                <a:lnTo>
                  <a:pt x="6597015" y="2328684"/>
                </a:lnTo>
                <a:lnTo>
                  <a:pt x="6607175" y="2321052"/>
                </a:lnTo>
                <a:lnTo>
                  <a:pt x="6645275" y="2366784"/>
                </a:lnTo>
                <a:lnTo>
                  <a:pt x="6652133" y="2375662"/>
                </a:lnTo>
                <a:lnTo>
                  <a:pt x="6657086" y="2380742"/>
                </a:lnTo>
                <a:lnTo>
                  <a:pt x="6660261" y="2382012"/>
                </a:lnTo>
                <a:lnTo>
                  <a:pt x="6663563" y="2384552"/>
                </a:lnTo>
                <a:lnTo>
                  <a:pt x="6667119" y="2384552"/>
                </a:lnTo>
                <a:lnTo>
                  <a:pt x="6671183" y="2383282"/>
                </a:lnTo>
                <a:lnTo>
                  <a:pt x="6675247" y="2383282"/>
                </a:lnTo>
                <a:lnTo>
                  <a:pt x="6679819" y="2380742"/>
                </a:lnTo>
                <a:lnTo>
                  <a:pt x="6684772" y="2376932"/>
                </a:lnTo>
                <a:lnTo>
                  <a:pt x="6687947" y="2374392"/>
                </a:lnTo>
                <a:lnTo>
                  <a:pt x="6690995" y="2370582"/>
                </a:lnTo>
                <a:lnTo>
                  <a:pt x="6694297" y="23667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8990" y="2225751"/>
            <a:ext cx="370712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Received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power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distance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i="1" dirty="0">
                <a:latin typeface="Arial"/>
                <a:cs typeface="Arial"/>
              </a:rPr>
              <a:t>d</a:t>
            </a:r>
            <a:r>
              <a:rPr sz="1600" i="1" spc="4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[log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scale]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5112" y="2893466"/>
            <a:ext cx="6724015" cy="2364740"/>
            <a:chOff x="515112" y="2893466"/>
            <a:chExt cx="6724015" cy="2364740"/>
          </a:xfrm>
        </p:grpSpPr>
        <p:sp>
          <p:nvSpPr>
            <p:cNvPr id="16" name="object 16"/>
            <p:cNvSpPr/>
            <p:nvPr/>
          </p:nvSpPr>
          <p:spPr>
            <a:xfrm>
              <a:off x="534162" y="2912516"/>
              <a:ext cx="3124200" cy="1651000"/>
            </a:xfrm>
            <a:custGeom>
              <a:avLst/>
              <a:gdLst/>
              <a:ahLst/>
              <a:cxnLst/>
              <a:rect l="l" t="t" r="r" b="b"/>
              <a:pathLst>
                <a:path w="3124200" h="1651000">
                  <a:moveTo>
                    <a:pt x="0" y="21945"/>
                  </a:moveTo>
                  <a:lnTo>
                    <a:pt x="61099" y="19095"/>
                  </a:lnTo>
                  <a:lnTo>
                    <a:pt x="122046" y="16287"/>
                  </a:lnTo>
                  <a:lnTo>
                    <a:pt x="182686" y="13565"/>
                  </a:lnTo>
                  <a:lnTo>
                    <a:pt x="242868" y="10972"/>
                  </a:lnTo>
                  <a:lnTo>
                    <a:pt x="302438" y="8551"/>
                  </a:lnTo>
                  <a:lnTo>
                    <a:pt x="361244" y="6343"/>
                  </a:lnTo>
                  <a:lnTo>
                    <a:pt x="419133" y="4393"/>
                  </a:lnTo>
                  <a:lnTo>
                    <a:pt x="475953" y="2743"/>
                  </a:lnTo>
                  <a:lnTo>
                    <a:pt x="531550" y="1435"/>
                  </a:lnTo>
                  <a:lnTo>
                    <a:pt x="585773" y="514"/>
                  </a:lnTo>
                  <a:lnTo>
                    <a:pt x="638468" y="21"/>
                  </a:lnTo>
                  <a:lnTo>
                    <a:pt x="689483" y="0"/>
                  </a:lnTo>
                  <a:lnTo>
                    <a:pt x="738665" y="492"/>
                  </a:lnTo>
                  <a:lnTo>
                    <a:pt x="785861" y="1543"/>
                  </a:lnTo>
                  <a:lnTo>
                    <a:pt x="830919" y="3193"/>
                  </a:lnTo>
                  <a:lnTo>
                    <a:pt x="873687" y="5486"/>
                  </a:lnTo>
                  <a:lnTo>
                    <a:pt x="914011" y="8465"/>
                  </a:lnTo>
                  <a:lnTo>
                    <a:pt x="986717" y="16652"/>
                  </a:lnTo>
                  <a:lnTo>
                    <a:pt x="1072778" y="31432"/>
                  </a:lnTo>
                  <a:lnTo>
                    <a:pt x="1113863" y="38404"/>
                  </a:lnTo>
                  <a:lnTo>
                    <a:pt x="1165480" y="53035"/>
                  </a:lnTo>
                  <a:lnTo>
                    <a:pt x="1189933" y="82296"/>
                  </a:lnTo>
                  <a:lnTo>
                    <a:pt x="1203510" y="142646"/>
                  </a:lnTo>
                  <a:lnTo>
                    <a:pt x="1211311" y="189623"/>
                  </a:lnTo>
                  <a:lnTo>
                    <a:pt x="1222502" y="250545"/>
                  </a:lnTo>
                  <a:lnTo>
                    <a:pt x="1233109" y="319950"/>
                  </a:lnTo>
                  <a:lnTo>
                    <a:pt x="1237572" y="361303"/>
                  </a:lnTo>
                  <a:lnTo>
                    <a:pt x="1241543" y="406490"/>
                  </a:lnTo>
                  <a:lnTo>
                    <a:pt x="1245072" y="455058"/>
                  </a:lnTo>
                  <a:lnTo>
                    <a:pt x="1248209" y="506558"/>
                  </a:lnTo>
                  <a:lnTo>
                    <a:pt x="1251005" y="560537"/>
                  </a:lnTo>
                  <a:lnTo>
                    <a:pt x="1253510" y="616546"/>
                  </a:lnTo>
                  <a:lnTo>
                    <a:pt x="1255774" y="674132"/>
                  </a:lnTo>
                  <a:lnTo>
                    <a:pt x="1257848" y="732847"/>
                  </a:lnTo>
                  <a:lnTo>
                    <a:pt x="1259782" y="792237"/>
                  </a:lnTo>
                  <a:lnTo>
                    <a:pt x="1261627" y="851853"/>
                  </a:lnTo>
                  <a:lnTo>
                    <a:pt x="1263433" y="911244"/>
                  </a:lnTo>
                  <a:lnTo>
                    <a:pt x="1265251" y="969958"/>
                  </a:lnTo>
                  <a:lnTo>
                    <a:pt x="1267130" y="1027545"/>
                  </a:lnTo>
                  <a:lnTo>
                    <a:pt x="1269122" y="1083553"/>
                  </a:lnTo>
                  <a:lnTo>
                    <a:pt x="1271277" y="1137533"/>
                  </a:lnTo>
                  <a:lnTo>
                    <a:pt x="1273645" y="1189032"/>
                  </a:lnTo>
                  <a:lnTo>
                    <a:pt x="1276276" y="1237600"/>
                  </a:lnTo>
                  <a:lnTo>
                    <a:pt x="1279222" y="1282787"/>
                  </a:lnTo>
                  <a:lnTo>
                    <a:pt x="1282532" y="1324140"/>
                  </a:lnTo>
                  <a:lnTo>
                    <a:pt x="1290446" y="1393545"/>
                  </a:lnTo>
                  <a:lnTo>
                    <a:pt x="1301374" y="1467438"/>
                  </a:lnTo>
                  <a:lnTo>
                    <a:pt x="1310052" y="1520347"/>
                  </a:lnTo>
                  <a:lnTo>
                    <a:pt x="1328610" y="1579283"/>
                  </a:lnTo>
                  <a:lnTo>
                    <a:pt x="1362027" y="1602500"/>
                  </a:lnTo>
                  <a:lnTo>
                    <a:pt x="1389278" y="1610760"/>
                  </a:lnTo>
                  <a:lnTo>
                    <a:pt x="1426210" y="1622145"/>
                  </a:lnTo>
                  <a:lnTo>
                    <a:pt x="1505743" y="1639148"/>
                  </a:lnTo>
                  <a:lnTo>
                    <a:pt x="1556064" y="1644816"/>
                  </a:lnTo>
                  <a:lnTo>
                    <a:pt x="1610973" y="1648595"/>
                  </a:lnTo>
                  <a:lnTo>
                    <a:pt x="1668636" y="1650484"/>
                  </a:lnTo>
                  <a:lnTo>
                    <a:pt x="1727216" y="1650484"/>
                  </a:lnTo>
                  <a:lnTo>
                    <a:pt x="1784879" y="1648595"/>
                  </a:lnTo>
                  <a:lnTo>
                    <a:pt x="1839788" y="1644816"/>
                  </a:lnTo>
                  <a:lnTo>
                    <a:pt x="1890109" y="1639148"/>
                  </a:lnTo>
                  <a:lnTo>
                    <a:pt x="1934005" y="1631591"/>
                  </a:lnTo>
                  <a:lnTo>
                    <a:pt x="2011013" y="1608482"/>
                  </a:lnTo>
                  <a:lnTo>
                    <a:pt x="2059906" y="1582157"/>
                  </a:lnTo>
                  <a:lnTo>
                    <a:pt x="2083456" y="1523840"/>
                  </a:lnTo>
                  <a:lnTo>
                    <a:pt x="2093146" y="1470189"/>
                  </a:lnTo>
                  <a:lnTo>
                    <a:pt x="2105406" y="1393545"/>
                  </a:lnTo>
                  <a:lnTo>
                    <a:pt x="2114435" y="1323467"/>
                  </a:lnTo>
                  <a:lnTo>
                    <a:pt x="2118473" y="1281536"/>
                  </a:lnTo>
                  <a:lnTo>
                    <a:pt x="2122235" y="1235689"/>
                  </a:lnTo>
                  <a:lnTo>
                    <a:pt x="2125751" y="1186436"/>
                  </a:lnTo>
                  <a:lnTo>
                    <a:pt x="2129050" y="1134286"/>
                  </a:lnTo>
                  <a:lnTo>
                    <a:pt x="2132165" y="1079747"/>
                  </a:lnTo>
                  <a:lnTo>
                    <a:pt x="2135124" y="1023329"/>
                  </a:lnTo>
                  <a:lnTo>
                    <a:pt x="2137959" y="965540"/>
                  </a:lnTo>
                  <a:lnTo>
                    <a:pt x="2140700" y="906890"/>
                  </a:lnTo>
                  <a:lnTo>
                    <a:pt x="2143378" y="847888"/>
                  </a:lnTo>
                  <a:lnTo>
                    <a:pt x="2146022" y="789043"/>
                  </a:lnTo>
                  <a:lnTo>
                    <a:pt x="2148663" y="730864"/>
                  </a:lnTo>
                  <a:lnTo>
                    <a:pt x="2151332" y="673860"/>
                  </a:lnTo>
                  <a:lnTo>
                    <a:pt x="2154060" y="618540"/>
                  </a:lnTo>
                  <a:lnTo>
                    <a:pt x="2156876" y="565413"/>
                  </a:lnTo>
                  <a:lnTo>
                    <a:pt x="2159811" y="514988"/>
                  </a:lnTo>
                  <a:lnTo>
                    <a:pt x="2162895" y="467775"/>
                  </a:lnTo>
                  <a:lnTo>
                    <a:pt x="2166160" y="424282"/>
                  </a:lnTo>
                  <a:lnTo>
                    <a:pt x="2169635" y="385019"/>
                  </a:lnTo>
                  <a:lnTo>
                    <a:pt x="2173351" y="350494"/>
                  </a:lnTo>
                  <a:lnTo>
                    <a:pt x="2178573" y="283158"/>
                  </a:lnTo>
                  <a:lnTo>
                    <a:pt x="2178271" y="229028"/>
                  </a:lnTo>
                  <a:lnTo>
                    <a:pt x="2175415" y="186142"/>
                  </a:lnTo>
                  <a:lnTo>
                    <a:pt x="2172977" y="152541"/>
                  </a:lnTo>
                  <a:lnTo>
                    <a:pt x="2173926" y="126266"/>
                  </a:lnTo>
                  <a:lnTo>
                    <a:pt x="2197871" y="87851"/>
                  </a:lnTo>
                  <a:lnTo>
                    <a:pt x="2271014" y="55219"/>
                  </a:lnTo>
                  <a:lnTo>
                    <a:pt x="2340732" y="39740"/>
                  </a:lnTo>
                  <a:lnTo>
                    <a:pt x="2384642" y="34051"/>
                  </a:lnTo>
                  <a:lnTo>
                    <a:pt x="2433446" y="29558"/>
                  </a:lnTo>
                  <a:lnTo>
                    <a:pt x="2486289" y="26134"/>
                  </a:lnTo>
                  <a:lnTo>
                    <a:pt x="2542316" y="23651"/>
                  </a:lnTo>
                  <a:lnTo>
                    <a:pt x="2600671" y="21981"/>
                  </a:lnTo>
                  <a:lnTo>
                    <a:pt x="2660501" y="20997"/>
                  </a:lnTo>
                  <a:lnTo>
                    <a:pt x="2720949" y="20572"/>
                  </a:lnTo>
                  <a:lnTo>
                    <a:pt x="2781161" y="20577"/>
                  </a:lnTo>
                  <a:lnTo>
                    <a:pt x="2840281" y="20885"/>
                  </a:lnTo>
                  <a:lnTo>
                    <a:pt x="2897455" y="21368"/>
                  </a:lnTo>
                  <a:lnTo>
                    <a:pt x="2951827" y="21899"/>
                  </a:lnTo>
                  <a:lnTo>
                    <a:pt x="3002543" y="22349"/>
                  </a:lnTo>
                  <a:lnTo>
                    <a:pt x="3048747" y="22593"/>
                  </a:lnTo>
                  <a:lnTo>
                    <a:pt x="3089584" y="22500"/>
                  </a:lnTo>
                  <a:lnTo>
                    <a:pt x="3124200" y="21945"/>
                  </a:lnTo>
                </a:path>
              </a:pathLst>
            </a:custGeom>
            <a:ln w="38100">
              <a:solidFill>
                <a:srgbClr val="00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2600" y="5105400"/>
              <a:ext cx="152400" cy="1524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81800" y="4495800"/>
              <a:ext cx="152400" cy="1524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6600" y="3733800"/>
              <a:ext cx="152400" cy="1524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0" y="3200400"/>
              <a:ext cx="152400" cy="1524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71525" y="5292344"/>
            <a:ext cx="1416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CC99"/>
                </a:solidFill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7957" y="5292344"/>
            <a:ext cx="1416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CC99"/>
                </a:solidFill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83510" y="5292344"/>
            <a:ext cx="1416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CC99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91585" y="4907242"/>
            <a:ext cx="735965" cy="62484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r>
              <a:rPr sz="1600" spc="-10" dirty="0">
                <a:latin typeface="Arial MT"/>
                <a:cs typeface="Arial MT"/>
              </a:rPr>
              <a:t>Position</a:t>
            </a:r>
            <a:endParaRPr sz="1600">
              <a:latin typeface="Arial MT"/>
              <a:cs typeface="Arial MT"/>
            </a:endParaRPr>
          </a:p>
          <a:p>
            <a:pPr marL="382270">
              <a:lnSpc>
                <a:spcPct val="100000"/>
              </a:lnSpc>
              <a:spcBef>
                <a:spcPts val="525"/>
              </a:spcBef>
            </a:pPr>
            <a:r>
              <a:rPr sz="1400" b="1" spc="-50" dirty="0">
                <a:solidFill>
                  <a:srgbClr val="00CC99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65140" y="4936617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0CC99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25793" y="4296917"/>
            <a:ext cx="13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0CC99"/>
                </a:solidFill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86118" y="3305936"/>
            <a:ext cx="3041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0CC99"/>
                </a:solidFill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  <a:p>
            <a:pPr marL="180975">
              <a:lnSpc>
                <a:spcPct val="100000"/>
              </a:lnSpc>
              <a:spcBef>
                <a:spcPts val="960"/>
              </a:spcBef>
            </a:pPr>
            <a:r>
              <a:rPr sz="1200" b="1" spc="-50" dirty="0">
                <a:solidFill>
                  <a:srgbClr val="00CC99"/>
                </a:solidFill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E18263FF-940E-CCB9-30CC-005416F6B9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E7AEB78F-7600-4121-2A22-05A06544E6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38</a:t>
            </a:fld>
            <a:endParaRPr lang="en-GB"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Consequences</a:t>
            </a:r>
            <a:r>
              <a:rPr spc="-8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fading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44549"/>
            <a:ext cx="8430895" cy="3611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Error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probability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dominated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probability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fading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dip</a:t>
            </a:r>
            <a:endParaRPr sz="2400">
              <a:latin typeface="Arial MT"/>
              <a:cs typeface="Arial MT"/>
            </a:endParaRPr>
          </a:p>
          <a:p>
            <a:pPr marL="355600" marR="625475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Error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probability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decreases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linearly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increasing </a:t>
            </a:r>
            <a:r>
              <a:rPr sz="2400" spc="-25" dirty="0">
                <a:latin typeface="Arial MT"/>
                <a:cs typeface="Arial MT"/>
              </a:rPr>
              <a:t>SNR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Fighting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effects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fading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becomes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essential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wireless </a:t>
            </a:r>
            <a:r>
              <a:rPr sz="2400" dirty="0">
                <a:latin typeface="Arial MT"/>
                <a:cs typeface="Arial MT"/>
              </a:rPr>
              <a:t>transceiver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design</a:t>
            </a:r>
            <a:endParaRPr sz="2400">
              <a:latin typeface="Arial MT"/>
              <a:cs typeface="Arial MT"/>
            </a:endParaRPr>
          </a:p>
          <a:p>
            <a:pPr marL="355600" marR="998219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Deterministic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channel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very </a:t>
            </a:r>
            <a:r>
              <a:rPr sz="2400" spc="-10" dirty="0">
                <a:latin typeface="Arial MT"/>
                <a:cs typeface="Arial MT"/>
              </a:rPr>
              <a:t>difficult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Statistical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propagation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behavior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2C6F1-0BC3-62B8-AC39-E0B50F13FC0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8B759-1738-31A1-7C56-D90ED6F1AF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39</a:t>
            </a:fld>
            <a:endParaRPr lang="en-GB"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Intersymbol</a:t>
            </a:r>
            <a:r>
              <a:rPr spc="-100" dirty="0"/>
              <a:t> </a:t>
            </a:r>
            <a:r>
              <a:rPr dirty="0"/>
              <a:t>interference</a:t>
            </a:r>
            <a:r>
              <a:rPr spc="-10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44853"/>
            <a:ext cx="5543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Channel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impulse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response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delay-</a:t>
            </a:r>
            <a:r>
              <a:rPr sz="2000" spc="-10" dirty="0">
                <a:latin typeface="Arial MT"/>
                <a:cs typeface="Arial MT"/>
              </a:rPr>
              <a:t>dispersive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20437" y="2756124"/>
            <a:ext cx="3432175" cy="2625090"/>
            <a:chOff x="1020437" y="2756124"/>
            <a:chExt cx="3432175" cy="2625090"/>
          </a:xfrm>
        </p:grpSpPr>
        <p:sp>
          <p:nvSpPr>
            <p:cNvPr id="5" name="object 5"/>
            <p:cNvSpPr/>
            <p:nvPr/>
          </p:nvSpPr>
          <p:spPr>
            <a:xfrm>
              <a:off x="1419170" y="2761979"/>
              <a:ext cx="3027680" cy="2613660"/>
            </a:xfrm>
            <a:custGeom>
              <a:avLst/>
              <a:gdLst/>
              <a:ahLst/>
              <a:cxnLst/>
              <a:rect l="l" t="t" r="r" b="b"/>
              <a:pathLst>
                <a:path w="3027679" h="2613660">
                  <a:moveTo>
                    <a:pt x="0" y="2613042"/>
                  </a:moveTo>
                  <a:lnTo>
                    <a:pt x="2053412" y="2613042"/>
                  </a:lnTo>
                </a:path>
                <a:path w="3027679" h="2613660">
                  <a:moveTo>
                    <a:pt x="2464241" y="2331754"/>
                  </a:moveTo>
                  <a:lnTo>
                    <a:pt x="3027392" y="492024"/>
                  </a:lnTo>
                </a:path>
                <a:path w="3027679" h="2613660">
                  <a:moveTo>
                    <a:pt x="363975" y="70490"/>
                  </a:moveTo>
                  <a:lnTo>
                    <a:pt x="2511158" y="0"/>
                  </a:lnTo>
                </a:path>
              </a:pathLst>
            </a:custGeom>
            <a:ln w="11712">
              <a:solidFill>
                <a:srgbClr val="232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5304" y="3447582"/>
              <a:ext cx="129315" cy="1169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12009" y="3253972"/>
              <a:ext cx="1103630" cy="2121535"/>
            </a:xfrm>
            <a:custGeom>
              <a:avLst/>
              <a:gdLst/>
              <a:ahLst/>
              <a:cxnLst/>
              <a:rect l="l" t="t" r="r" b="b"/>
              <a:pathLst>
                <a:path w="1103630" h="2121535">
                  <a:moveTo>
                    <a:pt x="187852" y="386867"/>
                  </a:moveTo>
                  <a:lnTo>
                    <a:pt x="598681" y="386867"/>
                  </a:lnTo>
                  <a:lnTo>
                    <a:pt x="598681" y="0"/>
                  </a:lnTo>
                  <a:lnTo>
                    <a:pt x="187852" y="0"/>
                  </a:lnTo>
                  <a:lnTo>
                    <a:pt x="187852" y="386867"/>
                  </a:lnTo>
                  <a:close/>
                </a:path>
                <a:path w="1103630" h="2121535">
                  <a:moveTo>
                    <a:pt x="0" y="808557"/>
                  </a:moveTo>
                  <a:lnTo>
                    <a:pt x="316668" y="738380"/>
                  </a:lnTo>
                  <a:lnTo>
                    <a:pt x="340595" y="867325"/>
                  </a:lnTo>
                  <a:lnTo>
                    <a:pt x="23442" y="949069"/>
                  </a:lnTo>
                  <a:lnTo>
                    <a:pt x="0" y="808557"/>
                  </a:lnTo>
                  <a:close/>
                </a:path>
                <a:path w="1103630" h="2121535">
                  <a:moveTo>
                    <a:pt x="750956" y="1453269"/>
                  </a:moveTo>
                  <a:lnTo>
                    <a:pt x="1067640" y="1382763"/>
                  </a:lnTo>
                  <a:lnTo>
                    <a:pt x="1103296" y="1523399"/>
                  </a:lnTo>
                  <a:lnTo>
                    <a:pt x="786143" y="1593530"/>
                  </a:lnTo>
                  <a:lnTo>
                    <a:pt x="750956" y="1453269"/>
                  </a:lnTo>
                  <a:close/>
                </a:path>
                <a:path w="1103630" h="2121535">
                  <a:moveTo>
                    <a:pt x="293366" y="2121049"/>
                  </a:moveTo>
                  <a:lnTo>
                    <a:pt x="1056067" y="293088"/>
                  </a:lnTo>
                </a:path>
              </a:pathLst>
            </a:custGeom>
            <a:ln w="11712">
              <a:solidFill>
                <a:srgbClr val="232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85973" y="3547061"/>
              <a:ext cx="82550" cy="106045"/>
            </a:xfrm>
            <a:custGeom>
              <a:avLst/>
              <a:gdLst/>
              <a:ahLst/>
              <a:cxnLst/>
              <a:rect l="l" t="t" r="r" b="b"/>
              <a:pathLst>
                <a:path w="82550" h="106045">
                  <a:moveTo>
                    <a:pt x="82103" y="0"/>
                  </a:moveTo>
                  <a:lnTo>
                    <a:pt x="0" y="70490"/>
                  </a:lnTo>
                  <a:lnTo>
                    <a:pt x="82103" y="105500"/>
                  </a:lnTo>
                  <a:lnTo>
                    <a:pt x="82103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07456" y="3523616"/>
              <a:ext cx="2804795" cy="1136650"/>
            </a:xfrm>
            <a:custGeom>
              <a:avLst/>
              <a:gdLst/>
              <a:ahLst/>
              <a:cxnLst/>
              <a:rect l="l" t="t" r="r" b="b"/>
              <a:pathLst>
                <a:path w="2804795" h="1136650">
                  <a:moveTo>
                    <a:pt x="1408299" y="1136485"/>
                  </a:moveTo>
                  <a:lnTo>
                    <a:pt x="868606" y="128945"/>
                  </a:lnTo>
                  <a:lnTo>
                    <a:pt x="657248" y="492024"/>
                  </a:lnTo>
                  <a:lnTo>
                    <a:pt x="0" y="140667"/>
                  </a:lnTo>
                </a:path>
                <a:path w="2804795" h="1136650">
                  <a:moveTo>
                    <a:pt x="2804368" y="492024"/>
                  </a:moveTo>
                  <a:lnTo>
                    <a:pt x="1619578" y="0"/>
                  </a:lnTo>
                </a:path>
              </a:pathLst>
            </a:custGeom>
            <a:ln w="11712">
              <a:solidFill>
                <a:srgbClr val="232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27035" y="3523616"/>
              <a:ext cx="105410" cy="82550"/>
            </a:xfrm>
            <a:custGeom>
              <a:avLst/>
              <a:gdLst/>
              <a:ahLst/>
              <a:cxnLst/>
              <a:rect l="l" t="t" r="r" b="b"/>
              <a:pathLst>
                <a:path w="105410" h="82550">
                  <a:moveTo>
                    <a:pt x="105405" y="0"/>
                  </a:moveTo>
                  <a:lnTo>
                    <a:pt x="0" y="0"/>
                  </a:lnTo>
                  <a:lnTo>
                    <a:pt x="70217" y="82212"/>
                  </a:lnTo>
                  <a:lnTo>
                    <a:pt x="105405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84014" y="2820747"/>
              <a:ext cx="1572895" cy="2554605"/>
            </a:xfrm>
            <a:custGeom>
              <a:avLst/>
              <a:gdLst/>
              <a:ahLst/>
              <a:cxnLst/>
              <a:rect l="l" t="t" r="r" b="b"/>
              <a:pathLst>
                <a:path w="1572895" h="2554604">
                  <a:moveTo>
                    <a:pt x="832934" y="0"/>
                  </a:moveTo>
                  <a:lnTo>
                    <a:pt x="0" y="796804"/>
                  </a:lnTo>
                </a:path>
                <a:path w="1572895" h="2554604">
                  <a:moveTo>
                    <a:pt x="11713" y="855259"/>
                  </a:moveTo>
                  <a:lnTo>
                    <a:pt x="821361" y="2554274"/>
                  </a:lnTo>
                </a:path>
                <a:path w="1572895" h="2554604">
                  <a:moveTo>
                    <a:pt x="832934" y="11722"/>
                  </a:moveTo>
                  <a:lnTo>
                    <a:pt x="1572333" y="644414"/>
                  </a:lnTo>
                </a:path>
              </a:pathLst>
            </a:custGeom>
            <a:ln w="11712">
              <a:solidFill>
                <a:srgbClr val="232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50786" y="3371382"/>
              <a:ext cx="106045" cy="93980"/>
            </a:xfrm>
            <a:custGeom>
              <a:avLst/>
              <a:gdLst/>
              <a:ahLst/>
              <a:cxnLst/>
              <a:rect l="l" t="t" r="r" b="b"/>
              <a:pathLst>
                <a:path w="106044" h="93979">
                  <a:moveTo>
                    <a:pt x="58645" y="0"/>
                  </a:moveTo>
                  <a:lnTo>
                    <a:pt x="0" y="70021"/>
                  </a:lnTo>
                  <a:lnTo>
                    <a:pt x="105561" y="93778"/>
                  </a:lnTo>
                  <a:lnTo>
                    <a:pt x="58645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6293" y="3143032"/>
              <a:ext cx="3197860" cy="890269"/>
            </a:xfrm>
            <a:custGeom>
              <a:avLst/>
              <a:gdLst/>
              <a:ahLst/>
              <a:cxnLst/>
              <a:rect l="l" t="t" r="r" b="b"/>
              <a:pathLst>
                <a:path w="3197860" h="890270">
                  <a:moveTo>
                    <a:pt x="445594" y="105188"/>
                  </a:moveTo>
                  <a:lnTo>
                    <a:pt x="433880" y="140198"/>
                  </a:lnTo>
                </a:path>
                <a:path w="3197860" h="890270">
                  <a:moveTo>
                    <a:pt x="433880" y="175678"/>
                  </a:moveTo>
                  <a:lnTo>
                    <a:pt x="422167" y="210688"/>
                  </a:lnTo>
                </a:path>
                <a:path w="3197860" h="890270">
                  <a:moveTo>
                    <a:pt x="410438" y="245855"/>
                  </a:moveTo>
                  <a:lnTo>
                    <a:pt x="410438" y="280866"/>
                  </a:lnTo>
                </a:path>
                <a:path w="3197860" h="890270">
                  <a:moveTo>
                    <a:pt x="398725" y="316345"/>
                  </a:moveTo>
                  <a:lnTo>
                    <a:pt x="398725" y="351356"/>
                  </a:lnTo>
                </a:path>
                <a:path w="3197860" h="890270">
                  <a:moveTo>
                    <a:pt x="387011" y="374801"/>
                  </a:moveTo>
                  <a:lnTo>
                    <a:pt x="375298" y="421534"/>
                  </a:lnTo>
                </a:path>
                <a:path w="3197860" h="890270">
                  <a:moveTo>
                    <a:pt x="375298" y="444822"/>
                  </a:moveTo>
                  <a:lnTo>
                    <a:pt x="363584" y="492024"/>
                  </a:lnTo>
                </a:path>
                <a:path w="3197860" h="890270">
                  <a:moveTo>
                    <a:pt x="363584" y="515468"/>
                  </a:moveTo>
                  <a:lnTo>
                    <a:pt x="351871" y="562201"/>
                  </a:lnTo>
                </a:path>
                <a:path w="3197860" h="890270">
                  <a:moveTo>
                    <a:pt x="351871" y="585490"/>
                  </a:moveTo>
                  <a:lnTo>
                    <a:pt x="340158" y="632691"/>
                  </a:lnTo>
                </a:path>
                <a:path w="3197860" h="890270">
                  <a:moveTo>
                    <a:pt x="328429" y="655980"/>
                  </a:moveTo>
                  <a:lnTo>
                    <a:pt x="328429" y="702869"/>
                  </a:lnTo>
                </a:path>
                <a:path w="3197860" h="890270">
                  <a:moveTo>
                    <a:pt x="316715" y="726157"/>
                  </a:moveTo>
                  <a:lnTo>
                    <a:pt x="316715" y="772890"/>
                  </a:lnTo>
                </a:path>
                <a:path w="3197860" h="890270">
                  <a:moveTo>
                    <a:pt x="305002" y="796647"/>
                  </a:moveTo>
                  <a:lnTo>
                    <a:pt x="293288" y="843380"/>
                  </a:lnTo>
                </a:path>
                <a:path w="3197860" h="890270">
                  <a:moveTo>
                    <a:pt x="293288" y="866825"/>
                  </a:moveTo>
                  <a:lnTo>
                    <a:pt x="293288" y="890270"/>
                  </a:lnTo>
                </a:path>
                <a:path w="3197860" h="890270">
                  <a:moveTo>
                    <a:pt x="0" y="679424"/>
                  </a:moveTo>
                  <a:lnTo>
                    <a:pt x="46869" y="667702"/>
                  </a:lnTo>
                </a:path>
                <a:path w="3197860" h="890270">
                  <a:moveTo>
                    <a:pt x="70296" y="655980"/>
                  </a:moveTo>
                  <a:lnTo>
                    <a:pt x="105436" y="632691"/>
                  </a:lnTo>
                </a:path>
                <a:path w="3197860" h="890270">
                  <a:moveTo>
                    <a:pt x="128878" y="620657"/>
                  </a:moveTo>
                  <a:lnTo>
                    <a:pt x="175732" y="597212"/>
                  </a:lnTo>
                </a:path>
                <a:path w="3197860" h="890270">
                  <a:moveTo>
                    <a:pt x="199174" y="585490"/>
                  </a:moveTo>
                  <a:lnTo>
                    <a:pt x="234706" y="573924"/>
                  </a:lnTo>
                </a:path>
                <a:path w="3197860" h="890270">
                  <a:moveTo>
                    <a:pt x="258132" y="562201"/>
                  </a:moveTo>
                  <a:lnTo>
                    <a:pt x="305002" y="538757"/>
                  </a:lnTo>
                </a:path>
                <a:path w="3197860" h="890270">
                  <a:moveTo>
                    <a:pt x="328429" y="527034"/>
                  </a:moveTo>
                  <a:lnTo>
                    <a:pt x="363584" y="503746"/>
                  </a:lnTo>
                </a:path>
                <a:path w="3197860" h="890270">
                  <a:moveTo>
                    <a:pt x="387011" y="492024"/>
                  </a:moveTo>
                  <a:lnTo>
                    <a:pt x="422167" y="480301"/>
                  </a:lnTo>
                </a:path>
                <a:path w="3197860" h="890270">
                  <a:moveTo>
                    <a:pt x="445594" y="468579"/>
                  </a:moveTo>
                  <a:lnTo>
                    <a:pt x="492854" y="444822"/>
                  </a:lnTo>
                </a:path>
                <a:path w="3197860" h="890270">
                  <a:moveTo>
                    <a:pt x="516281" y="433256"/>
                  </a:moveTo>
                  <a:lnTo>
                    <a:pt x="551421" y="409811"/>
                  </a:lnTo>
                </a:path>
                <a:path w="3197860" h="890270">
                  <a:moveTo>
                    <a:pt x="574864" y="398089"/>
                  </a:moveTo>
                  <a:lnTo>
                    <a:pt x="621717" y="386523"/>
                  </a:lnTo>
                </a:path>
                <a:path w="3197860" h="890270">
                  <a:moveTo>
                    <a:pt x="645160" y="374801"/>
                  </a:moveTo>
                  <a:lnTo>
                    <a:pt x="680300" y="351356"/>
                  </a:lnTo>
                </a:path>
                <a:path w="3197860" h="890270">
                  <a:moveTo>
                    <a:pt x="703727" y="339634"/>
                  </a:moveTo>
                  <a:lnTo>
                    <a:pt x="739274" y="316345"/>
                  </a:lnTo>
                </a:path>
                <a:path w="3197860" h="890270">
                  <a:moveTo>
                    <a:pt x="762700" y="304311"/>
                  </a:moveTo>
                  <a:lnTo>
                    <a:pt x="809570" y="292588"/>
                  </a:lnTo>
                </a:path>
                <a:path w="3197860" h="890270">
                  <a:moveTo>
                    <a:pt x="832997" y="280866"/>
                  </a:moveTo>
                  <a:lnTo>
                    <a:pt x="868137" y="257421"/>
                  </a:lnTo>
                </a:path>
                <a:path w="3197860" h="890270">
                  <a:moveTo>
                    <a:pt x="0" y="0"/>
                  </a:moveTo>
                  <a:lnTo>
                    <a:pt x="23426" y="35010"/>
                  </a:lnTo>
                </a:path>
                <a:path w="3197860" h="890270">
                  <a:moveTo>
                    <a:pt x="35140" y="58455"/>
                  </a:moveTo>
                  <a:lnTo>
                    <a:pt x="58582" y="93465"/>
                  </a:lnTo>
                </a:path>
                <a:path w="3197860" h="890270">
                  <a:moveTo>
                    <a:pt x="82009" y="105188"/>
                  </a:moveTo>
                  <a:lnTo>
                    <a:pt x="105436" y="140198"/>
                  </a:lnTo>
                </a:path>
                <a:path w="3197860" h="890270">
                  <a:moveTo>
                    <a:pt x="117165" y="163955"/>
                  </a:moveTo>
                  <a:lnTo>
                    <a:pt x="152305" y="199122"/>
                  </a:lnTo>
                </a:path>
                <a:path w="3197860" h="890270">
                  <a:moveTo>
                    <a:pt x="164019" y="222411"/>
                  </a:moveTo>
                  <a:lnTo>
                    <a:pt x="187461" y="257421"/>
                  </a:lnTo>
                </a:path>
                <a:path w="3197860" h="890270">
                  <a:moveTo>
                    <a:pt x="210888" y="280866"/>
                  </a:moveTo>
                  <a:lnTo>
                    <a:pt x="234706" y="316345"/>
                  </a:lnTo>
                </a:path>
                <a:path w="3197860" h="890270">
                  <a:moveTo>
                    <a:pt x="246419" y="339634"/>
                  </a:moveTo>
                  <a:lnTo>
                    <a:pt x="281575" y="374801"/>
                  </a:lnTo>
                </a:path>
                <a:path w="3197860" h="890270">
                  <a:moveTo>
                    <a:pt x="293288" y="398089"/>
                  </a:moveTo>
                  <a:lnTo>
                    <a:pt x="316715" y="433256"/>
                  </a:lnTo>
                </a:path>
                <a:path w="3197860" h="890270">
                  <a:moveTo>
                    <a:pt x="340158" y="444822"/>
                  </a:moveTo>
                  <a:lnTo>
                    <a:pt x="363584" y="480301"/>
                  </a:lnTo>
                </a:path>
                <a:path w="3197860" h="890270">
                  <a:moveTo>
                    <a:pt x="375298" y="503746"/>
                  </a:moveTo>
                  <a:lnTo>
                    <a:pt x="410438" y="538757"/>
                  </a:lnTo>
                </a:path>
                <a:path w="3197860" h="890270">
                  <a:moveTo>
                    <a:pt x="422167" y="562201"/>
                  </a:moveTo>
                  <a:lnTo>
                    <a:pt x="445594" y="597212"/>
                  </a:lnTo>
                </a:path>
                <a:path w="3197860" h="890270">
                  <a:moveTo>
                    <a:pt x="469021" y="620657"/>
                  </a:moveTo>
                  <a:lnTo>
                    <a:pt x="492854" y="655980"/>
                  </a:lnTo>
                </a:path>
                <a:path w="3197860" h="890270">
                  <a:moveTo>
                    <a:pt x="504568" y="679424"/>
                  </a:moveTo>
                  <a:lnTo>
                    <a:pt x="539708" y="714435"/>
                  </a:lnTo>
                </a:path>
                <a:path w="3197860" h="890270">
                  <a:moveTo>
                    <a:pt x="551421" y="726157"/>
                  </a:moveTo>
                  <a:lnTo>
                    <a:pt x="574864" y="761324"/>
                  </a:lnTo>
                </a:path>
                <a:path w="3197860" h="890270">
                  <a:moveTo>
                    <a:pt x="598290" y="785081"/>
                  </a:moveTo>
                  <a:lnTo>
                    <a:pt x="621717" y="820092"/>
                  </a:lnTo>
                </a:path>
                <a:path w="3197860" h="890270">
                  <a:moveTo>
                    <a:pt x="3197260" y="872608"/>
                  </a:moveTo>
                  <a:lnTo>
                    <a:pt x="392876" y="497807"/>
                  </a:lnTo>
                </a:path>
              </a:pathLst>
            </a:custGeom>
            <a:ln w="11712">
              <a:solidFill>
                <a:srgbClr val="232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7862" y="3576215"/>
              <a:ext cx="128877" cy="11736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15755" y="3558627"/>
              <a:ext cx="140970" cy="1113790"/>
            </a:xfrm>
            <a:custGeom>
              <a:avLst/>
              <a:gdLst/>
              <a:ahLst/>
              <a:cxnLst/>
              <a:rect l="l" t="t" r="r" b="b"/>
              <a:pathLst>
                <a:path w="140969" h="1113789">
                  <a:moveTo>
                    <a:pt x="0" y="1113165"/>
                  </a:moveTo>
                  <a:lnTo>
                    <a:pt x="140592" y="0"/>
                  </a:lnTo>
                </a:path>
              </a:pathLst>
            </a:custGeom>
            <a:ln w="11715">
              <a:solidFill>
                <a:srgbClr val="232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3583" y="2973918"/>
              <a:ext cx="410454" cy="10518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30449" y="3543466"/>
              <a:ext cx="433865" cy="1173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82846" y="4281033"/>
              <a:ext cx="446016" cy="11722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53941" y="4448115"/>
              <a:ext cx="422167" cy="10523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42517" y="3359973"/>
              <a:ext cx="211279" cy="10565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6421" y="3532212"/>
              <a:ext cx="187852" cy="117223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9824" y="5872157"/>
            <a:ext cx="3696337" cy="175706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5889861" y="3445780"/>
            <a:ext cx="2839720" cy="1926589"/>
            <a:chOff x="5889861" y="3445780"/>
            <a:chExt cx="2839720" cy="1926589"/>
          </a:xfrm>
        </p:grpSpPr>
        <p:sp>
          <p:nvSpPr>
            <p:cNvPr id="24" name="object 24"/>
            <p:cNvSpPr/>
            <p:nvPr/>
          </p:nvSpPr>
          <p:spPr>
            <a:xfrm>
              <a:off x="6124598" y="3593794"/>
              <a:ext cx="0" cy="1769745"/>
            </a:xfrm>
            <a:custGeom>
              <a:avLst/>
              <a:gdLst/>
              <a:ahLst/>
              <a:cxnLst/>
              <a:rect l="l" t="t" r="r" b="b"/>
              <a:pathLst>
                <a:path h="1769745">
                  <a:moveTo>
                    <a:pt x="0" y="0"/>
                  </a:moveTo>
                  <a:lnTo>
                    <a:pt x="0" y="1769536"/>
                  </a:lnTo>
                </a:path>
              </a:pathLst>
            </a:custGeom>
            <a:ln w="11715">
              <a:solidFill>
                <a:srgbClr val="232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77839" y="3593794"/>
              <a:ext cx="93980" cy="93980"/>
            </a:xfrm>
            <a:custGeom>
              <a:avLst/>
              <a:gdLst/>
              <a:ahLst/>
              <a:cxnLst/>
              <a:rect l="l" t="t" r="r" b="b"/>
              <a:pathLst>
                <a:path w="93979" h="93979">
                  <a:moveTo>
                    <a:pt x="46759" y="0"/>
                  </a:moveTo>
                  <a:lnTo>
                    <a:pt x="0" y="93934"/>
                  </a:lnTo>
                  <a:lnTo>
                    <a:pt x="93676" y="93934"/>
                  </a:lnTo>
                  <a:lnTo>
                    <a:pt x="46759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89861" y="5152173"/>
              <a:ext cx="2793365" cy="0"/>
            </a:xfrm>
            <a:custGeom>
              <a:avLst/>
              <a:gdLst/>
              <a:ahLst/>
              <a:cxnLst/>
              <a:rect l="l" t="t" r="r" b="b"/>
              <a:pathLst>
                <a:path w="2793365">
                  <a:moveTo>
                    <a:pt x="0" y="0"/>
                  </a:moveTo>
                  <a:lnTo>
                    <a:pt x="2792764" y="0"/>
                  </a:lnTo>
                </a:path>
              </a:pathLst>
            </a:custGeom>
            <a:ln w="11709">
              <a:solidFill>
                <a:srgbClr val="232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588481" y="5105424"/>
              <a:ext cx="94615" cy="93980"/>
            </a:xfrm>
            <a:custGeom>
              <a:avLst/>
              <a:gdLst/>
              <a:ahLst/>
              <a:cxnLst/>
              <a:rect l="l" t="t" r="r" b="b"/>
              <a:pathLst>
                <a:path w="94615" h="93979">
                  <a:moveTo>
                    <a:pt x="0" y="0"/>
                  </a:moveTo>
                  <a:lnTo>
                    <a:pt x="0" y="93887"/>
                  </a:lnTo>
                  <a:lnTo>
                    <a:pt x="94145" y="46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18431" y="4250243"/>
              <a:ext cx="1068070" cy="902335"/>
            </a:xfrm>
            <a:custGeom>
              <a:avLst/>
              <a:gdLst/>
              <a:ahLst/>
              <a:cxnLst/>
              <a:rect l="l" t="t" r="r" b="b"/>
              <a:pathLst>
                <a:path w="1068070" h="902335">
                  <a:moveTo>
                    <a:pt x="0" y="0"/>
                  </a:moveTo>
                  <a:lnTo>
                    <a:pt x="0" y="901929"/>
                  </a:lnTo>
                </a:path>
                <a:path w="1068070" h="902335">
                  <a:moveTo>
                    <a:pt x="140904" y="175678"/>
                  </a:moveTo>
                  <a:lnTo>
                    <a:pt x="129175" y="901929"/>
                  </a:lnTo>
                </a:path>
                <a:path w="1068070" h="902335">
                  <a:moveTo>
                    <a:pt x="234580" y="374801"/>
                  </a:moveTo>
                  <a:lnTo>
                    <a:pt x="234580" y="901929"/>
                  </a:lnTo>
                </a:path>
                <a:path w="1068070" h="902335">
                  <a:moveTo>
                    <a:pt x="422558" y="222411"/>
                  </a:moveTo>
                  <a:lnTo>
                    <a:pt x="410829" y="901929"/>
                  </a:lnTo>
                </a:path>
                <a:path w="1068070" h="902335">
                  <a:moveTo>
                    <a:pt x="551421" y="81743"/>
                  </a:moveTo>
                  <a:lnTo>
                    <a:pt x="551421" y="901929"/>
                  </a:lnTo>
                </a:path>
                <a:path w="1068070" h="902335">
                  <a:moveTo>
                    <a:pt x="704055" y="608950"/>
                  </a:moveTo>
                  <a:lnTo>
                    <a:pt x="704055" y="901929"/>
                  </a:lnTo>
                </a:path>
                <a:path w="1068070" h="902335">
                  <a:moveTo>
                    <a:pt x="797731" y="456998"/>
                  </a:moveTo>
                  <a:lnTo>
                    <a:pt x="797731" y="901929"/>
                  </a:lnTo>
                </a:path>
                <a:path w="1068070" h="902335">
                  <a:moveTo>
                    <a:pt x="927064" y="644398"/>
                  </a:moveTo>
                  <a:lnTo>
                    <a:pt x="915334" y="901929"/>
                  </a:lnTo>
                </a:path>
                <a:path w="1068070" h="902335">
                  <a:moveTo>
                    <a:pt x="1009010" y="785050"/>
                  </a:moveTo>
                  <a:lnTo>
                    <a:pt x="1009010" y="901929"/>
                  </a:lnTo>
                </a:path>
                <a:path w="1068070" h="902335">
                  <a:moveTo>
                    <a:pt x="1067656" y="831799"/>
                  </a:moveTo>
                  <a:lnTo>
                    <a:pt x="1067656" y="901929"/>
                  </a:lnTo>
                </a:path>
              </a:pathLst>
            </a:custGeom>
            <a:ln w="11712">
              <a:solidFill>
                <a:srgbClr val="232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16134" y="3445780"/>
              <a:ext cx="375329" cy="14051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69169" y="5185292"/>
              <a:ext cx="117603" cy="10557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51399" y="5180228"/>
              <a:ext cx="117134" cy="11687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16182" y="5180228"/>
              <a:ext cx="140905" cy="14024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693573" y="5266317"/>
              <a:ext cx="35499" cy="105594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13671" y="5883066"/>
            <a:ext cx="2205686" cy="175705"/>
          </a:xfrm>
          <a:prstGeom prst="rect">
            <a:avLst/>
          </a:prstGeom>
        </p:spPr>
      </p:pic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AC767850-6A15-2694-25BB-7EB251B5B7E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6CE983CC-321C-FACE-4BCF-7FA4BB2429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40</a:t>
            </a:fld>
            <a:endParaRPr lang="en-GB"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Intersymbol</a:t>
            </a:r>
            <a:r>
              <a:rPr spc="-100" dirty="0"/>
              <a:t> </a:t>
            </a:r>
            <a:r>
              <a:rPr dirty="0"/>
              <a:t>interference</a:t>
            </a:r>
            <a:r>
              <a:rPr spc="-100" dirty="0"/>
              <a:t> </a:t>
            </a:r>
            <a:r>
              <a:rPr spc="-25" dirty="0"/>
              <a:t>(2)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98311" y="2202909"/>
            <a:ext cx="4589780" cy="3959860"/>
            <a:chOff x="1798311" y="2202909"/>
            <a:chExt cx="4589780" cy="3959860"/>
          </a:xfrm>
        </p:grpSpPr>
        <p:sp>
          <p:nvSpPr>
            <p:cNvPr id="4" name="object 4"/>
            <p:cNvSpPr/>
            <p:nvPr/>
          </p:nvSpPr>
          <p:spPr>
            <a:xfrm>
              <a:off x="1823181" y="2327369"/>
              <a:ext cx="4488815" cy="3652520"/>
            </a:xfrm>
            <a:custGeom>
              <a:avLst/>
              <a:gdLst/>
              <a:ahLst/>
              <a:cxnLst/>
              <a:rect l="l" t="t" r="r" b="b"/>
              <a:pathLst>
                <a:path w="4488815" h="3652520">
                  <a:moveTo>
                    <a:pt x="8562" y="0"/>
                  </a:moveTo>
                  <a:lnTo>
                    <a:pt x="4223066" y="0"/>
                  </a:lnTo>
                </a:path>
                <a:path w="4488815" h="3652520">
                  <a:moveTo>
                    <a:pt x="25135" y="381975"/>
                  </a:moveTo>
                  <a:lnTo>
                    <a:pt x="4239661" y="390279"/>
                  </a:lnTo>
                </a:path>
                <a:path w="4488815" h="3652520">
                  <a:moveTo>
                    <a:pt x="8562" y="738818"/>
                  </a:moveTo>
                  <a:lnTo>
                    <a:pt x="4223066" y="747122"/>
                  </a:lnTo>
                </a:path>
                <a:path w="4488815" h="3652520">
                  <a:moveTo>
                    <a:pt x="25135" y="1095661"/>
                  </a:moveTo>
                  <a:lnTo>
                    <a:pt x="4239661" y="1103964"/>
                  </a:lnTo>
                </a:path>
                <a:path w="4488815" h="3652520">
                  <a:moveTo>
                    <a:pt x="33422" y="1461028"/>
                  </a:moveTo>
                  <a:lnTo>
                    <a:pt x="4247959" y="1469332"/>
                  </a:lnTo>
                </a:path>
                <a:path w="4488815" h="3652520">
                  <a:moveTo>
                    <a:pt x="8562" y="1826175"/>
                  </a:moveTo>
                  <a:lnTo>
                    <a:pt x="4223066" y="1834479"/>
                  </a:lnTo>
                </a:path>
                <a:path w="4488815" h="3652520">
                  <a:moveTo>
                    <a:pt x="25135" y="2183018"/>
                  </a:moveTo>
                  <a:lnTo>
                    <a:pt x="4239661" y="2191322"/>
                  </a:lnTo>
                </a:path>
                <a:path w="4488815" h="3652520">
                  <a:moveTo>
                    <a:pt x="8562" y="2548496"/>
                  </a:moveTo>
                  <a:lnTo>
                    <a:pt x="4223066" y="2556689"/>
                  </a:lnTo>
                </a:path>
                <a:path w="4488815" h="3652520">
                  <a:moveTo>
                    <a:pt x="0" y="2913576"/>
                  </a:moveTo>
                  <a:lnTo>
                    <a:pt x="4223066" y="2913576"/>
                  </a:lnTo>
                </a:path>
                <a:path w="4488815" h="3652520">
                  <a:moveTo>
                    <a:pt x="0" y="3278701"/>
                  </a:moveTo>
                  <a:lnTo>
                    <a:pt x="4214769" y="3287259"/>
                  </a:lnTo>
                </a:path>
                <a:path w="4488815" h="3652520">
                  <a:moveTo>
                    <a:pt x="8563" y="3644113"/>
                  </a:moveTo>
                  <a:lnTo>
                    <a:pt x="4488585" y="3652384"/>
                  </a:lnTo>
                </a:path>
              </a:pathLst>
            </a:custGeom>
            <a:ln w="8291">
              <a:solidFill>
                <a:srgbClr val="232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45166" y="5938079"/>
              <a:ext cx="66675" cy="74930"/>
            </a:xfrm>
            <a:custGeom>
              <a:avLst/>
              <a:gdLst/>
              <a:ahLst/>
              <a:cxnLst/>
              <a:rect l="l" t="t" r="r" b="b"/>
              <a:pathLst>
                <a:path w="66675" h="74929">
                  <a:moveTo>
                    <a:pt x="0" y="0"/>
                  </a:moveTo>
                  <a:lnTo>
                    <a:pt x="0" y="74800"/>
                  </a:lnTo>
                  <a:lnTo>
                    <a:pt x="66600" y="416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38904" y="2202909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2965"/>
                  </a:lnTo>
                </a:path>
              </a:pathLst>
            </a:custGeom>
            <a:ln w="16576">
              <a:solidFill>
                <a:srgbClr val="23201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0616" y="4485587"/>
              <a:ext cx="16510" cy="33655"/>
            </a:xfrm>
            <a:custGeom>
              <a:avLst/>
              <a:gdLst/>
              <a:ahLst/>
              <a:cxnLst/>
              <a:rect l="l" t="t" r="r" b="b"/>
              <a:pathLst>
                <a:path w="16510" h="33654">
                  <a:moveTo>
                    <a:pt x="16484" y="0"/>
                  </a:moveTo>
                  <a:lnTo>
                    <a:pt x="0" y="0"/>
                  </a:lnTo>
                  <a:lnTo>
                    <a:pt x="0" y="33104"/>
                  </a:lnTo>
                  <a:lnTo>
                    <a:pt x="8297" y="33104"/>
                  </a:lnTo>
                  <a:lnTo>
                    <a:pt x="16484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34760" y="4560418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h="506729">
                  <a:moveTo>
                    <a:pt x="0" y="0"/>
                  </a:moveTo>
                  <a:lnTo>
                    <a:pt x="0" y="506103"/>
                  </a:lnTo>
                </a:path>
              </a:pathLst>
            </a:custGeom>
            <a:ln w="8288">
              <a:solidFill>
                <a:srgbClr val="23201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30606" y="5108205"/>
              <a:ext cx="0" cy="1054735"/>
            </a:xfrm>
            <a:custGeom>
              <a:avLst/>
              <a:gdLst/>
              <a:ahLst/>
              <a:cxnLst/>
              <a:rect l="l" t="t" r="r" b="b"/>
              <a:pathLst>
                <a:path h="1054735">
                  <a:moveTo>
                    <a:pt x="0" y="0"/>
                  </a:moveTo>
                  <a:lnTo>
                    <a:pt x="0" y="1054254"/>
                  </a:lnTo>
                </a:path>
              </a:pathLst>
            </a:custGeom>
            <a:ln w="16576">
              <a:solidFill>
                <a:srgbClr val="23201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98307" y="2468905"/>
              <a:ext cx="4264660" cy="1096010"/>
            </a:xfrm>
            <a:custGeom>
              <a:avLst/>
              <a:gdLst/>
              <a:ahLst/>
              <a:cxnLst/>
              <a:rect l="l" t="t" r="r" b="b"/>
              <a:pathLst>
                <a:path w="4264660" h="1096010">
                  <a:moveTo>
                    <a:pt x="74866" y="962393"/>
                  </a:moveTo>
                  <a:lnTo>
                    <a:pt x="49999" y="962393"/>
                  </a:lnTo>
                  <a:lnTo>
                    <a:pt x="49999" y="1004062"/>
                  </a:lnTo>
                  <a:lnTo>
                    <a:pt x="74866" y="1004062"/>
                  </a:lnTo>
                  <a:lnTo>
                    <a:pt x="74866" y="962393"/>
                  </a:lnTo>
                  <a:close/>
                </a:path>
                <a:path w="4264660" h="1096010">
                  <a:moveTo>
                    <a:pt x="74866" y="896239"/>
                  </a:moveTo>
                  <a:lnTo>
                    <a:pt x="49999" y="896239"/>
                  </a:lnTo>
                  <a:lnTo>
                    <a:pt x="49999" y="937641"/>
                  </a:lnTo>
                  <a:lnTo>
                    <a:pt x="74866" y="937641"/>
                  </a:lnTo>
                  <a:lnTo>
                    <a:pt x="74866" y="896239"/>
                  </a:lnTo>
                  <a:close/>
                </a:path>
                <a:path w="4264660" h="1096010">
                  <a:moveTo>
                    <a:pt x="74866" y="829640"/>
                  </a:moveTo>
                  <a:lnTo>
                    <a:pt x="49999" y="829640"/>
                  </a:lnTo>
                  <a:lnTo>
                    <a:pt x="49999" y="871308"/>
                  </a:lnTo>
                  <a:lnTo>
                    <a:pt x="74866" y="871308"/>
                  </a:lnTo>
                  <a:lnTo>
                    <a:pt x="74866" y="829640"/>
                  </a:lnTo>
                  <a:close/>
                </a:path>
                <a:path w="4264660" h="1096010">
                  <a:moveTo>
                    <a:pt x="108026" y="796544"/>
                  </a:moveTo>
                  <a:lnTo>
                    <a:pt x="66586" y="796544"/>
                  </a:lnTo>
                  <a:lnTo>
                    <a:pt x="66586" y="821385"/>
                  </a:lnTo>
                  <a:lnTo>
                    <a:pt x="108026" y="821385"/>
                  </a:lnTo>
                  <a:lnTo>
                    <a:pt x="108026" y="796544"/>
                  </a:lnTo>
                  <a:close/>
                </a:path>
                <a:path w="4264660" h="1096010">
                  <a:moveTo>
                    <a:pt x="174332" y="796544"/>
                  </a:moveTo>
                  <a:lnTo>
                    <a:pt x="132892" y="796544"/>
                  </a:lnTo>
                  <a:lnTo>
                    <a:pt x="132892" y="821385"/>
                  </a:lnTo>
                  <a:lnTo>
                    <a:pt x="174332" y="821385"/>
                  </a:lnTo>
                  <a:lnTo>
                    <a:pt x="174332" y="796544"/>
                  </a:lnTo>
                  <a:close/>
                </a:path>
                <a:path w="4264660" h="1096010">
                  <a:moveTo>
                    <a:pt x="240639" y="804887"/>
                  </a:moveTo>
                  <a:lnTo>
                    <a:pt x="199186" y="796582"/>
                  </a:lnTo>
                  <a:lnTo>
                    <a:pt x="199186" y="821385"/>
                  </a:lnTo>
                  <a:lnTo>
                    <a:pt x="240639" y="821385"/>
                  </a:lnTo>
                  <a:lnTo>
                    <a:pt x="240639" y="804887"/>
                  </a:lnTo>
                  <a:close/>
                </a:path>
                <a:path w="4264660" h="1096010">
                  <a:moveTo>
                    <a:pt x="298640" y="987577"/>
                  </a:moveTo>
                  <a:lnTo>
                    <a:pt x="273786" y="987577"/>
                  </a:lnTo>
                  <a:lnTo>
                    <a:pt x="273786" y="1028979"/>
                  </a:lnTo>
                  <a:lnTo>
                    <a:pt x="298640" y="1028979"/>
                  </a:lnTo>
                  <a:lnTo>
                    <a:pt x="298640" y="987577"/>
                  </a:lnTo>
                  <a:close/>
                </a:path>
                <a:path w="4264660" h="1096010">
                  <a:moveTo>
                    <a:pt x="298640" y="921042"/>
                  </a:moveTo>
                  <a:lnTo>
                    <a:pt x="273786" y="921042"/>
                  </a:lnTo>
                  <a:lnTo>
                    <a:pt x="273786" y="962431"/>
                  </a:lnTo>
                  <a:lnTo>
                    <a:pt x="298640" y="962431"/>
                  </a:lnTo>
                  <a:lnTo>
                    <a:pt x="298640" y="921042"/>
                  </a:lnTo>
                  <a:close/>
                </a:path>
                <a:path w="4264660" h="1096010">
                  <a:moveTo>
                    <a:pt x="298640" y="854557"/>
                  </a:moveTo>
                  <a:lnTo>
                    <a:pt x="273786" y="854557"/>
                  </a:lnTo>
                  <a:lnTo>
                    <a:pt x="273786" y="896226"/>
                  </a:lnTo>
                  <a:lnTo>
                    <a:pt x="298640" y="896226"/>
                  </a:lnTo>
                  <a:lnTo>
                    <a:pt x="298640" y="854557"/>
                  </a:lnTo>
                  <a:close/>
                </a:path>
                <a:path w="4264660" h="1096010">
                  <a:moveTo>
                    <a:pt x="298653" y="1053782"/>
                  </a:moveTo>
                  <a:lnTo>
                    <a:pt x="273786" y="1053782"/>
                  </a:lnTo>
                  <a:lnTo>
                    <a:pt x="273786" y="1087208"/>
                  </a:lnTo>
                  <a:lnTo>
                    <a:pt x="273786" y="1095413"/>
                  </a:lnTo>
                  <a:lnTo>
                    <a:pt x="282079" y="1095413"/>
                  </a:lnTo>
                  <a:lnTo>
                    <a:pt x="290360" y="1087208"/>
                  </a:lnTo>
                  <a:lnTo>
                    <a:pt x="298653" y="1053782"/>
                  </a:lnTo>
                  <a:close/>
                </a:path>
                <a:path w="4264660" h="1096010">
                  <a:moveTo>
                    <a:pt x="298653" y="804887"/>
                  </a:moveTo>
                  <a:lnTo>
                    <a:pt x="290360" y="804887"/>
                  </a:lnTo>
                  <a:lnTo>
                    <a:pt x="265493" y="804887"/>
                  </a:lnTo>
                  <a:lnTo>
                    <a:pt x="265493" y="821385"/>
                  </a:lnTo>
                  <a:lnTo>
                    <a:pt x="273786" y="821385"/>
                  </a:lnTo>
                  <a:lnTo>
                    <a:pt x="273786" y="829691"/>
                  </a:lnTo>
                  <a:lnTo>
                    <a:pt x="298640" y="829691"/>
                  </a:lnTo>
                  <a:lnTo>
                    <a:pt x="298640" y="813130"/>
                  </a:lnTo>
                  <a:lnTo>
                    <a:pt x="298653" y="804887"/>
                  </a:lnTo>
                  <a:close/>
                </a:path>
                <a:path w="4264660" h="1096010">
                  <a:moveTo>
                    <a:pt x="4264533" y="16510"/>
                  </a:moveTo>
                  <a:lnTo>
                    <a:pt x="4239641" y="16510"/>
                  </a:lnTo>
                  <a:lnTo>
                    <a:pt x="4239641" y="398780"/>
                  </a:lnTo>
                  <a:lnTo>
                    <a:pt x="4065282" y="398780"/>
                  </a:lnTo>
                  <a:lnTo>
                    <a:pt x="4065282" y="49530"/>
                  </a:lnTo>
                  <a:lnTo>
                    <a:pt x="4065282" y="25400"/>
                  </a:lnTo>
                  <a:lnTo>
                    <a:pt x="4048798" y="25400"/>
                  </a:lnTo>
                  <a:lnTo>
                    <a:pt x="3824655" y="25400"/>
                  </a:lnTo>
                  <a:lnTo>
                    <a:pt x="3816350" y="25400"/>
                  </a:lnTo>
                  <a:lnTo>
                    <a:pt x="3816350" y="33020"/>
                  </a:lnTo>
                  <a:lnTo>
                    <a:pt x="3824287" y="398780"/>
                  </a:lnTo>
                  <a:lnTo>
                    <a:pt x="3650259" y="398780"/>
                  </a:lnTo>
                  <a:lnTo>
                    <a:pt x="3642537" y="58420"/>
                  </a:lnTo>
                  <a:lnTo>
                    <a:pt x="3642334" y="49745"/>
                  </a:lnTo>
                  <a:lnTo>
                    <a:pt x="3642334" y="33020"/>
                  </a:lnTo>
                  <a:lnTo>
                    <a:pt x="3634028" y="33020"/>
                  </a:lnTo>
                  <a:lnTo>
                    <a:pt x="3418294" y="33020"/>
                  </a:lnTo>
                  <a:lnTo>
                    <a:pt x="3401707" y="33020"/>
                  </a:lnTo>
                  <a:lnTo>
                    <a:pt x="3401707" y="398780"/>
                  </a:lnTo>
                  <a:lnTo>
                    <a:pt x="3243567" y="398780"/>
                  </a:lnTo>
                  <a:lnTo>
                    <a:pt x="3235845" y="58420"/>
                  </a:lnTo>
                  <a:lnTo>
                    <a:pt x="3235655" y="49745"/>
                  </a:lnTo>
                  <a:lnTo>
                    <a:pt x="3235642" y="33020"/>
                  </a:lnTo>
                  <a:lnTo>
                    <a:pt x="3227349" y="33020"/>
                  </a:lnTo>
                  <a:lnTo>
                    <a:pt x="2779280" y="33020"/>
                  </a:lnTo>
                  <a:lnTo>
                    <a:pt x="2770987" y="33020"/>
                  </a:lnTo>
                  <a:lnTo>
                    <a:pt x="2770987" y="398780"/>
                  </a:lnTo>
                  <a:lnTo>
                    <a:pt x="2588285" y="398780"/>
                  </a:lnTo>
                  <a:lnTo>
                    <a:pt x="2580373" y="49745"/>
                  </a:lnTo>
                  <a:lnTo>
                    <a:pt x="2580360" y="25400"/>
                  </a:lnTo>
                  <a:lnTo>
                    <a:pt x="2572067" y="25400"/>
                  </a:lnTo>
                  <a:lnTo>
                    <a:pt x="1908162" y="33020"/>
                  </a:lnTo>
                  <a:lnTo>
                    <a:pt x="1891677" y="33020"/>
                  </a:lnTo>
                  <a:lnTo>
                    <a:pt x="1891677" y="41910"/>
                  </a:lnTo>
                  <a:lnTo>
                    <a:pt x="1899500" y="398780"/>
                  </a:lnTo>
                  <a:lnTo>
                    <a:pt x="1310855" y="398780"/>
                  </a:lnTo>
                  <a:lnTo>
                    <a:pt x="1310855" y="41910"/>
                  </a:lnTo>
                  <a:lnTo>
                    <a:pt x="1310855" y="16510"/>
                  </a:lnTo>
                  <a:lnTo>
                    <a:pt x="1302664" y="16510"/>
                  </a:lnTo>
                  <a:lnTo>
                    <a:pt x="1086827" y="16510"/>
                  </a:lnTo>
                  <a:lnTo>
                    <a:pt x="1078522" y="16510"/>
                  </a:lnTo>
                  <a:lnTo>
                    <a:pt x="1078522" y="398780"/>
                  </a:lnTo>
                  <a:lnTo>
                    <a:pt x="871308" y="398780"/>
                  </a:lnTo>
                  <a:lnTo>
                    <a:pt x="871308" y="8890"/>
                  </a:lnTo>
                  <a:lnTo>
                    <a:pt x="854494" y="8890"/>
                  </a:lnTo>
                  <a:lnTo>
                    <a:pt x="655574" y="8890"/>
                  </a:lnTo>
                  <a:lnTo>
                    <a:pt x="647280" y="8890"/>
                  </a:lnTo>
                  <a:lnTo>
                    <a:pt x="647280" y="398780"/>
                  </a:lnTo>
                  <a:lnTo>
                    <a:pt x="240982" y="398780"/>
                  </a:lnTo>
                  <a:lnTo>
                    <a:pt x="248729" y="25704"/>
                  </a:lnTo>
                  <a:lnTo>
                    <a:pt x="248742" y="25400"/>
                  </a:lnTo>
                  <a:lnTo>
                    <a:pt x="248920" y="16510"/>
                  </a:lnTo>
                  <a:lnTo>
                    <a:pt x="248920" y="8890"/>
                  </a:lnTo>
                  <a:lnTo>
                    <a:pt x="240639" y="8890"/>
                  </a:lnTo>
                  <a:lnTo>
                    <a:pt x="8280" y="0"/>
                  </a:lnTo>
                  <a:lnTo>
                    <a:pt x="0" y="0"/>
                  </a:lnTo>
                  <a:lnTo>
                    <a:pt x="0" y="208280"/>
                  </a:lnTo>
                  <a:lnTo>
                    <a:pt x="24866" y="208280"/>
                  </a:lnTo>
                  <a:lnTo>
                    <a:pt x="17284" y="25704"/>
                  </a:lnTo>
                  <a:lnTo>
                    <a:pt x="17272" y="25400"/>
                  </a:lnTo>
                  <a:lnTo>
                    <a:pt x="223875" y="25400"/>
                  </a:lnTo>
                  <a:lnTo>
                    <a:pt x="215760" y="415290"/>
                  </a:lnTo>
                  <a:lnTo>
                    <a:pt x="215760" y="422910"/>
                  </a:lnTo>
                  <a:lnTo>
                    <a:pt x="232346" y="422910"/>
                  </a:lnTo>
                  <a:lnTo>
                    <a:pt x="663867" y="422910"/>
                  </a:lnTo>
                  <a:lnTo>
                    <a:pt x="672172" y="422910"/>
                  </a:lnTo>
                  <a:lnTo>
                    <a:pt x="672172" y="415290"/>
                  </a:lnTo>
                  <a:lnTo>
                    <a:pt x="671830" y="398780"/>
                  </a:lnTo>
                  <a:lnTo>
                    <a:pt x="664210" y="33020"/>
                  </a:lnTo>
                  <a:lnTo>
                    <a:pt x="664210" y="32689"/>
                  </a:lnTo>
                  <a:lnTo>
                    <a:pt x="846391" y="25704"/>
                  </a:lnTo>
                  <a:lnTo>
                    <a:pt x="854494" y="415290"/>
                  </a:lnTo>
                  <a:lnTo>
                    <a:pt x="854494" y="422910"/>
                  </a:lnTo>
                  <a:lnTo>
                    <a:pt x="863117" y="422910"/>
                  </a:lnTo>
                  <a:lnTo>
                    <a:pt x="1086827" y="422910"/>
                  </a:lnTo>
                  <a:lnTo>
                    <a:pt x="1103414" y="422910"/>
                  </a:lnTo>
                  <a:lnTo>
                    <a:pt x="1103414" y="415290"/>
                  </a:lnTo>
                  <a:lnTo>
                    <a:pt x="1103071" y="398780"/>
                  </a:lnTo>
                  <a:lnTo>
                    <a:pt x="1095476" y="41910"/>
                  </a:lnTo>
                  <a:lnTo>
                    <a:pt x="1294015" y="41910"/>
                  </a:lnTo>
                  <a:lnTo>
                    <a:pt x="1286078" y="415290"/>
                  </a:lnTo>
                  <a:lnTo>
                    <a:pt x="1286078" y="422910"/>
                  </a:lnTo>
                  <a:lnTo>
                    <a:pt x="1302664" y="422910"/>
                  </a:lnTo>
                  <a:lnTo>
                    <a:pt x="1908162" y="422910"/>
                  </a:lnTo>
                  <a:lnTo>
                    <a:pt x="1916455" y="422910"/>
                  </a:lnTo>
                  <a:lnTo>
                    <a:pt x="1916455" y="398780"/>
                  </a:lnTo>
                  <a:lnTo>
                    <a:pt x="1916455" y="58420"/>
                  </a:lnTo>
                  <a:lnTo>
                    <a:pt x="1908162" y="58420"/>
                  </a:lnTo>
                  <a:lnTo>
                    <a:pt x="1916455" y="58318"/>
                  </a:lnTo>
                  <a:lnTo>
                    <a:pt x="2555481" y="49745"/>
                  </a:lnTo>
                  <a:lnTo>
                    <a:pt x="2563774" y="415290"/>
                  </a:lnTo>
                  <a:lnTo>
                    <a:pt x="2563774" y="422910"/>
                  </a:lnTo>
                  <a:lnTo>
                    <a:pt x="2572067" y="422910"/>
                  </a:lnTo>
                  <a:lnTo>
                    <a:pt x="2779280" y="422910"/>
                  </a:lnTo>
                  <a:lnTo>
                    <a:pt x="2787586" y="422910"/>
                  </a:lnTo>
                  <a:lnTo>
                    <a:pt x="2787586" y="398780"/>
                  </a:lnTo>
                  <a:lnTo>
                    <a:pt x="2787586" y="58420"/>
                  </a:lnTo>
                  <a:lnTo>
                    <a:pt x="3219158" y="58420"/>
                  </a:lnTo>
                  <a:lnTo>
                    <a:pt x="3219158" y="422910"/>
                  </a:lnTo>
                  <a:lnTo>
                    <a:pt x="3227349" y="422910"/>
                  </a:lnTo>
                  <a:lnTo>
                    <a:pt x="3418294" y="422910"/>
                  </a:lnTo>
                  <a:lnTo>
                    <a:pt x="3426599" y="422910"/>
                  </a:lnTo>
                  <a:lnTo>
                    <a:pt x="3426599" y="398780"/>
                  </a:lnTo>
                  <a:lnTo>
                    <a:pt x="3426599" y="58420"/>
                  </a:lnTo>
                  <a:lnTo>
                    <a:pt x="3617404" y="58420"/>
                  </a:lnTo>
                  <a:lnTo>
                    <a:pt x="3625519" y="415290"/>
                  </a:lnTo>
                  <a:lnTo>
                    <a:pt x="3625519" y="422910"/>
                  </a:lnTo>
                  <a:lnTo>
                    <a:pt x="3642334" y="422910"/>
                  </a:lnTo>
                  <a:lnTo>
                    <a:pt x="3832949" y="422910"/>
                  </a:lnTo>
                  <a:lnTo>
                    <a:pt x="3841254" y="422910"/>
                  </a:lnTo>
                  <a:lnTo>
                    <a:pt x="3841254" y="398780"/>
                  </a:lnTo>
                  <a:lnTo>
                    <a:pt x="3841254" y="49530"/>
                  </a:lnTo>
                  <a:lnTo>
                    <a:pt x="4040492" y="49530"/>
                  </a:lnTo>
                  <a:lnTo>
                    <a:pt x="4040492" y="422910"/>
                  </a:lnTo>
                  <a:lnTo>
                    <a:pt x="4048798" y="422910"/>
                  </a:lnTo>
                  <a:lnTo>
                    <a:pt x="4256227" y="422910"/>
                  </a:lnTo>
                  <a:lnTo>
                    <a:pt x="4264533" y="422910"/>
                  </a:lnTo>
                  <a:lnTo>
                    <a:pt x="4264533" y="398780"/>
                  </a:lnTo>
                  <a:lnTo>
                    <a:pt x="4264533" y="1651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80392" y="3555889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89">
                  <a:moveTo>
                    <a:pt x="0" y="0"/>
                  </a:moveTo>
                  <a:lnTo>
                    <a:pt x="414927" y="0"/>
                  </a:lnTo>
                </a:path>
              </a:pathLst>
            </a:custGeom>
            <a:ln w="16834">
              <a:solidFill>
                <a:srgbClr val="23201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95372" y="3373335"/>
              <a:ext cx="25400" cy="174625"/>
            </a:xfrm>
            <a:custGeom>
              <a:avLst/>
              <a:gdLst/>
              <a:ahLst/>
              <a:cxnLst/>
              <a:rect l="l" t="t" r="r" b="b"/>
              <a:pathLst>
                <a:path w="25400" h="174625">
                  <a:moveTo>
                    <a:pt x="24866" y="132753"/>
                  </a:moveTo>
                  <a:lnTo>
                    <a:pt x="0" y="132753"/>
                  </a:lnTo>
                  <a:lnTo>
                    <a:pt x="0" y="174142"/>
                  </a:lnTo>
                  <a:lnTo>
                    <a:pt x="24866" y="174142"/>
                  </a:lnTo>
                  <a:lnTo>
                    <a:pt x="24866" y="132753"/>
                  </a:lnTo>
                  <a:close/>
                </a:path>
                <a:path w="25400" h="174625">
                  <a:moveTo>
                    <a:pt x="24866" y="66268"/>
                  </a:moveTo>
                  <a:lnTo>
                    <a:pt x="0" y="66268"/>
                  </a:lnTo>
                  <a:lnTo>
                    <a:pt x="0" y="107937"/>
                  </a:lnTo>
                  <a:lnTo>
                    <a:pt x="24866" y="107937"/>
                  </a:lnTo>
                  <a:lnTo>
                    <a:pt x="24866" y="66268"/>
                  </a:lnTo>
                  <a:close/>
                </a:path>
                <a:path w="25400" h="174625">
                  <a:moveTo>
                    <a:pt x="24866" y="0"/>
                  </a:moveTo>
                  <a:lnTo>
                    <a:pt x="0" y="0"/>
                  </a:lnTo>
                  <a:lnTo>
                    <a:pt x="0" y="41402"/>
                  </a:lnTo>
                  <a:lnTo>
                    <a:pt x="24866" y="41402"/>
                  </a:lnTo>
                  <a:lnTo>
                    <a:pt x="24866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5376" y="3273721"/>
              <a:ext cx="506098" cy="29888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26295" y="3282060"/>
              <a:ext cx="140970" cy="307340"/>
            </a:xfrm>
            <a:custGeom>
              <a:avLst/>
              <a:gdLst/>
              <a:ahLst/>
              <a:cxnLst/>
              <a:rect l="l" t="t" r="r" b="b"/>
              <a:pathLst>
                <a:path w="140969" h="307339">
                  <a:moveTo>
                    <a:pt x="41440" y="0"/>
                  </a:moveTo>
                  <a:lnTo>
                    <a:pt x="0" y="0"/>
                  </a:lnTo>
                  <a:lnTo>
                    <a:pt x="0" y="24828"/>
                  </a:lnTo>
                  <a:lnTo>
                    <a:pt x="41440" y="24828"/>
                  </a:lnTo>
                  <a:lnTo>
                    <a:pt x="41440" y="0"/>
                  </a:lnTo>
                  <a:close/>
                </a:path>
                <a:path w="140969" h="307339">
                  <a:moveTo>
                    <a:pt x="107823" y="0"/>
                  </a:moveTo>
                  <a:lnTo>
                    <a:pt x="66382" y="0"/>
                  </a:lnTo>
                  <a:lnTo>
                    <a:pt x="66382" y="24828"/>
                  </a:lnTo>
                  <a:lnTo>
                    <a:pt x="107823" y="24828"/>
                  </a:lnTo>
                  <a:lnTo>
                    <a:pt x="107823" y="0"/>
                  </a:lnTo>
                  <a:close/>
                </a:path>
                <a:path w="140969" h="307339">
                  <a:moveTo>
                    <a:pt x="140919" y="215722"/>
                  </a:moveTo>
                  <a:lnTo>
                    <a:pt x="116052" y="215722"/>
                  </a:lnTo>
                  <a:lnTo>
                    <a:pt x="116052" y="257124"/>
                  </a:lnTo>
                  <a:lnTo>
                    <a:pt x="140919" y="257124"/>
                  </a:lnTo>
                  <a:lnTo>
                    <a:pt x="140919" y="215722"/>
                  </a:lnTo>
                  <a:close/>
                </a:path>
                <a:path w="140969" h="307339">
                  <a:moveTo>
                    <a:pt x="140919" y="149237"/>
                  </a:moveTo>
                  <a:lnTo>
                    <a:pt x="116052" y="149237"/>
                  </a:lnTo>
                  <a:lnTo>
                    <a:pt x="116052" y="190906"/>
                  </a:lnTo>
                  <a:lnTo>
                    <a:pt x="140919" y="190906"/>
                  </a:lnTo>
                  <a:lnTo>
                    <a:pt x="140919" y="149237"/>
                  </a:lnTo>
                  <a:close/>
                </a:path>
                <a:path w="140969" h="307339">
                  <a:moveTo>
                    <a:pt x="140919" y="83083"/>
                  </a:moveTo>
                  <a:lnTo>
                    <a:pt x="116052" y="83083"/>
                  </a:lnTo>
                  <a:lnTo>
                    <a:pt x="116052" y="124485"/>
                  </a:lnTo>
                  <a:lnTo>
                    <a:pt x="140919" y="124485"/>
                  </a:lnTo>
                  <a:lnTo>
                    <a:pt x="140919" y="83083"/>
                  </a:lnTo>
                  <a:close/>
                </a:path>
                <a:path w="140969" h="307339">
                  <a:moveTo>
                    <a:pt x="140919" y="16484"/>
                  </a:moveTo>
                  <a:lnTo>
                    <a:pt x="116052" y="16484"/>
                  </a:lnTo>
                  <a:lnTo>
                    <a:pt x="116052" y="58153"/>
                  </a:lnTo>
                  <a:lnTo>
                    <a:pt x="140919" y="58153"/>
                  </a:lnTo>
                  <a:lnTo>
                    <a:pt x="140919" y="16484"/>
                  </a:lnTo>
                  <a:close/>
                </a:path>
                <a:path w="140969" h="307339">
                  <a:moveTo>
                    <a:pt x="140944" y="282257"/>
                  </a:moveTo>
                  <a:lnTo>
                    <a:pt x="124358" y="282257"/>
                  </a:lnTo>
                  <a:lnTo>
                    <a:pt x="124358" y="290550"/>
                  </a:lnTo>
                  <a:lnTo>
                    <a:pt x="124358" y="307162"/>
                  </a:lnTo>
                  <a:lnTo>
                    <a:pt x="132651" y="307162"/>
                  </a:lnTo>
                  <a:lnTo>
                    <a:pt x="140944" y="290550"/>
                  </a:lnTo>
                  <a:lnTo>
                    <a:pt x="140944" y="282257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58952" y="3576798"/>
              <a:ext cx="564515" cy="0"/>
            </a:xfrm>
            <a:custGeom>
              <a:avLst/>
              <a:gdLst/>
              <a:ahLst/>
              <a:cxnLst/>
              <a:rect l="l" t="t" r="r" b="b"/>
              <a:pathLst>
                <a:path w="564514">
                  <a:moveTo>
                    <a:pt x="0" y="0"/>
                  </a:moveTo>
                  <a:lnTo>
                    <a:pt x="564171" y="0"/>
                  </a:lnTo>
                </a:path>
              </a:pathLst>
            </a:custGeom>
            <a:ln w="24838">
              <a:solidFill>
                <a:srgbClr val="23201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39654" y="3298596"/>
              <a:ext cx="33655" cy="290830"/>
            </a:xfrm>
            <a:custGeom>
              <a:avLst/>
              <a:gdLst/>
              <a:ahLst/>
              <a:cxnLst/>
              <a:rect l="l" t="t" r="r" b="b"/>
              <a:pathLst>
                <a:path w="33654" h="290829">
                  <a:moveTo>
                    <a:pt x="24892" y="8293"/>
                  </a:moveTo>
                  <a:lnTo>
                    <a:pt x="16598" y="0"/>
                  </a:lnTo>
                  <a:lnTo>
                    <a:pt x="8305" y="0"/>
                  </a:lnTo>
                  <a:lnTo>
                    <a:pt x="8305" y="8293"/>
                  </a:lnTo>
                  <a:lnTo>
                    <a:pt x="8305" y="33096"/>
                  </a:lnTo>
                  <a:lnTo>
                    <a:pt x="24892" y="33096"/>
                  </a:lnTo>
                  <a:lnTo>
                    <a:pt x="24892" y="8293"/>
                  </a:lnTo>
                  <a:close/>
                </a:path>
                <a:path w="33654" h="290829">
                  <a:moveTo>
                    <a:pt x="33413" y="99644"/>
                  </a:moveTo>
                  <a:lnTo>
                    <a:pt x="24892" y="49923"/>
                  </a:lnTo>
                  <a:lnTo>
                    <a:pt x="8305" y="49923"/>
                  </a:lnTo>
                  <a:lnTo>
                    <a:pt x="8305" y="99644"/>
                  </a:lnTo>
                  <a:lnTo>
                    <a:pt x="33413" y="99644"/>
                  </a:lnTo>
                  <a:close/>
                </a:path>
                <a:path w="33654" h="290829">
                  <a:moveTo>
                    <a:pt x="33439" y="248907"/>
                  </a:moveTo>
                  <a:lnTo>
                    <a:pt x="8305" y="248907"/>
                  </a:lnTo>
                  <a:lnTo>
                    <a:pt x="8305" y="265722"/>
                  </a:lnTo>
                  <a:lnTo>
                    <a:pt x="0" y="265722"/>
                  </a:lnTo>
                  <a:lnTo>
                    <a:pt x="0" y="290626"/>
                  </a:lnTo>
                  <a:lnTo>
                    <a:pt x="24892" y="290626"/>
                  </a:lnTo>
                  <a:lnTo>
                    <a:pt x="33413" y="290626"/>
                  </a:lnTo>
                  <a:lnTo>
                    <a:pt x="33413" y="274015"/>
                  </a:lnTo>
                  <a:lnTo>
                    <a:pt x="33439" y="248907"/>
                  </a:lnTo>
                  <a:close/>
                </a:path>
                <a:path w="33654" h="290829">
                  <a:moveTo>
                    <a:pt x="33439" y="182714"/>
                  </a:moveTo>
                  <a:lnTo>
                    <a:pt x="8305" y="182714"/>
                  </a:lnTo>
                  <a:lnTo>
                    <a:pt x="8305" y="232384"/>
                  </a:lnTo>
                  <a:lnTo>
                    <a:pt x="33439" y="232384"/>
                  </a:lnTo>
                  <a:lnTo>
                    <a:pt x="33439" y="182714"/>
                  </a:lnTo>
                  <a:close/>
                </a:path>
                <a:path w="33654" h="290829">
                  <a:moveTo>
                    <a:pt x="33439" y="116116"/>
                  </a:moveTo>
                  <a:lnTo>
                    <a:pt x="8305" y="116116"/>
                  </a:lnTo>
                  <a:lnTo>
                    <a:pt x="8305" y="166065"/>
                  </a:lnTo>
                  <a:lnTo>
                    <a:pt x="33439" y="166065"/>
                  </a:lnTo>
                  <a:lnTo>
                    <a:pt x="33439" y="116116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56258" y="3310965"/>
              <a:ext cx="680720" cy="0"/>
            </a:xfrm>
            <a:custGeom>
              <a:avLst/>
              <a:gdLst/>
              <a:ahLst/>
              <a:cxnLst/>
              <a:rect l="l" t="t" r="r" b="b"/>
              <a:pathLst>
                <a:path w="680720">
                  <a:moveTo>
                    <a:pt x="0" y="0"/>
                  </a:moveTo>
                  <a:lnTo>
                    <a:pt x="680392" y="0"/>
                  </a:lnTo>
                </a:path>
              </a:pathLst>
            </a:custGeom>
            <a:ln w="24838">
              <a:solidFill>
                <a:srgbClr val="23201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20158" y="3298596"/>
              <a:ext cx="224154" cy="290830"/>
            </a:xfrm>
            <a:custGeom>
              <a:avLst/>
              <a:gdLst/>
              <a:ahLst/>
              <a:cxnLst/>
              <a:rect l="l" t="t" r="r" b="b"/>
              <a:pathLst>
                <a:path w="224154" h="290829">
                  <a:moveTo>
                    <a:pt x="24866" y="182689"/>
                  </a:moveTo>
                  <a:lnTo>
                    <a:pt x="0" y="182689"/>
                  </a:lnTo>
                  <a:lnTo>
                    <a:pt x="0" y="224091"/>
                  </a:lnTo>
                  <a:lnTo>
                    <a:pt x="24866" y="224091"/>
                  </a:lnTo>
                  <a:lnTo>
                    <a:pt x="24866" y="182689"/>
                  </a:lnTo>
                  <a:close/>
                </a:path>
                <a:path w="224154" h="290829">
                  <a:moveTo>
                    <a:pt x="24866" y="116205"/>
                  </a:moveTo>
                  <a:lnTo>
                    <a:pt x="0" y="116205"/>
                  </a:lnTo>
                  <a:lnTo>
                    <a:pt x="0" y="157873"/>
                  </a:lnTo>
                  <a:lnTo>
                    <a:pt x="24866" y="157873"/>
                  </a:lnTo>
                  <a:lnTo>
                    <a:pt x="24866" y="116205"/>
                  </a:lnTo>
                  <a:close/>
                </a:path>
                <a:path w="224154" h="290829">
                  <a:moveTo>
                    <a:pt x="24866" y="49936"/>
                  </a:moveTo>
                  <a:lnTo>
                    <a:pt x="0" y="49936"/>
                  </a:lnTo>
                  <a:lnTo>
                    <a:pt x="0" y="91338"/>
                  </a:lnTo>
                  <a:lnTo>
                    <a:pt x="24866" y="91338"/>
                  </a:lnTo>
                  <a:lnTo>
                    <a:pt x="24866" y="49936"/>
                  </a:lnTo>
                  <a:close/>
                </a:path>
                <a:path w="224154" h="290829">
                  <a:moveTo>
                    <a:pt x="24866" y="16510"/>
                  </a:moveTo>
                  <a:lnTo>
                    <a:pt x="24777" y="8293"/>
                  </a:lnTo>
                  <a:lnTo>
                    <a:pt x="16484" y="0"/>
                  </a:lnTo>
                  <a:lnTo>
                    <a:pt x="0" y="16497"/>
                  </a:lnTo>
                  <a:lnTo>
                    <a:pt x="0" y="24790"/>
                  </a:lnTo>
                  <a:lnTo>
                    <a:pt x="8293" y="24790"/>
                  </a:lnTo>
                  <a:lnTo>
                    <a:pt x="24866" y="24790"/>
                  </a:lnTo>
                  <a:lnTo>
                    <a:pt x="24866" y="16510"/>
                  </a:lnTo>
                  <a:close/>
                </a:path>
                <a:path w="224154" h="290829">
                  <a:moveTo>
                    <a:pt x="24879" y="265785"/>
                  </a:moveTo>
                  <a:lnTo>
                    <a:pt x="24777" y="248881"/>
                  </a:lnTo>
                  <a:lnTo>
                    <a:pt x="0" y="248881"/>
                  </a:lnTo>
                  <a:lnTo>
                    <a:pt x="0" y="274015"/>
                  </a:lnTo>
                  <a:lnTo>
                    <a:pt x="0" y="290626"/>
                  </a:lnTo>
                  <a:lnTo>
                    <a:pt x="8293" y="290626"/>
                  </a:lnTo>
                  <a:lnTo>
                    <a:pt x="24879" y="290626"/>
                  </a:lnTo>
                  <a:lnTo>
                    <a:pt x="24879" y="265785"/>
                  </a:lnTo>
                  <a:close/>
                </a:path>
                <a:path w="224154" h="290829">
                  <a:moveTo>
                    <a:pt x="91122" y="265785"/>
                  </a:moveTo>
                  <a:lnTo>
                    <a:pt x="49669" y="265785"/>
                  </a:lnTo>
                  <a:lnTo>
                    <a:pt x="49669" y="290626"/>
                  </a:lnTo>
                  <a:lnTo>
                    <a:pt x="91122" y="290626"/>
                  </a:lnTo>
                  <a:lnTo>
                    <a:pt x="91122" y="265785"/>
                  </a:lnTo>
                  <a:close/>
                </a:path>
                <a:path w="224154" h="290829">
                  <a:moveTo>
                    <a:pt x="157391" y="265785"/>
                  </a:moveTo>
                  <a:lnTo>
                    <a:pt x="115951" y="265785"/>
                  </a:lnTo>
                  <a:lnTo>
                    <a:pt x="115951" y="290626"/>
                  </a:lnTo>
                  <a:lnTo>
                    <a:pt x="157391" y="290626"/>
                  </a:lnTo>
                  <a:lnTo>
                    <a:pt x="157391" y="265785"/>
                  </a:lnTo>
                  <a:close/>
                </a:path>
                <a:path w="224154" h="290829">
                  <a:moveTo>
                    <a:pt x="224002" y="199212"/>
                  </a:moveTo>
                  <a:lnTo>
                    <a:pt x="199136" y="199212"/>
                  </a:lnTo>
                  <a:lnTo>
                    <a:pt x="199136" y="248881"/>
                  </a:lnTo>
                  <a:lnTo>
                    <a:pt x="224002" y="248881"/>
                  </a:lnTo>
                  <a:lnTo>
                    <a:pt x="224002" y="199212"/>
                  </a:lnTo>
                  <a:close/>
                </a:path>
                <a:path w="224154" h="290829">
                  <a:moveTo>
                    <a:pt x="224002" y="132727"/>
                  </a:moveTo>
                  <a:lnTo>
                    <a:pt x="199136" y="132727"/>
                  </a:lnTo>
                  <a:lnTo>
                    <a:pt x="199136" y="182676"/>
                  </a:lnTo>
                  <a:lnTo>
                    <a:pt x="224002" y="182676"/>
                  </a:lnTo>
                  <a:lnTo>
                    <a:pt x="224002" y="132727"/>
                  </a:lnTo>
                  <a:close/>
                </a:path>
                <a:path w="224154" h="290829">
                  <a:moveTo>
                    <a:pt x="224002" y="66459"/>
                  </a:moveTo>
                  <a:lnTo>
                    <a:pt x="199136" y="66459"/>
                  </a:lnTo>
                  <a:lnTo>
                    <a:pt x="199136" y="116141"/>
                  </a:lnTo>
                  <a:lnTo>
                    <a:pt x="224002" y="116141"/>
                  </a:lnTo>
                  <a:lnTo>
                    <a:pt x="224002" y="66459"/>
                  </a:lnTo>
                  <a:close/>
                </a:path>
                <a:path w="224154" h="290829">
                  <a:moveTo>
                    <a:pt x="224028" y="274015"/>
                  </a:moveTo>
                  <a:lnTo>
                    <a:pt x="224002" y="265734"/>
                  </a:lnTo>
                  <a:lnTo>
                    <a:pt x="215747" y="265734"/>
                  </a:lnTo>
                  <a:lnTo>
                    <a:pt x="182549" y="265722"/>
                  </a:lnTo>
                  <a:lnTo>
                    <a:pt x="182549" y="290626"/>
                  </a:lnTo>
                  <a:lnTo>
                    <a:pt x="215734" y="290626"/>
                  </a:lnTo>
                  <a:lnTo>
                    <a:pt x="224028" y="290626"/>
                  </a:lnTo>
                  <a:lnTo>
                    <a:pt x="224028" y="274015"/>
                  </a:lnTo>
                  <a:close/>
                </a:path>
                <a:path w="224154" h="290829">
                  <a:moveTo>
                    <a:pt x="224028" y="8293"/>
                  </a:moveTo>
                  <a:lnTo>
                    <a:pt x="207441" y="0"/>
                  </a:lnTo>
                  <a:lnTo>
                    <a:pt x="199136" y="0"/>
                  </a:lnTo>
                  <a:lnTo>
                    <a:pt x="199136" y="8293"/>
                  </a:lnTo>
                  <a:lnTo>
                    <a:pt x="199136" y="49923"/>
                  </a:lnTo>
                  <a:lnTo>
                    <a:pt x="224028" y="41617"/>
                  </a:lnTo>
                  <a:lnTo>
                    <a:pt x="224028" y="8293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27603" y="3310965"/>
              <a:ext cx="415290" cy="0"/>
            </a:xfrm>
            <a:custGeom>
              <a:avLst/>
              <a:gdLst/>
              <a:ahLst/>
              <a:cxnLst/>
              <a:rect l="l" t="t" r="r" b="b"/>
              <a:pathLst>
                <a:path w="415289">
                  <a:moveTo>
                    <a:pt x="0" y="0"/>
                  </a:moveTo>
                  <a:lnTo>
                    <a:pt x="414707" y="0"/>
                  </a:lnTo>
                </a:path>
              </a:pathLst>
            </a:custGeom>
            <a:ln w="24838">
              <a:solidFill>
                <a:srgbClr val="23201D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58841" y="3298596"/>
              <a:ext cx="33655" cy="240665"/>
            </a:xfrm>
            <a:custGeom>
              <a:avLst/>
              <a:gdLst/>
              <a:ahLst/>
              <a:cxnLst/>
              <a:rect l="l" t="t" r="r" b="b"/>
              <a:pathLst>
                <a:path w="33654" h="240664">
                  <a:moveTo>
                    <a:pt x="24879" y="199186"/>
                  </a:moveTo>
                  <a:lnTo>
                    <a:pt x="8305" y="199186"/>
                  </a:lnTo>
                  <a:lnTo>
                    <a:pt x="8305" y="240588"/>
                  </a:lnTo>
                  <a:lnTo>
                    <a:pt x="24879" y="240588"/>
                  </a:lnTo>
                  <a:lnTo>
                    <a:pt x="24879" y="199186"/>
                  </a:lnTo>
                  <a:close/>
                </a:path>
                <a:path w="33654" h="240664">
                  <a:moveTo>
                    <a:pt x="24879" y="132702"/>
                  </a:moveTo>
                  <a:lnTo>
                    <a:pt x="8305" y="132702"/>
                  </a:lnTo>
                  <a:lnTo>
                    <a:pt x="8305" y="174371"/>
                  </a:lnTo>
                  <a:lnTo>
                    <a:pt x="24879" y="174371"/>
                  </a:lnTo>
                  <a:lnTo>
                    <a:pt x="24879" y="132702"/>
                  </a:lnTo>
                  <a:close/>
                </a:path>
                <a:path w="33654" h="240664">
                  <a:moveTo>
                    <a:pt x="33197" y="66535"/>
                  </a:moveTo>
                  <a:lnTo>
                    <a:pt x="8305" y="66535"/>
                  </a:lnTo>
                  <a:lnTo>
                    <a:pt x="8305" y="107950"/>
                  </a:lnTo>
                  <a:lnTo>
                    <a:pt x="24892" y="107950"/>
                  </a:lnTo>
                  <a:lnTo>
                    <a:pt x="33197" y="66535"/>
                  </a:lnTo>
                  <a:close/>
                </a:path>
                <a:path w="33654" h="240664">
                  <a:moveTo>
                    <a:pt x="33197" y="0"/>
                  </a:moveTo>
                  <a:lnTo>
                    <a:pt x="16598" y="0"/>
                  </a:lnTo>
                  <a:lnTo>
                    <a:pt x="0" y="0"/>
                  </a:lnTo>
                  <a:lnTo>
                    <a:pt x="0" y="24790"/>
                  </a:lnTo>
                  <a:lnTo>
                    <a:pt x="8305" y="24790"/>
                  </a:lnTo>
                  <a:lnTo>
                    <a:pt x="8305" y="41617"/>
                  </a:lnTo>
                  <a:lnTo>
                    <a:pt x="33159" y="41617"/>
                  </a:lnTo>
                  <a:lnTo>
                    <a:pt x="33159" y="16522"/>
                  </a:lnTo>
                  <a:lnTo>
                    <a:pt x="33197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7147" y="3298546"/>
              <a:ext cx="439838" cy="2906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31802" y="3356838"/>
              <a:ext cx="166370" cy="232410"/>
            </a:xfrm>
            <a:custGeom>
              <a:avLst/>
              <a:gdLst/>
              <a:ahLst/>
              <a:cxnLst/>
              <a:rect l="l" t="t" r="r" b="b"/>
              <a:pathLst>
                <a:path w="166370" h="232410">
                  <a:moveTo>
                    <a:pt x="41440" y="207543"/>
                  </a:moveTo>
                  <a:lnTo>
                    <a:pt x="0" y="207543"/>
                  </a:lnTo>
                  <a:lnTo>
                    <a:pt x="0" y="232384"/>
                  </a:lnTo>
                  <a:lnTo>
                    <a:pt x="41440" y="232384"/>
                  </a:lnTo>
                  <a:lnTo>
                    <a:pt x="41440" y="207543"/>
                  </a:lnTo>
                  <a:close/>
                </a:path>
                <a:path w="166370" h="232410">
                  <a:moveTo>
                    <a:pt x="107823" y="207543"/>
                  </a:moveTo>
                  <a:lnTo>
                    <a:pt x="66382" y="207543"/>
                  </a:lnTo>
                  <a:lnTo>
                    <a:pt x="66382" y="232384"/>
                  </a:lnTo>
                  <a:lnTo>
                    <a:pt x="107823" y="232384"/>
                  </a:lnTo>
                  <a:lnTo>
                    <a:pt x="107823" y="207543"/>
                  </a:lnTo>
                  <a:close/>
                </a:path>
                <a:path w="166370" h="232410">
                  <a:moveTo>
                    <a:pt x="157518" y="132753"/>
                  </a:moveTo>
                  <a:lnTo>
                    <a:pt x="140944" y="132753"/>
                  </a:lnTo>
                  <a:lnTo>
                    <a:pt x="140944" y="174142"/>
                  </a:lnTo>
                  <a:lnTo>
                    <a:pt x="157518" y="174142"/>
                  </a:lnTo>
                  <a:lnTo>
                    <a:pt x="157518" y="132753"/>
                  </a:lnTo>
                  <a:close/>
                </a:path>
                <a:path w="166370" h="232410">
                  <a:moveTo>
                    <a:pt x="157518" y="66154"/>
                  </a:moveTo>
                  <a:lnTo>
                    <a:pt x="140944" y="66154"/>
                  </a:lnTo>
                  <a:lnTo>
                    <a:pt x="140944" y="107823"/>
                  </a:lnTo>
                  <a:lnTo>
                    <a:pt x="157518" y="107823"/>
                  </a:lnTo>
                  <a:lnTo>
                    <a:pt x="157518" y="66154"/>
                  </a:lnTo>
                  <a:close/>
                </a:path>
                <a:path w="166370" h="232410">
                  <a:moveTo>
                    <a:pt x="157518" y="0"/>
                  </a:moveTo>
                  <a:lnTo>
                    <a:pt x="140944" y="0"/>
                  </a:lnTo>
                  <a:lnTo>
                    <a:pt x="140944" y="41402"/>
                  </a:lnTo>
                  <a:lnTo>
                    <a:pt x="157518" y="41402"/>
                  </a:lnTo>
                  <a:lnTo>
                    <a:pt x="157518" y="0"/>
                  </a:lnTo>
                  <a:close/>
                </a:path>
                <a:path w="166370" h="232410">
                  <a:moveTo>
                    <a:pt x="165836" y="215773"/>
                  </a:moveTo>
                  <a:lnTo>
                    <a:pt x="157543" y="199275"/>
                  </a:lnTo>
                  <a:lnTo>
                    <a:pt x="140944" y="199275"/>
                  </a:lnTo>
                  <a:lnTo>
                    <a:pt x="140944" y="207479"/>
                  </a:lnTo>
                  <a:lnTo>
                    <a:pt x="132651" y="207479"/>
                  </a:lnTo>
                  <a:lnTo>
                    <a:pt x="132651" y="232384"/>
                  </a:lnTo>
                  <a:lnTo>
                    <a:pt x="149237" y="232384"/>
                  </a:lnTo>
                  <a:lnTo>
                    <a:pt x="165836" y="232384"/>
                  </a:lnTo>
                  <a:lnTo>
                    <a:pt x="165836" y="215773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4454" y="3290242"/>
              <a:ext cx="290364" cy="2989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79642" y="3564381"/>
              <a:ext cx="108585" cy="664210"/>
            </a:xfrm>
            <a:custGeom>
              <a:avLst/>
              <a:gdLst/>
              <a:ahLst/>
              <a:cxnLst/>
              <a:rect l="l" t="t" r="r" b="b"/>
              <a:pathLst>
                <a:path w="108585" h="664210">
                  <a:moveTo>
                    <a:pt x="41719" y="0"/>
                  </a:moveTo>
                  <a:lnTo>
                    <a:pt x="0" y="0"/>
                  </a:lnTo>
                  <a:lnTo>
                    <a:pt x="0" y="24841"/>
                  </a:lnTo>
                  <a:lnTo>
                    <a:pt x="41719" y="24841"/>
                  </a:lnTo>
                  <a:lnTo>
                    <a:pt x="41719" y="0"/>
                  </a:lnTo>
                  <a:close/>
                </a:path>
                <a:path w="108585" h="664210">
                  <a:moveTo>
                    <a:pt x="91440" y="647458"/>
                  </a:moveTo>
                  <a:lnTo>
                    <a:pt x="49999" y="647458"/>
                  </a:lnTo>
                  <a:lnTo>
                    <a:pt x="49999" y="664019"/>
                  </a:lnTo>
                  <a:lnTo>
                    <a:pt x="91440" y="664019"/>
                  </a:lnTo>
                  <a:lnTo>
                    <a:pt x="91440" y="647458"/>
                  </a:lnTo>
                  <a:close/>
                </a:path>
                <a:path w="108585" h="664210">
                  <a:moveTo>
                    <a:pt x="108038" y="0"/>
                  </a:moveTo>
                  <a:lnTo>
                    <a:pt x="66598" y="0"/>
                  </a:lnTo>
                  <a:lnTo>
                    <a:pt x="66598" y="24841"/>
                  </a:lnTo>
                  <a:lnTo>
                    <a:pt x="108038" y="24841"/>
                  </a:lnTo>
                  <a:lnTo>
                    <a:pt x="108038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9973" y="4211782"/>
              <a:ext cx="74898" cy="19895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125110" y="4211789"/>
              <a:ext cx="780415" cy="199390"/>
            </a:xfrm>
            <a:custGeom>
              <a:avLst/>
              <a:gdLst/>
              <a:ahLst/>
              <a:cxnLst/>
              <a:rect l="l" t="t" r="r" b="b"/>
              <a:pathLst>
                <a:path w="780414" h="199389">
                  <a:moveTo>
                    <a:pt x="25146" y="41414"/>
                  </a:moveTo>
                  <a:lnTo>
                    <a:pt x="0" y="41414"/>
                  </a:lnTo>
                  <a:lnTo>
                    <a:pt x="0" y="82816"/>
                  </a:lnTo>
                  <a:lnTo>
                    <a:pt x="25146" y="82816"/>
                  </a:lnTo>
                  <a:lnTo>
                    <a:pt x="25146" y="41414"/>
                  </a:lnTo>
                  <a:close/>
                </a:path>
                <a:path w="780414" h="199389">
                  <a:moveTo>
                    <a:pt x="25222" y="174155"/>
                  </a:moveTo>
                  <a:lnTo>
                    <a:pt x="8305" y="174155"/>
                  </a:lnTo>
                  <a:lnTo>
                    <a:pt x="16598" y="182460"/>
                  </a:lnTo>
                  <a:lnTo>
                    <a:pt x="25222" y="182460"/>
                  </a:lnTo>
                  <a:lnTo>
                    <a:pt x="25222" y="174155"/>
                  </a:lnTo>
                  <a:close/>
                </a:path>
                <a:path w="780414" h="199389">
                  <a:moveTo>
                    <a:pt x="25222" y="107950"/>
                  </a:moveTo>
                  <a:lnTo>
                    <a:pt x="0" y="107950"/>
                  </a:lnTo>
                  <a:lnTo>
                    <a:pt x="8305" y="149352"/>
                  </a:lnTo>
                  <a:lnTo>
                    <a:pt x="25222" y="149352"/>
                  </a:lnTo>
                  <a:lnTo>
                    <a:pt x="25222" y="107950"/>
                  </a:lnTo>
                  <a:close/>
                </a:path>
                <a:path w="780414" h="199389">
                  <a:moveTo>
                    <a:pt x="50012" y="0"/>
                  </a:moveTo>
                  <a:lnTo>
                    <a:pt x="16598" y="0"/>
                  </a:lnTo>
                  <a:lnTo>
                    <a:pt x="0" y="0"/>
                  </a:lnTo>
                  <a:lnTo>
                    <a:pt x="0" y="8305"/>
                  </a:lnTo>
                  <a:lnTo>
                    <a:pt x="0" y="16611"/>
                  </a:lnTo>
                  <a:lnTo>
                    <a:pt x="16598" y="16611"/>
                  </a:lnTo>
                  <a:lnTo>
                    <a:pt x="25146" y="16611"/>
                  </a:lnTo>
                  <a:lnTo>
                    <a:pt x="50012" y="16611"/>
                  </a:lnTo>
                  <a:lnTo>
                    <a:pt x="50012" y="0"/>
                  </a:lnTo>
                  <a:close/>
                </a:path>
                <a:path w="780414" h="199389">
                  <a:moveTo>
                    <a:pt x="116344" y="50"/>
                  </a:moveTo>
                  <a:lnTo>
                    <a:pt x="74904" y="50"/>
                  </a:lnTo>
                  <a:lnTo>
                    <a:pt x="74904" y="16611"/>
                  </a:lnTo>
                  <a:lnTo>
                    <a:pt x="116344" y="16611"/>
                  </a:lnTo>
                  <a:lnTo>
                    <a:pt x="116344" y="50"/>
                  </a:lnTo>
                  <a:close/>
                </a:path>
                <a:path w="780414" h="199389">
                  <a:moveTo>
                    <a:pt x="182727" y="50"/>
                  </a:moveTo>
                  <a:lnTo>
                    <a:pt x="141274" y="50"/>
                  </a:lnTo>
                  <a:lnTo>
                    <a:pt x="141274" y="16611"/>
                  </a:lnTo>
                  <a:lnTo>
                    <a:pt x="182727" y="16611"/>
                  </a:lnTo>
                  <a:lnTo>
                    <a:pt x="182727" y="50"/>
                  </a:lnTo>
                  <a:close/>
                </a:path>
                <a:path w="780414" h="199389">
                  <a:moveTo>
                    <a:pt x="215849" y="132753"/>
                  </a:moveTo>
                  <a:lnTo>
                    <a:pt x="199250" y="132753"/>
                  </a:lnTo>
                  <a:lnTo>
                    <a:pt x="190957" y="174155"/>
                  </a:lnTo>
                  <a:lnTo>
                    <a:pt x="190957" y="182460"/>
                  </a:lnTo>
                  <a:lnTo>
                    <a:pt x="207556" y="182460"/>
                  </a:lnTo>
                  <a:lnTo>
                    <a:pt x="207556" y="174155"/>
                  </a:lnTo>
                  <a:lnTo>
                    <a:pt x="215849" y="174155"/>
                  </a:lnTo>
                  <a:lnTo>
                    <a:pt x="215849" y="132753"/>
                  </a:lnTo>
                  <a:close/>
                </a:path>
                <a:path w="780414" h="199389">
                  <a:moveTo>
                    <a:pt x="224142" y="66205"/>
                  </a:moveTo>
                  <a:lnTo>
                    <a:pt x="199250" y="66205"/>
                  </a:lnTo>
                  <a:lnTo>
                    <a:pt x="199250" y="107950"/>
                  </a:lnTo>
                  <a:lnTo>
                    <a:pt x="215849" y="107950"/>
                  </a:lnTo>
                  <a:lnTo>
                    <a:pt x="224142" y="66205"/>
                  </a:lnTo>
                  <a:close/>
                </a:path>
                <a:path w="780414" h="199389">
                  <a:moveTo>
                    <a:pt x="224142" y="0"/>
                  </a:moveTo>
                  <a:lnTo>
                    <a:pt x="215849" y="0"/>
                  </a:lnTo>
                  <a:lnTo>
                    <a:pt x="207556" y="50"/>
                  </a:lnTo>
                  <a:lnTo>
                    <a:pt x="207556" y="8305"/>
                  </a:lnTo>
                  <a:lnTo>
                    <a:pt x="199250" y="41402"/>
                  </a:lnTo>
                  <a:lnTo>
                    <a:pt x="224142" y="41402"/>
                  </a:lnTo>
                  <a:lnTo>
                    <a:pt x="224142" y="8305"/>
                  </a:lnTo>
                  <a:lnTo>
                    <a:pt x="224142" y="0"/>
                  </a:lnTo>
                  <a:close/>
                </a:path>
                <a:path w="780414" h="199389">
                  <a:moveTo>
                    <a:pt x="273875" y="165900"/>
                  </a:moveTo>
                  <a:lnTo>
                    <a:pt x="224142" y="165900"/>
                  </a:lnTo>
                  <a:lnTo>
                    <a:pt x="224142" y="182460"/>
                  </a:lnTo>
                  <a:lnTo>
                    <a:pt x="273875" y="182460"/>
                  </a:lnTo>
                  <a:lnTo>
                    <a:pt x="273875" y="165900"/>
                  </a:lnTo>
                  <a:close/>
                </a:path>
                <a:path w="780414" h="199389">
                  <a:moveTo>
                    <a:pt x="340423" y="165900"/>
                  </a:moveTo>
                  <a:lnTo>
                    <a:pt x="290410" y="165900"/>
                  </a:lnTo>
                  <a:lnTo>
                    <a:pt x="290410" y="182460"/>
                  </a:lnTo>
                  <a:lnTo>
                    <a:pt x="340423" y="182460"/>
                  </a:lnTo>
                  <a:lnTo>
                    <a:pt x="340423" y="165900"/>
                  </a:lnTo>
                  <a:close/>
                </a:path>
                <a:path w="780414" h="199389">
                  <a:moveTo>
                    <a:pt x="406755" y="165900"/>
                  </a:moveTo>
                  <a:lnTo>
                    <a:pt x="365315" y="165900"/>
                  </a:lnTo>
                  <a:lnTo>
                    <a:pt x="365315" y="182460"/>
                  </a:lnTo>
                  <a:lnTo>
                    <a:pt x="406755" y="182460"/>
                  </a:lnTo>
                  <a:lnTo>
                    <a:pt x="406755" y="165900"/>
                  </a:lnTo>
                  <a:close/>
                </a:path>
                <a:path w="780414" h="199389">
                  <a:moveTo>
                    <a:pt x="431558" y="124460"/>
                  </a:moveTo>
                  <a:lnTo>
                    <a:pt x="406692" y="124460"/>
                  </a:lnTo>
                  <a:lnTo>
                    <a:pt x="406692" y="165849"/>
                  </a:lnTo>
                  <a:lnTo>
                    <a:pt x="431558" y="165849"/>
                  </a:lnTo>
                  <a:lnTo>
                    <a:pt x="431558" y="124460"/>
                  </a:lnTo>
                  <a:close/>
                </a:path>
                <a:path w="780414" h="199389">
                  <a:moveTo>
                    <a:pt x="431558" y="57975"/>
                  </a:moveTo>
                  <a:lnTo>
                    <a:pt x="406692" y="57975"/>
                  </a:lnTo>
                  <a:lnTo>
                    <a:pt x="406692" y="99644"/>
                  </a:lnTo>
                  <a:lnTo>
                    <a:pt x="431558" y="99644"/>
                  </a:lnTo>
                  <a:lnTo>
                    <a:pt x="431558" y="57975"/>
                  </a:lnTo>
                  <a:close/>
                </a:path>
                <a:path w="780414" h="199389">
                  <a:moveTo>
                    <a:pt x="431584" y="0"/>
                  </a:moveTo>
                  <a:lnTo>
                    <a:pt x="414985" y="0"/>
                  </a:lnTo>
                  <a:lnTo>
                    <a:pt x="406692" y="0"/>
                  </a:lnTo>
                  <a:lnTo>
                    <a:pt x="406692" y="8267"/>
                  </a:lnTo>
                  <a:lnTo>
                    <a:pt x="406692" y="33108"/>
                  </a:lnTo>
                  <a:lnTo>
                    <a:pt x="423265" y="33108"/>
                  </a:lnTo>
                  <a:lnTo>
                    <a:pt x="423265" y="16611"/>
                  </a:lnTo>
                  <a:lnTo>
                    <a:pt x="431584" y="16611"/>
                  </a:lnTo>
                  <a:lnTo>
                    <a:pt x="431584" y="0"/>
                  </a:lnTo>
                  <a:close/>
                </a:path>
                <a:path w="780414" h="199389">
                  <a:moveTo>
                    <a:pt x="497916" y="50"/>
                  </a:moveTo>
                  <a:lnTo>
                    <a:pt x="456476" y="50"/>
                  </a:lnTo>
                  <a:lnTo>
                    <a:pt x="456476" y="16611"/>
                  </a:lnTo>
                  <a:lnTo>
                    <a:pt x="497916" y="16611"/>
                  </a:lnTo>
                  <a:lnTo>
                    <a:pt x="497916" y="50"/>
                  </a:lnTo>
                  <a:close/>
                </a:path>
                <a:path w="780414" h="199389">
                  <a:moveTo>
                    <a:pt x="564184" y="50"/>
                  </a:moveTo>
                  <a:lnTo>
                    <a:pt x="522744" y="50"/>
                  </a:lnTo>
                  <a:lnTo>
                    <a:pt x="522744" y="16611"/>
                  </a:lnTo>
                  <a:lnTo>
                    <a:pt x="564184" y="16611"/>
                  </a:lnTo>
                  <a:lnTo>
                    <a:pt x="564184" y="50"/>
                  </a:lnTo>
                  <a:close/>
                </a:path>
                <a:path w="780414" h="199389">
                  <a:moveTo>
                    <a:pt x="630834" y="107950"/>
                  </a:moveTo>
                  <a:lnTo>
                    <a:pt x="614235" y="99644"/>
                  </a:lnTo>
                  <a:lnTo>
                    <a:pt x="605942" y="149352"/>
                  </a:lnTo>
                  <a:lnTo>
                    <a:pt x="630834" y="149352"/>
                  </a:lnTo>
                  <a:lnTo>
                    <a:pt x="630834" y="107950"/>
                  </a:lnTo>
                  <a:close/>
                </a:path>
                <a:path w="780414" h="199389">
                  <a:moveTo>
                    <a:pt x="639013" y="41402"/>
                  </a:moveTo>
                  <a:lnTo>
                    <a:pt x="614235" y="33108"/>
                  </a:lnTo>
                  <a:lnTo>
                    <a:pt x="614235" y="82816"/>
                  </a:lnTo>
                  <a:lnTo>
                    <a:pt x="630834" y="82816"/>
                  </a:lnTo>
                  <a:lnTo>
                    <a:pt x="639013" y="41402"/>
                  </a:lnTo>
                  <a:close/>
                </a:path>
                <a:path w="780414" h="199389">
                  <a:moveTo>
                    <a:pt x="639013" y="0"/>
                  </a:moveTo>
                  <a:lnTo>
                    <a:pt x="630834" y="0"/>
                  </a:lnTo>
                  <a:lnTo>
                    <a:pt x="589343" y="50"/>
                  </a:lnTo>
                  <a:lnTo>
                    <a:pt x="589343" y="16611"/>
                  </a:lnTo>
                  <a:lnTo>
                    <a:pt x="614235" y="16611"/>
                  </a:lnTo>
                  <a:lnTo>
                    <a:pt x="630783" y="16611"/>
                  </a:lnTo>
                  <a:lnTo>
                    <a:pt x="639013" y="16611"/>
                  </a:lnTo>
                  <a:lnTo>
                    <a:pt x="639013" y="8305"/>
                  </a:lnTo>
                  <a:lnTo>
                    <a:pt x="639013" y="0"/>
                  </a:lnTo>
                  <a:close/>
                </a:path>
                <a:path w="780414" h="199389">
                  <a:moveTo>
                    <a:pt x="647319" y="174155"/>
                  </a:moveTo>
                  <a:lnTo>
                    <a:pt x="630834" y="174155"/>
                  </a:lnTo>
                  <a:lnTo>
                    <a:pt x="605942" y="165849"/>
                  </a:lnTo>
                  <a:lnTo>
                    <a:pt x="605942" y="182460"/>
                  </a:lnTo>
                  <a:lnTo>
                    <a:pt x="605942" y="190766"/>
                  </a:lnTo>
                  <a:lnTo>
                    <a:pt x="614235" y="190766"/>
                  </a:lnTo>
                  <a:lnTo>
                    <a:pt x="647319" y="190766"/>
                  </a:lnTo>
                  <a:lnTo>
                    <a:pt x="647319" y="174155"/>
                  </a:lnTo>
                  <a:close/>
                </a:path>
                <a:path w="780414" h="199389">
                  <a:moveTo>
                    <a:pt x="713701" y="174155"/>
                  </a:moveTo>
                  <a:lnTo>
                    <a:pt x="672211" y="174155"/>
                  </a:lnTo>
                  <a:lnTo>
                    <a:pt x="672211" y="190766"/>
                  </a:lnTo>
                  <a:lnTo>
                    <a:pt x="713701" y="198958"/>
                  </a:lnTo>
                  <a:lnTo>
                    <a:pt x="713701" y="174155"/>
                  </a:lnTo>
                  <a:close/>
                </a:path>
                <a:path w="780414" h="199389">
                  <a:moveTo>
                    <a:pt x="779919" y="174117"/>
                  </a:moveTo>
                  <a:lnTo>
                    <a:pt x="738479" y="174117"/>
                  </a:lnTo>
                  <a:lnTo>
                    <a:pt x="738479" y="198958"/>
                  </a:lnTo>
                  <a:lnTo>
                    <a:pt x="779919" y="198958"/>
                  </a:lnTo>
                  <a:lnTo>
                    <a:pt x="779919" y="174117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02170" y="4390093"/>
              <a:ext cx="440055" cy="0"/>
            </a:xfrm>
            <a:custGeom>
              <a:avLst/>
              <a:gdLst/>
              <a:ahLst/>
              <a:cxnLst/>
              <a:rect l="l" t="t" r="r" b="b"/>
              <a:pathLst>
                <a:path w="440054">
                  <a:moveTo>
                    <a:pt x="0" y="0"/>
                  </a:moveTo>
                  <a:lnTo>
                    <a:pt x="439608" y="0"/>
                  </a:lnTo>
                </a:path>
              </a:pathLst>
            </a:custGeom>
            <a:ln w="24911">
              <a:solidFill>
                <a:srgbClr val="23201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36643" y="4211789"/>
              <a:ext cx="266065" cy="191135"/>
            </a:xfrm>
            <a:custGeom>
              <a:avLst/>
              <a:gdLst/>
              <a:ahLst/>
              <a:cxnLst/>
              <a:rect l="l" t="t" r="r" b="b"/>
              <a:pathLst>
                <a:path w="266064" h="191135">
                  <a:moveTo>
                    <a:pt x="49733" y="165925"/>
                  </a:moveTo>
                  <a:lnTo>
                    <a:pt x="0" y="165925"/>
                  </a:lnTo>
                  <a:lnTo>
                    <a:pt x="0" y="190766"/>
                  </a:lnTo>
                  <a:lnTo>
                    <a:pt x="49733" y="190766"/>
                  </a:lnTo>
                  <a:lnTo>
                    <a:pt x="49733" y="165925"/>
                  </a:lnTo>
                  <a:close/>
                </a:path>
                <a:path w="266064" h="191135">
                  <a:moveTo>
                    <a:pt x="66357" y="57975"/>
                  </a:moveTo>
                  <a:lnTo>
                    <a:pt x="49784" y="57975"/>
                  </a:lnTo>
                  <a:lnTo>
                    <a:pt x="49784" y="99644"/>
                  </a:lnTo>
                  <a:lnTo>
                    <a:pt x="66357" y="99644"/>
                  </a:lnTo>
                  <a:lnTo>
                    <a:pt x="66357" y="57975"/>
                  </a:lnTo>
                  <a:close/>
                </a:path>
                <a:path w="266064" h="191135">
                  <a:moveTo>
                    <a:pt x="74650" y="124460"/>
                  </a:moveTo>
                  <a:lnTo>
                    <a:pt x="49784" y="124460"/>
                  </a:lnTo>
                  <a:lnTo>
                    <a:pt x="49784" y="165849"/>
                  </a:lnTo>
                  <a:lnTo>
                    <a:pt x="74650" y="165849"/>
                  </a:lnTo>
                  <a:lnTo>
                    <a:pt x="74650" y="124460"/>
                  </a:lnTo>
                  <a:close/>
                </a:path>
                <a:path w="266064" h="191135">
                  <a:moveTo>
                    <a:pt x="74676" y="0"/>
                  </a:moveTo>
                  <a:lnTo>
                    <a:pt x="58089" y="0"/>
                  </a:lnTo>
                  <a:lnTo>
                    <a:pt x="49784" y="0"/>
                  </a:lnTo>
                  <a:lnTo>
                    <a:pt x="49784" y="8267"/>
                  </a:lnTo>
                  <a:lnTo>
                    <a:pt x="49784" y="33108"/>
                  </a:lnTo>
                  <a:lnTo>
                    <a:pt x="66357" y="33108"/>
                  </a:lnTo>
                  <a:lnTo>
                    <a:pt x="66357" y="16611"/>
                  </a:lnTo>
                  <a:lnTo>
                    <a:pt x="74676" y="16611"/>
                  </a:lnTo>
                  <a:lnTo>
                    <a:pt x="74676" y="0"/>
                  </a:lnTo>
                  <a:close/>
                </a:path>
                <a:path w="266064" h="191135">
                  <a:moveTo>
                    <a:pt x="140906" y="50"/>
                  </a:moveTo>
                  <a:lnTo>
                    <a:pt x="99466" y="50"/>
                  </a:lnTo>
                  <a:lnTo>
                    <a:pt x="99466" y="16611"/>
                  </a:lnTo>
                  <a:lnTo>
                    <a:pt x="140906" y="16611"/>
                  </a:lnTo>
                  <a:lnTo>
                    <a:pt x="140906" y="50"/>
                  </a:lnTo>
                  <a:close/>
                </a:path>
                <a:path w="266064" h="191135">
                  <a:moveTo>
                    <a:pt x="207505" y="50"/>
                  </a:moveTo>
                  <a:lnTo>
                    <a:pt x="166065" y="50"/>
                  </a:lnTo>
                  <a:lnTo>
                    <a:pt x="166065" y="16611"/>
                  </a:lnTo>
                  <a:lnTo>
                    <a:pt x="207505" y="16611"/>
                  </a:lnTo>
                  <a:lnTo>
                    <a:pt x="207505" y="50"/>
                  </a:lnTo>
                  <a:close/>
                </a:path>
                <a:path w="266064" h="191135">
                  <a:moveTo>
                    <a:pt x="265506" y="116179"/>
                  </a:moveTo>
                  <a:lnTo>
                    <a:pt x="248920" y="116179"/>
                  </a:lnTo>
                  <a:lnTo>
                    <a:pt x="248920" y="165849"/>
                  </a:lnTo>
                  <a:lnTo>
                    <a:pt x="265506" y="165849"/>
                  </a:lnTo>
                  <a:lnTo>
                    <a:pt x="265506" y="116179"/>
                  </a:lnTo>
                  <a:close/>
                </a:path>
                <a:path w="266064" h="191135">
                  <a:moveTo>
                    <a:pt x="265506" y="49720"/>
                  </a:moveTo>
                  <a:lnTo>
                    <a:pt x="248920" y="49720"/>
                  </a:lnTo>
                  <a:lnTo>
                    <a:pt x="248920" y="91122"/>
                  </a:lnTo>
                  <a:lnTo>
                    <a:pt x="265506" y="91122"/>
                  </a:lnTo>
                  <a:lnTo>
                    <a:pt x="265506" y="49720"/>
                  </a:lnTo>
                  <a:close/>
                </a:path>
                <a:path w="266064" h="191135">
                  <a:moveTo>
                    <a:pt x="265518" y="0"/>
                  </a:moveTo>
                  <a:lnTo>
                    <a:pt x="257225" y="0"/>
                  </a:lnTo>
                  <a:lnTo>
                    <a:pt x="232435" y="50"/>
                  </a:lnTo>
                  <a:lnTo>
                    <a:pt x="232435" y="16611"/>
                  </a:lnTo>
                  <a:lnTo>
                    <a:pt x="248920" y="16611"/>
                  </a:lnTo>
                  <a:lnTo>
                    <a:pt x="248920" y="24904"/>
                  </a:lnTo>
                  <a:lnTo>
                    <a:pt x="265518" y="24904"/>
                  </a:lnTo>
                  <a:lnTo>
                    <a:pt x="265518" y="8305"/>
                  </a:lnTo>
                  <a:lnTo>
                    <a:pt x="265518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39454" y="4390129"/>
              <a:ext cx="581025" cy="0"/>
            </a:xfrm>
            <a:custGeom>
              <a:avLst/>
              <a:gdLst/>
              <a:ahLst/>
              <a:cxnLst/>
              <a:rect l="l" t="t" r="r" b="b"/>
              <a:pathLst>
                <a:path w="581025">
                  <a:moveTo>
                    <a:pt x="0" y="0"/>
                  </a:moveTo>
                  <a:lnTo>
                    <a:pt x="580655" y="0"/>
                  </a:lnTo>
                </a:path>
              </a:pathLst>
            </a:custGeom>
            <a:ln w="24838">
              <a:solidFill>
                <a:srgbClr val="23201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06253" y="4211789"/>
              <a:ext cx="33655" cy="174625"/>
            </a:xfrm>
            <a:custGeom>
              <a:avLst/>
              <a:gdLst/>
              <a:ahLst/>
              <a:cxnLst/>
              <a:rect l="l" t="t" r="r" b="b"/>
              <a:pathLst>
                <a:path w="33654" h="174625">
                  <a:moveTo>
                    <a:pt x="24866" y="132765"/>
                  </a:moveTo>
                  <a:lnTo>
                    <a:pt x="0" y="132765"/>
                  </a:lnTo>
                  <a:lnTo>
                    <a:pt x="0" y="174155"/>
                  </a:lnTo>
                  <a:lnTo>
                    <a:pt x="24866" y="174155"/>
                  </a:lnTo>
                  <a:lnTo>
                    <a:pt x="24866" y="132765"/>
                  </a:lnTo>
                  <a:close/>
                </a:path>
                <a:path w="33654" h="174625">
                  <a:moveTo>
                    <a:pt x="24879" y="66268"/>
                  </a:moveTo>
                  <a:lnTo>
                    <a:pt x="8305" y="66268"/>
                  </a:lnTo>
                  <a:lnTo>
                    <a:pt x="8305" y="107950"/>
                  </a:lnTo>
                  <a:lnTo>
                    <a:pt x="24879" y="107950"/>
                  </a:lnTo>
                  <a:lnTo>
                    <a:pt x="24879" y="66268"/>
                  </a:lnTo>
                  <a:close/>
                </a:path>
                <a:path w="33654" h="174625">
                  <a:moveTo>
                    <a:pt x="33197" y="0"/>
                  </a:moveTo>
                  <a:lnTo>
                    <a:pt x="16598" y="0"/>
                  </a:lnTo>
                  <a:lnTo>
                    <a:pt x="8305" y="8305"/>
                  </a:lnTo>
                  <a:lnTo>
                    <a:pt x="8305" y="41402"/>
                  </a:lnTo>
                  <a:lnTo>
                    <a:pt x="33197" y="41402"/>
                  </a:lnTo>
                  <a:lnTo>
                    <a:pt x="33197" y="8305"/>
                  </a:lnTo>
                  <a:lnTo>
                    <a:pt x="33197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83524" y="4220110"/>
              <a:ext cx="539750" cy="0"/>
            </a:xfrm>
            <a:custGeom>
              <a:avLst/>
              <a:gdLst/>
              <a:ahLst/>
              <a:cxnLst/>
              <a:rect l="l" t="t" r="r" b="b"/>
              <a:pathLst>
                <a:path w="539750">
                  <a:moveTo>
                    <a:pt x="0" y="0"/>
                  </a:moveTo>
                  <a:lnTo>
                    <a:pt x="539325" y="0"/>
                  </a:lnTo>
                </a:path>
              </a:pathLst>
            </a:custGeom>
            <a:ln w="16558">
              <a:solidFill>
                <a:srgbClr val="23201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11971" y="4211789"/>
              <a:ext cx="755015" cy="215900"/>
            </a:xfrm>
            <a:custGeom>
              <a:avLst/>
              <a:gdLst/>
              <a:ahLst/>
              <a:cxnLst/>
              <a:rect l="l" t="t" r="r" b="b"/>
              <a:pathLst>
                <a:path w="755014" h="215900">
                  <a:moveTo>
                    <a:pt x="66230" y="149275"/>
                  </a:moveTo>
                  <a:lnTo>
                    <a:pt x="41376" y="149275"/>
                  </a:lnTo>
                  <a:lnTo>
                    <a:pt x="41376" y="198958"/>
                  </a:lnTo>
                  <a:lnTo>
                    <a:pt x="66230" y="198958"/>
                  </a:lnTo>
                  <a:lnTo>
                    <a:pt x="66230" y="149275"/>
                  </a:lnTo>
                  <a:close/>
                </a:path>
                <a:path w="755014" h="215900">
                  <a:moveTo>
                    <a:pt x="66230" y="82791"/>
                  </a:moveTo>
                  <a:lnTo>
                    <a:pt x="41376" y="82791"/>
                  </a:lnTo>
                  <a:lnTo>
                    <a:pt x="41376" y="132753"/>
                  </a:lnTo>
                  <a:lnTo>
                    <a:pt x="66230" y="132753"/>
                  </a:lnTo>
                  <a:lnTo>
                    <a:pt x="66230" y="82791"/>
                  </a:lnTo>
                  <a:close/>
                </a:path>
                <a:path w="755014" h="215900">
                  <a:moveTo>
                    <a:pt x="66230" y="16535"/>
                  </a:moveTo>
                  <a:lnTo>
                    <a:pt x="41440" y="16535"/>
                  </a:lnTo>
                  <a:lnTo>
                    <a:pt x="41440" y="50"/>
                  </a:lnTo>
                  <a:lnTo>
                    <a:pt x="0" y="50"/>
                  </a:lnTo>
                  <a:lnTo>
                    <a:pt x="0" y="16611"/>
                  </a:lnTo>
                  <a:lnTo>
                    <a:pt x="41376" y="16611"/>
                  </a:lnTo>
                  <a:lnTo>
                    <a:pt x="41376" y="66205"/>
                  </a:lnTo>
                  <a:lnTo>
                    <a:pt x="66230" y="66205"/>
                  </a:lnTo>
                  <a:lnTo>
                    <a:pt x="66230" y="16535"/>
                  </a:lnTo>
                  <a:close/>
                </a:path>
                <a:path w="755014" h="215900">
                  <a:moveTo>
                    <a:pt x="116001" y="190677"/>
                  </a:moveTo>
                  <a:lnTo>
                    <a:pt x="74561" y="190677"/>
                  </a:lnTo>
                  <a:lnTo>
                    <a:pt x="74561" y="215785"/>
                  </a:lnTo>
                  <a:lnTo>
                    <a:pt x="116001" y="215785"/>
                  </a:lnTo>
                  <a:lnTo>
                    <a:pt x="116001" y="190677"/>
                  </a:lnTo>
                  <a:close/>
                </a:path>
                <a:path w="755014" h="215900">
                  <a:moveTo>
                    <a:pt x="182549" y="190677"/>
                  </a:moveTo>
                  <a:lnTo>
                    <a:pt x="140830" y="190677"/>
                  </a:lnTo>
                  <a:lnTo>
                    <a:pt x="140830" y="215785"/>
                  </a:lnTo>
                  <a:lnTo>
                    <a:pt x="182549" y="215785"/>
                  </a:lnTo>
                  <a:lnTo>
                    <a:pt x="182549" y="190677"/>
                  </a:lnTo>
                  <a:close/>
                </a:path>
                <a:path w="755014" h="215900">
                  <a:moveTo>
                    <a:pt x="248869" y="190677"/>
                  </a:moveTo>
                  <a:lnTo>
                    <a:pt x="207429" y="190677"/>
                  </a:lnTo>
                  <a:lnTo>
                    <a:pt x="207429" y="215785"/>
                  </a:lnTo>
                  <a:lnTo>
                    <a:pt x="248869" y="215785"/>
                  </a:lnTo>
                  <a:lnTo>
                    <a:pt x="248869" y="190677"/>
                  </a:lnTo>
                  <a:close/>
                </a:path>
                <a:path w="755014" h="215900">
                  <a:moveTo>
                    <a:pt x="273786" y="149364"/>
                  </a:moveTo>
                  <a:lnTo>
                    <a:pt x="248920" y="149364"/>
                  </a:lnTo>
                  <a:lnTo>
                    <a:pt x="248920" y="190766"/>
                  </a:lnTo>
                  <a:lnTo>
                    <a:pt x="273786" y="190766"/>
                  </a:lnTo>
                  <a:lnTo>
                    <a:pt x="273786" y="149364"/>
                  </a:lnTo>
                  <a:close/>
                </a:path>
                <a:path w="755014" h="215900">
                  <a:moveTo>
                    <a:pt x="273786" y="82765"/>
                  </a:moveTo>
                  <a:lnTo>
                    <a:pt x="248920" y="82765"/>
                  </a:lnTo>
                  <a:lnTo>
                    <a:pt x="248920" y="124447"/>
                  </a:lnTo>
                  <a:lnTo>
                    <a:pt x="273786" y="124447"/>
                  </a:lnTo>
                  <a:lnTo>
                    <a:pt x="273786" y="82765"/>
                  </a:lnTo>
                  <a:close/>
                </a:path>
                <a:path w="755014" h="215900">
                  <a:moveTo>
                    <a:pt x="323430" y="50"/>
                  </a:moveTo>
                  <a:lnTo>
                    <a:pt x="273697" y="50"/>
                  </a:lnTo>
                  <a:lnTo>
                    <a:pt x="273697" y="16611"/>
                  </a:lnTo>
                  <a:lnTo>
                    <a:pt x="248920" y="16611"/>
                  </a:lnTo>
                  <a:lnTo>
                    <a:pt x="248920" y="58013"/>
                  </a:lnTo>
                  <a:lnTo>
                    <a:pt x="273786" y="58013"/>
                  </a:lnTo>
                  <a:lnTo>
                    <a:pt x="273786" y="16611"/>
                  </a:lnTo>
                  <a:lnTo>
                    <a:pt x="323430" y="16611"/>
                  </a:lnTo>
                  <a:lnTo>
                    <a:pt x="323430" y="50"/>
                  </a:lnTo>
                  <a:close/>
                </a:path>
                <a:path w="755014" h="215900">
                  <a:moveTo>
                    <a:pt x="389813" y="50"/>
                  </a:moveTo>
                  <a:lnTo>
                    <a:pt x="340080" y="50"/>
                  </a:lnTo>
                  <a:lnTo>
                    <a:pt x="340080" y="16611"/>
                  </a:lnTo>
                  <a:lnTo>
                    <a:pt x="389813" y="16611"/>
                  </a:lnTo>
                  <a:lnTo>
                    <a:pt x="389813" y="50"/>
                  </a:lnTo>
                  <a:close/>
                </a:path>
                <a:path w="755014" h="215900">
                  <a:moveTo>
                    <a:pt x="456349" y="50"/>
                  </a:moveTo>
                  <a:lnTo>
                    <a:pt x="406349" y="50"/>
                  </a:lnTo>
                  <a:lnTo>
                    <a:pt x="406349" y="16611"/>
                  </a:lnTo>
                  <a:lnTo>
                    <a:pt x="456349" y="16611"/>
                  </a:lnTo>
                  <a:lnTo>
                    <a:pt x="456349" y="50"/>
                  </a:lnTo>
                  <a:close/>
                </a:path>
                <a:path w="755014" h="215900">
                  <a:moveTo>
                    <a:pt x="506031" y="124447"/>
                  </a:moveTo>
                  <a:lnTo>
                    <a:pt x="481241" y="124447"/>
                  </a:lnTo>
                  <a:lnTo>
                    <a:pt x="481241" y="165849"/>
                  </a:lnTo>
                  <a:lnTo>
                    <a:pt x="497840" y="165849"/>
                  </a:lnTo>
                  <a:lnTo>
                    <a:pt x="506031" y="124447"/>
                  </a:lnTo>
                  <a:close/>
                </a:path>
                <a:path w="755014" h="215900">
                  <a:moveTo>
                    <a:pt x="506031" y="0"/>
                  </a:moveTo>
                  <a:lnTo>
                    <a:pt x="497840" y="0"/>
                  </a:lnTo>
                  <a:lnTo>
                    <a:pt x="472948" y="50"/>
                  </a:lnTo>
                  <a:lnTo>
                    <a:pt x="472948" y="16611"/>
                  </a:lnTo>
                  <a:lnTo>
                    <a:pt x="481241" y="16611"/>
                  </a:lnTo>
                  <a:lnTo>
                    <a:pt x="481241" y="33108"/>
                  </a:lnTo>
                  <a:lnTo>
                    <a:pt x="506031" y="33108"/>
                  </a:lnTo>
                  <a:lnTo>
                    <a:pt x="506031" y="8305"/>
                  </a:lnTo>
                  <a:lnTo>
                    <a:pt x="506031" y="0"/>
                  </a:lnTo>
                  <a:close/>
                </a:path>
                <a:path w="755014" h="215900">
                  <a:moveTo>
                    <a:pt x="506107" y="57975"/>
                  </a:moveTo>
                  <a:lnTo>
                    <a:pt x="481241" y="57975"/>
                  </a:lnTo>
                  <a:lnTo>
                    <a:pt x="481241" y="99644"/>
                  </a:lnTo>
                  <a:lnTo>
                    <a:pt x="506107" y="99644"/>
                  </a:lnTo>
                  <a:lnTo>
                    <a:pt x="506107" y="57975"/>
                  </a:lnTo>
                  <a:close/>
                </a:path>
                <a:path w="755014" h="215900">
                  <a:moveTo>
                    <a:pt x="530923" y="182460"/>
                  </a:moveTo>
                  <a:lnTo>
                    <a:pt x="489546" y="182460"/>
                  </a:lnTo>
                  <a:lnTo>
                    <a:pt x="472948" y="190766"/>
                  </a:lnTo>
                  <a:lnTo>
                    <a:pt x="472948" y="207594"/>
                  </a:lnTo>
                  <a:lnTo>
                    <a:pt x="489546" y="207594"/>
                  </a:lnTo>
                  <a:lnTo>
                    <a:pt x="530923" y="207594"/>
                  </a:lnTo>
                  <a:lnTo>
                    <a:pt x="530923" y="182460"/>
                  </a:lnTo>
                  <a:close/>
                </a:path>
                <a:path w="755014" h="215900">
                  <a:moveTo>
                    <a:pt x="597242" y="182486"/>
                  </a:moveTo>
                  <a:lnTo>
                    <a:pt x="547509" y="182486"/>
                  </a:lnTo>
                  <a:lnTo>
                    <a:pt x="547509" y="207594"/>
                  </a:lnTo>
                  <a:lnTo>
                    <a:pt x="597242" y="207594"/>
                  </a:lnTo>
                  <a:lnTo>
                    <a:pt x="597242" y="182486"/>
                  </a:lnTo>
                  <a:close/>
                </a:path>
                <a:path w="755014" h="215900">
                  <a:moveTo>
                    <a:pt x="663511" y="182486"/>
                  </a:moveTo>
                  <a:lnTo>
                    <a:pt x="613791" y="182486"/>
                  </a:lnTo>
                  <a:lnTo>
                    <a:pt x="613791" y="207594"/>
                  </a:lnTo>
                  <a:lnTo>
                    <a:pt x="663511" y="207594"/>
                  </a:lnTo>
                  <a:lnTo>
                    <a:pt x="663511" y="182486"/>
                  </a:lnTo>
                  <a:close/>
                </a:path>
                <a:path w="755014" h="215900">
                  <a:moveTo>
                    <a:pt x="713574" y="165849"/>
                  </a:moveTo>
                  <a:lnTo>
                    <a:pt x="696645" y="165849"/>
                  </a:lnTo>
                  <a:lnTo>
                    <a:pt x="691184" y="182486"/>
                  </a:lnTo>
                  <a:lnTo>
                    <a:pt x="680161" y="182486"/>
                  </a:lnTo>
                  <a:lnTo>
                    <a:pt x="680161" y="207594"/>
                  </a:lnTo>
                  <a:lnTo>
                    <a:pt x="705281" y="207594"/>
                  </a:lnTo>
                  <a:lnTo>
                    <a:pt x="713574" y="207594"/>
                  </a:lnTo>
                  <a:lnTo>
                    <a:pt x="713574" y="190766"/>
                  </a:lnTo>
                  <a:lnTo>
                    <a:pt x="713574" y="165849"/>
                  </a:lnTo>
                  <a:close/>
                </a:path>
                <a:path w="755014" h="215900">
                  <a:moveTo>
                    <a:pt x="721791" y="33134"/>
                  </a:moveTo>
                  <a:lnTo>
                    <a:pt x="696645" y="33134"/>
                  </a:lnTo>
                  <a:lnTo>
                    <a:pt x="696645" y="82816"/>
                  </a:lnTo>
                  <a:lnTo>
                    <a:pt x="721791" y="82816"/>
                  </a:lnTo>
                  <a:lnTo>
                    <a:pt x="721791" y="33134"/>
                  </a:lnTo>
                  <a:close/>
                </a:path>
                <a:path w="755014" h="215900">
                  <a:moveTo>
                    <a:pt x="721868" y="99644"/>
                  </a:moveTo>
                  <a:lnTo>
                    <a:pt x="696645" y="99644"/>
                  </a:lnTo>
                  <a:lnTo>
                    <a:pt x="696645" y="149352"/>
                  </a:lnTo>
                  <a:lnTo>
                    <a:pt x="713574" y="149352"/>
                  </a:lnTo>
                  <a:lnTo>
                    <a:pt x="721868" y="99644"/>
                  </a:lnTo>
                  <a:close/>
                </a:path>
                <a:path w="755014" h="215900">
                  <a:moveTo>
                    <a:pt x="754951" y="0"/>
                  </a:moveTo>
                  <a:lnTo>
                    <a:pt x="713574" y="0"/>
                  </a:lnTo>
                  <a:lnTo>
                    <a:pt x="705281" y="0"/>
                  </a:lnTo>
                  <a:lnTo>
                    <a:pt x="705281" y="8305"/>
                  </a:lnTo>
                  <a:lnTo>
                    <a:pt x="705281" y="16611"/>
                  </a:lnTo>
                  <a:lnTo>
                    <a:pt x="713574" y="16611"/>
                  </a:lnTo>
                  <a:lnTo>
                    <a:pt x="721855" y="16611"/>
                  </a:lnTo>
                  <a:lnTo>
                    <a:pt x="754951" y="16611"/>
                  </a:lnTo>
                  <a:lnTo>
                    <a:pt x="754951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80116" y="4220110"/>
              <a:ext cx="307340" cy="0"/>
            </a:xfrm>
            <a:custGeom>
              <a:avLst/>
              <a:gdLst/>
              <a:ahLst/>
              <a:cxnLst/>
              <a:rect l="l" t="t" r="r" b="b"/>
              <a:pathLst>
                <a:path w="307339">
                  <a:moveTo>
                    <a:pt x="0" y="0"/>
                  </a:moveTo>
                  <a:lnTo>
                    <a:pt x="306915" y="0"/>
                  </a:lnTo>
                </a:path>
              </a:pathLst>
            </a:custGeom>
            <a:ln w="16558">
              <a:solidFill>
                <a:srgbClr val="23201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40031" y="4211782"/>
              <a:ext cx="323518" cy="2157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997494" y="3896321"/>
              <a:ext cx="207645" cy="141605"/>
            </a:xfrm>
            <a:custGeom>
              <a:avLst/>
              <a:gdLst/>
              <a:ahLst/>
              <a:cxnLst/>
              <a:rect l="l" t="t" r="r" b="b"/>
              <a:pathLst>
                <a:path w="207644" h="141604">
                  <a:moveTo>
                    <a:pt x="16586" y="82829"/>
                  </a:moveTo>
                  <a:lnTo>
                    <a:pt x="0" y="82829"/>
                  </a:lnTo>
                  <a:lnTo>
                    <a:pt x="0" y="132778"/>
                  </a:lnTo>
                  <a:lnTo>
                    <a:pt x="16586" y="132778"/>
                  </a:lnTo>
                  <a:lnTo>
                    <a:pt x="16586" y="82829"/>
                  </a:lnTo>
                  <a:close/>
                </a:path>
                <a:path w="207644" h="141604">
                  <a:moveTo>
                    <a:pt x="66306" y="0"/>
                  </a:moveTo>
                  <a:lnTo>
                    <a:pt x="16573" y="0"/>
                  </a:lnTo>
                  <a:lnTo>
                    <a:pt x="16573" y="16560"/>
                  </a:lnTo>
                  <a:lnTo>
                    <a:pt x="0" y="16560"/>
                  </a:lnTo>
                  <a:lnTo>
                    <a:pt x="0" y="66243"/>
                  </a:lnTo>
                  <a:lnTo>
                    <a:pt x="16586" y="66243"/>
                  </a:lnTo>
                  <a:lnTo>
                    <a:pt x="16586" y="24828"/>
                  </a:lnTo>
                  <a:lnTo>
                    <a:pt x="66306" y="24828"/>
                  </a:lnTo>
                  <a:lnTo>
                    <a:pt x="66306" y="0"/>
                  </a:lnTo>
                  <a:close/>
                </a:path>
                <a:path w="207644" h="141604">
                  <a:moveTo>
                    <a:pt x="132892" y="0"/>
                  </a:moveTo>
                  <a:lnTo>
                    <a:pt x="82892" y="0"/>
                  </a:lnTo>
                  <a:lnTo>
                    <a:pt x="82892" y="24828"/>
                  </a:lnTo>
                  <a:lnTo>
                    <a:pt x="132892" y="24828"/>
                  </a:lnTo>
                  <a:lnTo>
                    <a:pt x="132892" y="0"/>
                  </a:lnTo>
                  <a:close/>
                </a:path>
                <a:path w="207644" h="141604">
                  <a:moveTo>
                    <a:pt x="199199" y="0"/>
                  </a:moveTo>
                  <a:lnTo>
                    <a:pt x="149466" y="0"/>
                  </a:lnTo>
                  <a:lnTo>
                    <a:pt x="149466" y="24828"/>
                  </a:lnTo>
                  <a:lnTo>
                    <a:pt x="199199" y="24828"/>
                  </a:lnTo>
                  <a:lnTo>
                    <a:pt x="199199" y="0"/>
                  </a:lnTo>
                  <a:close/>
                </a:path>
                <a:path w="207644" h="141604">
                  <a:moveTo>
                    <a:pt x="207479" y="33172"/>
                  </a:moveTo>
                  <a:lnTo>
                    <a:pt x="182613" y="33172"/>
                  </a:lnTo>
                  <a:lnTo>
                    <a:pt x="182613" y="82854"/>
                  </a:lnTo>
                  <a:lnTo>
                    <a:pt x="207479" y="82854"/>
                  </a:lnTo>
                  <a:lnTo>
                    <a:pt x="207479" y="33172"/>
                  </a:lnTo>
                  <a:close/>
                </a:path>
                <a:path w="207644" h="141604">
                  <a:moveTo>
                    <a:pt x="207492" y="99682"/>
                  </a:moveTo>
                  <a:lnTo>
                    <a:pt x="182613" y="99682"/>
                  </a:lnTo>
                  <a:lnTo>
                    <a:pt x="182613" y="124485"/>
                  </a:lnTo>
                  <a:lnTo>
                    <a:pt x="182613" y="141084"/>
                  </a:lnTo>
                  <a:lnTo>
                    <a:pt x="190919" y="141084"/>
                  </a:lnTo>
                  <a:lnTo>
                    <a:pt x="207492" y="124485"/>
                  </a:lnTo>
                  <a:lnTo>
                    <a:pt x="207492" y="99682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88414" y="4024983"/>
              <a:ext cx="423545" cy="0"/>
            </a:xfrm>
            <a:custGeom>
              <a:avLst/>
              <a:gdLst/>
              <a:ahLst/>
              <a:cxnLst/>
              <a:rect l="l" t="t" r="r" b="b"/>
              <a:pathLst>
                <a:path w="423544">
                  <a:moveTo>
                    <a:pt x="0" y="0"/>
                  </a:moveTo>
                  <a:lnTo>
                    <a:pt x="422959" y="0"/>
                  </a:lnTo>
                </a:path>
              </a:pathLst>
            </a:custGeom>
            <a:ln w="24838">
              <a:solidFill>
                <a:srgbClr val="23201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603131" y="3896359"/>
              <a:ext cx="456565" cy="149860"/>
            </a:xfrm>
            <a:custGeom>
              <a:avLst/>
              <a:gdLst/>
              <a:ahLst/>
              <a:cxnLst/>
              <a:rect l="l" t="t" r="r" b="b"/>
              <a:pathLst>
                <a:path w="456564" h="149860">
                  <a:moveTo>
                    <a:pt x="24853" y="66268"/>
                  </a:moveTo>
                  <a:lnTo>
                    <a:pt x="0" y="66268"/>
                  </a:lnTo>
                  <a:lnTo>
                    <a:pt x="0" y="107950"/>
                  </a:lnTo>
                  <a:lnTo>
                    <a:pt x="24853" y="107950"/>
                  </a:lnTo>
                  <a:lnTo>
                    <a:pt x="24853" y="66268"/>
                  </a:lnTo>
                  <a:close/>
                </a:path>
                <a:path w="456564" h="149860">
                  <a:moveTo>
                    <a:pt x="24866" y="8242"/>
                  </a:moveTo>
                  <a:lnTo>
                    <a:pt x="8293" y="8242"/>
                  </a:lnTo>
                  <a:lnTo>
                    <a:pt x="0" y="8293"/>
                  </a:lnTo>
                  <a:lnTo>
                    <a:pt x="0" y="16598"/>
                  </a:lnTo>
                  <a:lnTo>
                    <a:pt x="0" y="41402"/>
                  </a:lnTo>
                  <a:lnTo>
                    <a:pt x="24777" y="41402"/>
                  </a:lnTo>
                  <a:lnTo>
                    <a:pt x="24777" y="24790"/>
                  </a:lnTo>
                  <a:lnTo>
                    <a:pt x="24866" y="8242"/>
                  </a:lnTo>
                  <a:close/>
                </a:path>
                <a:path w="456564" h="149860">
                  <a:moveTo>
                    <a:pt x="91389" y="8242"/>
                  </a:moveTo>
                  <a:lnTo>
                    <a:pt x="49669" y="8242"/>
                  </a:lnTo>
                  <a:lnTo>
                    <a:pt x="49669" y="24790"/>
                  </a:lnTo>
                  <a:lnTo>
                    <a:pt x="91389" y="24790"/>
                  </a:lnTo>
                  <a:lnTo>
                    <a:pt x="91389" y="8242"/>
                  </a:lnTo>
                  <a:close/>
                </a:path>
                <a:path w="456564" h="149860">
                  <a:moveTo>
                    <a:pt x="157759" y="0"/>
                  </a:moveTo>
                  <a:lnTo>
                    <a:pt x="116268" y="8293"/>
                  </a:lnTo>
                  <a:lnTo>
                    <a:pt x="116268" y="24790"/>
                  </a:lnTo>
                  <a:lnTo>
                    <a:pt x="157759" y="24790"/>
                  </a:lnTo>
                  <a:lnTo>
                    <a:pt x="157759" y="0"/>
                  </a:lnTo>
                  <a:close/>
                </a:path>
                <a:path w="456564" h="149860">
                  <a:moveTo>
                    <a:pt x="224002" y="49657"/>
                  </a:moveTo>
                  <a:lnTo>
                    <a:pt x="199136" y="49657"/>
                  </a:lnTo>
                  <a:lnTo>
                    <a:pt x="199136" y="91338"/>
                  </a:lnTo>
                  <a:lnTo>
                    <a:pt x="224002" y="91338"/>
                  </a:lnTo>
                  <a:lnTo>
                    <a:pt x="224002" y="49657"/>
                  </a:lnTo>
                  <a:close/>
                </a:path>
                <a:path w="456564" h="149860">
                  <a:moveTo>
                    <a:pt x="224028" y="0"/>
                  </a:moveTo>
                  <a:lnTo>
                    <a:pt x="215734" y="0"/>
                  </a:lnTo>
                  <a:lnTo>
                    <a:pt x="182537" y="0"/>
                  </a:lnTo>
                  <a:lnTo>
                    <a:pt x="182537" y="24790"/>
                  </a:lnTo>
                  <a:lnTo>
                    <a:pt x="207429" y="24790"/>
                  </a:lnTo>
                  <a:lnTo>
                    <a:pt x="215734" y="24790"/>
                  </a:lnTo>
                  <a:lnTo>
                    <a:pt x="224002" y="24790"/>
                  </a:lnTo>
                  <a:lnTo>
                    <a:pt x="224002" y="16624"/>
                  </a:lnTo>
                  <a:lnTo>
                    <a:pt x="224028" y="0"/>
                  </a:lnTo>
                  <a:close/>
                </a:path>
                <a:path w="456564" h="149860">
                  <a:moveTo>
                    <a:pt x="232308" y="124510"/>
                  </a:moveTo>
                  <a:lnTo>
                    <a:pt x="224028" y="124510"/>
                  </a:lnTo>
                  <a:lnTo>
                    <a:pt x="224028" y="116141"/>
                  </a:lnTo>
                  <a:lnTo>
                    <a:pt x="199136" y="116141"/>
                  </a:lnTo>
                  <a:lnTo>
                    <a:pt x="199136" y="141046"/>
                  </a:lnTo>
                  <a:lnTo>
                    <a:pt x="199136" y="149352"/>
                  </a:lnTo>
                  <a:lnTo>
                    <a:pt x="215734" y="149352"/>
                  </a:lnTo>
                  <a:lnTo>
                    <a:pt x="232308" y="149352"/>
                  </a:lnTo>
                  <a:lnTo>
                    <a:pt x="232308" y="124510"/>
                  </a:lnTo>
                  <a:close/>
                </a:path>
                <a:path w="456564" h="149860">
                  <a:moveTo>
                    <a:pt x="298653" y="124510"/>
                  </a:moveTo>
                  <a:lnTo>
                    <a:pt x="257213" y="124510"/>
                  </a:lnTo>
                  <a:lnTo>
                    <a:pt x="257213" y="149352"/>
                  </a:lnTo>
                  <a:lnTo>
                    <a:pt x="298653" y="149352"/>
                  </a:lnTo>
                  <a:lnTo>
                    <a:pt x="298653" y="124510"/>
                  </a:lnTo>
                  <a:close/>
                </a:path>
                <a:path w="456564" h="149860">
                  <a:moveTo>
                    <a:pt x="365201" y="124510"/>
                  </a:moveTo>
                  <a:lnTo>
                    <a:pt x="323481" y="124510"/>
                  </a:lnTo>
                  <a:lnTo>
                    <a:pt x="323481" y="149352"/>
                  </a:lnTo>
                  <a:lnTo>
                    <a:pt x="365201" y="149352"/>
                  </a:lnTo>
                  <a:lnTo>
                    <a:pt x="365201" y="124510"/>
                  </a:lnTo>
                  <a:close/>
                </a:path>
                <a:path w="456564" h="149860">
                  <a:moveTo>
                    <a:pt x="431533" y="124510"/>
                  </a:moveTo>
                  <a:lnTo>
                    <a:pt x="390080" y="124510"/>
                  </a:lnTo>
                  <a:lnTo>
                    <a:pt x="390080" y="149352"/>
                  </a:lnTo>
                  <a:lnTo>
                    <a:pt x="431533" y="149352"/>
                  </a:lnTo>
                  <a:lnTo>
                    <a:pt x="431533" y="124510"/>
                  </a:lnTo>
                  <a:close/>
                </a:path>
                <a:path w="456564" h="149860">
                  <a:moveTo>
                    <a:pt x="456349" y="82816"/>
                  </a:moveTo>
                  <a:lnTo>
                    <a:pt x="431457" y="82816"/>
                  </a:lnTo>
                  <a:lnTo>
                    <a:pt x="431457" y="124447"/>
                  </a:lnTo>
                  <a:lnTo>
                    <a:pt x="448056" y="124447"/>
                  </a:lnTo>
                  <a:lnTo>
                    <a:pt x="456349" y="82816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34600" y="3912893"/>
              <a:ext cx="240709" cy="6627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250445" y="4004298"/>
              <a:ext cx="25400" cy="41910"/>
            </a:xfrm>
            <a:custGeom>
              <a:avLst/>
              <a:gdLst/>
              <a:ahLst/>
              <a:cxnLst/>
              <a:rect l="l" t="t" r="r" b="b"/>
              <a:pathLst>
                <a:path w="25400" h="41910">
                  <a:moveTo>
                    <a:pt x="0" y="33104"/>
                  </a:moveTo>
                  <a:lnTo>
                    <a:pt x="0" y="41408"/>
                  </a:lnTo>
                  <a:lnTo>
                    <a:pt x="8186" y="41408"/>
                  </a:lnTo>
                  <a:lnTo>
                    <a:pt x="0" y="33104"/>
                  </a:lnTo>
                  <a:close/>
                </a:path>
                <a:path w="25400" h="41910">
                  <a:moveTo>
                    <a:pt x="24781" y="0"/>
                  </a:moveTo>
                  <a:lnTo>
                    <a:pt x="0" y="0"/>
                  </a:lnTo>
                  <a:lnTo>
                    <a:pt x="0" y="33104"/>
                  </a:lnTo>
                  <a:lnTo>
                    <a:pt x="8186" y="41408"/>
                  </a:lnTo>
                  <a:lnTo>
                    <a:pt x="24781" y="33104"/>
                  </a:lnTo>
                  <a:lnTo>
                    <a:pt x="24781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58632" y="4033287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>
                  <a:moveTo>
                    <a:pt x="0" y="0"/>
                  </a:moveTo>
                  <a:lnTo>
                    <a:pt x="547641" y="0"/>
                  </a:lnTo>
                </a:path>
              </a:pathLst>
            </a:custGeom>
            <a:ln w="24838">
              <a:solidFill>
                <a:srgbClr val="23201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31145" y="3962628"/>
              <a:ext cx="41910" cy="83185"/>
            </a:xfrm>
            <a:custGeom>
              <a:avLst/>
              <a:gdLst/>
              <a:ahLst/>
              <a:cxnLst/>
              <a:rect l="l" t="t" r="r" b="b"/>
              <a:pathLst>
                <a:path w="41910" h="83185">
                  <a:moveTo>
                    <a:pt x="41363" y="0"/>
                  </a:moveTo>
                  <a:lnTo>
                    <a:pt x="24790" y="0"/>
                  </a:lnTo>
                  <a:lnTo>
                    <a:pt x="24790" y="41681"/>
                  </a:lnTo>
                  <a:lnTo>
                    <a:pt x="41363" y="41681"/>
                  </a:lnTo>
                  <a:lnTo>
                    <a:pt x="41363" y="0"/>
                  </a:lnTo>
                  <a:close/>
                </a:path>
                <a:path w="41910" h="83185">
                  <a:moveTo>
                    <a:pt x="41376" y="74777"/>
                  </a:moveTo>
                  <a:lnTo>
                    <a:pt x="41351" y="66497"/>
                  </a:lnTo>
                  <a:lnTo>
                    <a:pt x="37236" y="66497"/>
                  </a:lnTo>
                  <a:lnTo>
                    <a:pt x="33083" y="58178"/>
                  </a:lnTo>
                  <a:lnTo>
                    <a:pt x="0" y="58178"/>
                  </a:lnTo>
                  <a:lnTo>
                    <a:pt x="0" y="83083"/>
                  </a:lnTo>
                  <a:lnTo>
                    <a:pt x="33083" y="83083"/>
                  </a:lnTo>
                  <a:lnTo>
                    <a:pt x="41376" y="83083"/>
                  </a:lnTo>
                  <a:lnTo>
                    <a:pt x="41376" y="74777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64236" y="3937781"/>
              <a:ext cx="647065" cy="0"/>
            </a:xfrm>
            <a:custGeom>
              <a:avLst/>
              <a:gdLst/>
              <a:ahLst/>
              <a:cxnLst/>
              <a:rect l="l" t="t" r="r" b="b"/>
              <a:pathLst>
                <a:path w="647064">
                  <a:moveTo>
                    <a:pt x="0" y="0"/>
                  </a:moveTo>
                  <a:lnTo>
                    <a:pt x="647035" y="0"/>
                  </a:lnTo>
                </a:path>
              </a:pathLst>
            </a:custGeom>
            <a:ln w="16558">
              <a:solidFill>
                <a:srgbClr val="23201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27918" y="3929456"/>
              <a:ext cx="149860" cy="116839"/>
            </a:xfrm>
            <a:custGeom>
              <a:avLst/>
              <a:gdLst/>
              <a:ahLst/>
              <a:cxnLst/>
              <a:rect l="l" t="t" r="r" b="b"/>
              <a:pathLst>
                <a:path w="149860" h="116839">
                  <a:moveTo>
                    <a:pt x="24777" y="66548"/>
                  </a:moveTo>
                  <a:lnTo>
                    <a:pt x="8191" y="66548"/>
                  </a:lnTo>
                  <a:lnTo>
                    <a:pt x="8191" y="107950"/>
                  </a:lnTo>
                  <a:lnTo>
                    <a:pt x="8191" y="116255"/>
                  </a:lnTo>
                  <a:lnTo>
                    <a:pt x="16484" y="116255"/>
                  </a:lnTo>
                  <a:lnTo>
                    <a:pt x="24777" y="107950"/>
                  </a:lnTo>
                  <a:lnTo>
                    <a:pt x="24777" y="66548"/>
                  </a:lnTo>
                  <a:close/>
                </a:path>
                <a:path w="149860" h="116839">
                  <a:moveTo>
                    <a:pt x="24866" y="8293"/>
                  </a:moveTo>
                  <a:lnTo>
                    <a:pt x="24777" y="0"/>
                  </a:lnTo>
                  <a:lnTo>
                    <a:pt x="16484" y="0"/>
                  </a:lnTo>
                  <a:lnTo>
                    <a:pt x="0" y="0"/>
                  </a:lnTo>
                  <a:lnTo>
                    <a:pt x="0" y="8293"/>
                  </a:lnTo>
                  <a:lnTo>
                    <a:pt x="0" y="16611"/>
                  </a:lnTo>
                  <a:lnTo>
                    <a:pt x="0" y="41414"/>
                  </a:lnTo>
                  <a:lnTo>
                    <a:pt x="24866" y="41414"/>
                  </a:lnTo>
                  <a:lnTo>
                    <a:pt x="24866" y="8293"/>
                  </a:lnTo>
                  <a:close/>
                </a:path>
                <a:path w="149860" h="116839">
                  <a:moveTo>
                    <a:pt x="83096" y="91414"/>
                  </a:moveTo>
                  <a:lnTo>
                    <a:pt x="41376" y="91414"/>
                  </a:lnTo>
                  <a:lnTo>
                    <a:pt x="41376" y="116255"/>
                  </a:lnTo>
                  <a:lnTo>
                    <a:pt x="83096" y="116255"/>
                  </a:lnTo>
                  <a:lnTo>
                    <a:pt x="83096" y="91414"/>
                  </a:lnTo>
                  <a:close/>
                </a:path>
                <a:path w="149860" h="116839">
                  <a:moveTo>
                    <a:pt x="149415" y="91414"/>
                  </a:moveTo>
                  <a:lnTo>
                    <a:pt x="107975" y="91414"/>
                  </a:lnTo>
                  <a:lnTo>
                    <a:pt x="107975" y="116255"/>
                  </a:lnTo>
                  <a:lnTo>
                    <a:pt x="149415" y="116255"/>
                  </a:lnTo>
                  <a:lnTo>
                    <a:pt x="149415" y="91414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02169" y="3929501"/>
              <a:ext cx="82928" cy="11620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809926" y="3941834"/>
              <a:ext cx="374015" cy="0"/>
            </a:xfrm>
            <a:custGeom>
              <a:avLst/>
              <a:gdLst/>
              <a:ahLst/>
              <a:cxnLst/>
              <a:rect l="l" t="t" r="r" b="b"/>
              <a:pathLst>
                <a:path w="374014">
                  <a:moveTo>
                    <a:pt x="0" y="0"/>
                  </a:moveTo>
                  <a:lnTo>
                    <a:pt x="373505" y="0"/>
                  </a:lnTo>
                </a:path>
              </a:pathLst>
            </a:custGeom>
            <a:ln w="24838">
              <a:solidFill>
                <a:srgbClr val="23201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175123" y="3929417"/>
              <a:ext cx="356870" cy="116839"/>
            </a:xfrm>
            <a:custGeom>
              <a:avLst/>
              <a:gdLst/>
              <a:ahLst/>
              <a:cxnLst/>
              <a:rect l="l" t="t" r="r" b="b"/>
              <a:pathLst>
                <a:path w="356870" h="116839">
                  <a:moveTo>
                    <a:pt x="24866" y="33210"/>
                  </a:moveTo>
                  <a:lnTo>
                    <a:pt x="0" y="33210"/>
                  </a:lnTo>
                  <a:lnTo>
                    <a:pt x="0" y="74891"/>
                  </a:lnTo>
                  <a:lnTo>
                    <a:pt x="24866" y="74891"/>
                  </a:lnTo>
                  <a:lnTo>
                    <a:pt x="24866" y="33210"/>
                  </a:lnTo>
                  <a:close/>
                </a:path>
                <a:path w="356870" h="116839">
                  <a:moveTo>
                    <a:pt x="49745" y="91452"/>
                  </a:moveTo>
                  <a:lnTo>
                    <a:pt x="16586" y="91452"/>
                  </a:lnTo>
                  <a:lnTo>
                    <a:pt x="16586" y="99682"/>
                  </a:lnTo>
                  <a:lnTo>
                    <a:pt x="8293" y="99682"/>
                  </a:lnTo>
                  <a:lnTo>
                    <a:pt x="8293" y="107988"/>
                  </a:lnTo>
                  <a:lnTo>
                    <a:pt x="8293" y="116293"/>
                  </a:lnTo>
                  <a:lnTo>
                    <a:pt x="16586" y="116293"/>
                  </a:lnTo>
                  <a:lnTo>
                    <a:pt x="49745" y="116293"/>
                  </a:lnTo>
                  <a:lnTo>
                    <a:pt x="49745" y="91452"/>
                  </a:lnTo>
                  <a:close/>
                </a:path>
                <a:path w="356870" h="116839">
                  <a:moveTo>
                    <a:pt x="116116" y="91452"/>
                  </a:moveTo>
                  <a:lnTo>
                    <a:pt x="74676" y="91452"/>
                  </a:lnTo>
                  <a:lnTo>
                    <a:pt x="74676" y="116293"/>
                  </a:lnTo>
                  <a:lnTo>
                    <a:pt x="116116" y="116293"/>
                  </a:lnTo>
                  <a:lnTo>
                    <a:pt x="116116" y="91452"/>
                  </a:lnTo>
                  <a:close/>
                </a:path>
                <a:path w="356870" h="116839">
                  <a:moveTo>
                    <a:pt x="182384" y="91452"/>
                  </a:moveTo>
                  <a:lnTo>
                    <a:pt x="140944" y="91452"/>
                  </a:lnTo>
                  <a:lnTo>
                    <a:pt x="140944" y="116293"/>
                  </a:lnTo>
                  <a:lnTo>
                    <a:pt x="182384" y="116293"/>
                  </a:lnTo>
                  <a:lnTo>
                    <a:pt x="182384" y="91452"/>
                  </a:lnTo>
                  <a:close/>
                </a:path>
                <a:path w="356870" h="116839">
                  <a:moveTo>
                    <a:pt x="215595" y="58293"/>
                  </a:moveTo>
                  <a:lnTo>
                    <a:pt x="190728" y="58293"/>
                  </a:lnTo>
                  <a:lnTo>
                    <a:pt x="190728" y="99682"/>
                  </a:lnTo>
                  <a:lnTo>
                    <a:pt x="215595" y="99682"/>
                  </a:lnTo>
                  <a:lnTo>
                    <a:pt x="215595" y="58293"/>
                  </a:lnTo>
                  <a:close/>
                </a:path>
                <a:path w="356870" h="116839">
                  <a:moveTo>
                    <a:pt x="223774" y="0"/>
                  </a:moveTo>
                  <a:lnTo>
                    <a:pt x="198920" y="0"/>
                  </a:lnTo>
                  <a:lnTo>
                    <a:pt x="190728" y="38"/>
                  </a:lnTo>
                  <a:lnTo>
                    <a:pt x="190728" y="8343"/>
                  </a:lnTo>
                  <a:lnTo>
                    <a:pt x="190728" y="33147"/>
                  </a:lnTo>
                  <a:lnTo>
                    <a:pt x="207213" y="33147"/>
                  </a:lnTo>
                  <a:lnTo>
                    <a:pt x="207213" y="24841"/>
                  </a:lnTo>
                  <a:lnTo>
                    <a:pt x="223774" y="24841"/>
                  </a:lnTo>
                  <a:lnTo>
                    <a:pt x="223774" y="0"/>
                  </a:lnTo>
                  <a:close/>
                </a:path>
                <a:path w="356870" h="116839">
                  <a:moveTo>
                    <a:pt x="290410" y="0"/>
                  </a:moveTo>
                  <a:lnTo>
                    <a:pt x="248704" y="0"/>
                  </a:lnTo>
                  <a:lnTo>
                    <a:pt x="248704" y="24841"/>
                  </a:lnTo>
                  <a:lnTo>
                    <a:pt x="290410" y="24841"/>
                  </a:lnTo>
                  <a:lnTo>
                    <a:pt x="290410" y="0"/>
                  </a:lnTo>
                  <a:close/>
                </a:path>
                <a:path w="356870" h="116839">
                  <a:moveTo>
                    <a:pt x="356743" y="0"/>
                  </a:moveTo>
                  <a:lnTo>
                    <a:pt x="315302" y="0"/>
                  </a:lnTo>
                  <a:lnTo>
                    <a:pt x="315302" y="24841"/>
                  </a:lnTo>
                  <a:lnTo>
                    <a:pt x="356743" y="24841"/>
                  </a:lnTo>
                  <a:lnTo>
                    <a:pt x="356743" y="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56698" y="3921149"/>
              <a:ext cx="240626" cy="12455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822213" y="3921150"/>
              <a:ext cx="107950" cy="25400"/>
            </a:xfrm>
            <a:custGeom>
              <a:avLst/>
              <a:gdLst/>
              <a:ahLst/>
              <a:cxnLst/>
              <a:rect l="l" t="t" r="r" b="b"/>
              <a:pathLst>
                <a:path w="107950" h="25400">
                  <a:moveTo>
                    <a:pt x="41376" y="0"/>
                  </a:moveTo>
                  <a:lnTo>
                    <a:pt x="0" y="0"/>
                  </a:lnTo>
                  <a:lnTo>
                    <a:pt x="0" y="24917"/>
                  </a:lnTo>
                  <a:lnTo>
                    <a:pt x="41376" y="16611"/>
                  </a:lnTo>
                  <a:lnTo>
                    <a:pt x="41376" y="0"/>
                  </a:lnTo>
                  <a:close/>
                </a:path>
                <a:path w="107950" h="25400">
                  <a:moveTo>
                    <a:pt x="107708" y="50"/>
                  </a:moveTo>
                  <a:lnTo>
                    <a:pt x="66268" y="50"/>
                  </a:lnTo>
                  <a:lnTo>
                    <a:pt x="66268" y="16611"/>
                  </a:lnTo>
                  <a:lnTo>
                    <a:pt x="107708" y="16611"/>
                  </a:lnTo>
                  <a:lnTo>
                    <a:pt x="107708" y="5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54865" y="3921197"/>
              <a:ext cx="99670" cy="12450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831733" y="4012501"/>
              <a:ext cx="174625" cy="17145"/>
            </a:xfrm>
            <a:custGeom>
              <a:avLst/>
              <a:gdLst/>
              <a:ahLst/>
              <a:cxnLst/>
              <a:rect l="l" t="t" r="r" b="b"/>
              <a:pathLst>
                <a:path w="174625" h="17145">
                  <a:moveTo>
                    <a:pt x="41440" y="50"/>
                  </a:moveTo>
                  <a:lnTo>
                    <a:pt x="0" y="50"/>
                  </a:lnTo>
                  <a:lnTo>
                    <a:pt x="0" y="16598"/>
                  </a:lnTo>
                  <a:lnTo>
                    <a:pt x="41440" y="16598"/>
                  </a:lnTo>
                  <a:lnTo>
                    <a:pt x="41440" y="50"/>
                  </a:lnTo>
                  <a:close/>
                </a:path>
                <a:path w="174625" h="17145">
                  <a:moveTo>
                    <a:pt x="107746" y="50"/>
                  </a:moveTo>
                  <a:lnTo>
                    <a:pt x="66306" y="50"/>
                  </a:lnTo>
                  <a:lnTo>
                    <a:pt x="66306" y="16598"/>
                  </a:lnTo>
                  <a:lnTo>
                    <a:pt x="107746" y="16598"/>
                  </a:lnTo>
                  <a:lnTo>
                    <a:pt x="107746" y="50"/>
                  </a:lnTo>
                  <a:close/>
                </a:path>
                <a:path w="174625" h="17145">
                  <a:moveTo>
                    <a:pt x="174053" y="0"/>
                  </a:moveTo>
                  <a:lnTo>
                    <a:pt x="132613" y="0"/>
                  </a:lnTo>
                  <a:lnTo>
                    <a:pt x="132613" y="16598"/>
                  </a:lnTo>
                  <a:lnTo>
                    <a:pt x="174053" y="16598"/>
                  </a:lnTo>
                  <a:lnTo>
                    <a:pt x="174053" y="50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14895" y="4668776"/>
              <a:ext cx="4247948" cy="43941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814895" y="5398940"/>
              <a:ext cx="4248150" cy="406400"/>
            </a:xfrm>
            <a:custGeom>
              <a:avLst/>
              <a:gdLst/>
              <a:ahLst/>
              <a:cxnLst/>
              <a:rect l="l" t="t" r="r" b="b"/>
              <a:pathLst>
                <a:path w="4248150" h="406400">
                  <a:moveTo>
                    <a:pt x="99724" y="16509"/>
                  </a:moveTo>
                  <a:lnTo>
                    <a:pt x="91438" y="16509"/>
                  </a:lnTo>
                  <a:lnTo>
                    <a:pt x="91438" y="406399"/>
                  </a:lnTo>
                  <a:lnTo>
                    <a:pt x="99724" y="406399"/>
                  </a:lnTo>
                  <a:lnTo>
                    <a:pt x="99724" y="382269"/>
                  </a:lnTo>
                  <a:lnTo>
                    <a:pt x="108021" y="380786"/>
                  </a:lnTo>
                  <a:lnTo>
                    <a:pt x="108021" y="33019"/>
                  </a:lnTo>
                  <a:lnTo>
                    <a:pt x="99724" y="33019"/>
                  </a:lnTo>
                  <a:lnTo>
                    <a:pt x="99724" y="16509"/>
                  </a:lnTo>
                  <a:close/>
                </a:path>
                <a:path w="4248150" h="406400">
                  <a:moveTo>
                    <a:pt x="108021" y="380786"/>
                  </a:moveTo>
                  <a:lnTo>
                    <a:pt x="99724" y="382269"/>
                  </a:lnTo>
                  <a:lnTo>
                    <a:pt x="99724" y="406399"/>
                  </a:lnTo>
                  <a:lnTo>
                    <a:pt x="149453" y="398779"/>
                  </a:lnTo>
                  <a:lnTo>
                    <a:pt x="149453" y="389889"/>
                  </a:lnTo>
                  <a:lnTo>
                    <a:pt x="108021" y="389889"/>
                  </a:lnTo>
                  <a:lnTo>
                    <a:pt x="108021" y="380786"/>
                  </a:lnTo>
                  <a:close/>
                </a:path>
                <a:path w="4248150" h="406400">
                  <a:moveTo>
                    <a:pt x="1003971" y="25399"/>
                  </a:moveTo>
                  <a:lnTo>
                    <a:pt x="995673" y="25399"/>
                  </a:lnTo>
                  <a:lnTo>
                    <a:pt x="995673" y="406399"/>
                  </a:lnTo>
                  <a:lnTo>
                    <a:pt x="1012268" y="406399"/>
                  </a:lnTo>
                  <a:lnTo>
                    <a:pt x="1012268" y="382269"/>
                  </a:lnTo>
                  <a:lnTo>
                    <a:pt x="1019981" y="381634"/>
                  </a:lnTo>
                  <a:lnTo>
                    <a:pt x="1020566" y="381634"/>
                  </a:lnTo>
                  <a:lnTo>
                    <a:pt x="1020566" y="41909"/>
                  </a:lnTo>
                  <a:lnTo>
                    <a:pt x="1003971" y="41909"/>
                  </a:lnTo>
                  <a:lnTo>
                    <a:pt x="1003971" y="25399"/>
                  </a:lnTo>
                  <a:close/>
                </a:path>
                <a:path w="4248150" h="406400">
                  <a:moveTo>
                    <a:pt x="1111727" y="374081"/>
                  </a:moveTo>
                  <a:lnTo>
                    <a:pt x="1012268" y="382269"/>
                  </a:lnTo>
                  <a:lnTo>
                    <a:pt x="1012268" y="406399"/>
                  </a:lnTo>
                  <a:lnTo>
                    <a:pt x="1120246" y="398779"/>
                  </a:lnTo>
                  <a:lnTo>
                    <a:pt x="1120246" y="389889"/>
                  </a:lnTo>
                  <a:lnTo>
                    <a:pt x="1020566" y="389889"/>
                  </a:lnTo>
                  <a:lnTo>
                    <a:pt x="1020566" y="381634"/>
                  </a:lnTo>
                  <a:lnTo>
                    <a:pt x="1111727" y="381634"/>
                  </a:lnTo>
                  <a:lnTo>
                    <a:pt x="1111727" y="374081"/>
                  </a:lnTo>
                  <a:close/>
                </a:path>
                <a:path w="4248150" h="406400">
                  <a:moveTo>
                    <a:pt x="3509473" y="25399"/>
                  </a:moveTo>
                  <a:lnTo>
                    <a:pt x="3501176" y="25399"/>
                  </a:lnTo>
                  <a:lnTo>
                    <a:pt x="3509473" y="389889"/>
                  </a:lnTo>
                  <a:lnTo>
                    <a:pt x="3509473" y="406399"/>
                  </a:lnTo>
                  <a:lnTo>
                    <a:pt x="3517771" y="406399"/>
                  </a:lnTo>
                  <a:lnTo>
                    <a:pt x="3517771" y="382269"/>
                  </a:lnTo>
                  <a:lnTo>
                    <a:pt x="3526068" y="382269"/>
                  </a:lnTo>
                  <a:lnTo>
                    <a:pt x="3526068" y="33019"/>
                  </a:lnTo>
                  <a:lnTo>
                    <a:pt x="3509473" y="33019"/>
                  </a:lnTo>
                  <a:lnTo>
                    <a:pt x="3509473" y="25399"/>
                  </a:lnTo>
                  <a:close/>
                </a:path>
                <a:path w="4248150" h="406400">
                  <a:moveTo>
                    <a:pt x="3526068" y="382269"/>
                  </a:moveTo>
                  <a:lnTo>
                    <a:pt x="3517771" y="382269"/>
                  </a:lnTo>
                  <a:lnTo>
                    <a:pt x="3517771" y="406399"/>
                  </a:lnTo>
                  <a:lnTo>
                    <a:pt x="3550961" y="406399"/>
                  </a:lnTo>
                  <a:lnTo>
                    <a:pt x="3550961" y="389889"/>
                  </a:lnTo>
                  <a:lnTo>
                    <a:pt x="3526068" y="389889"/>
                  </a:lnTo>
                  <a:lnTo>
                    <a:pt x="3526068" y="382269"/>
                  </a:lnTo>
                  <a:close/>
                </a:path>
                <a:path w="4248150" h="406400">
                  <a:moveTo>
                    <a:pt x="3558976" y="382269"/>
                  </a:moveTo>
                  <a:lnTo>
                    <a:pt x="3550961" y="382269"/>
                  </a:lnTo>
                  <a:lnTo>
                    <a:pt x="3550961" y="406399"/>
                  </a:lnTo>
                  <a:lnTo>
                    <a:pt x="3559147" y="406399"/>
                  </a:lnTo>
                  <a:lnTo>
                    <a:pt x="3559147" y="389889"/>
                  </a:lnTo>
                  <a:lnTo>
                    <a:pt x="3558976" y="382269"/>
                  </a:lnTo>
                  <a:close/>
                </a:path>
                <a:path w="4248150" h="406400">
                  <a:moveTo>
                    <a:pt x="3658938" y="25399"/>
                  </a:moveTo>
                  <a:lnTo>
                    <a:pt x="3650641" y="25399"/>
                  </a:lnTo>
                  <a:lnTo>
                    <a:pt x="3650641" y="406399"/>
                  </a:lnTo>
                  <a:lnTo>
                    <a:pt x="3658938" y="406399"/>
                  </a:lnTo>
                  <a:lnTo>
                    <a:pt x="3658938" y="382269"/>
                  </a:lnTo>
                  <a:lnTo>
                    <a:pt x="3675310" y="380073"/>
                  </a:lnTo>
                  <a:lnTo>
                    <a:pt x="3667435" y="34131"/>
                  </a:lnTo>
                  <a:lnTo>
                    <a:pt x="3667409" y="33019"/>
                  </a:lnTo>
                  <a:lnTo>
                    <a:pt x="3658938" y="33019"/>
                  </a:lnTo>
                  <a:lnTo>
                    <a:pt x="3658938" y="25399"/>
                  </a:lnTo>
                  <a:close/>
                </a:path>
                <a:path w="4248150" h="406400">
                  <a:moveTo>
                    <a:pt x="3675310" y="380073"/>
                  </a:moveTo>
                  <a:lnTo>
                    <a:pt x="3658938" y="382269"/>
                  </a:lnTo>
                  <a:lnTo>
                    <a:pt x="3658938" y="406399"/>
                  </a:lnTo>
                  <a:lnTo>
                    <a:pt x="3725207" y="398779"/>
                  </a:lnTo>
                  <a:lnTo>
                    <a:pt x="3725207" y="389889"/>
                  </a:lnTo>
                  <a:lnTo>
                    <a:pt x="3675533" y="389889"/>
                  </a:lnTo>
                  <a:lnTo>
                    <a:pt x="3675360" y="382269"/>
                  </a:lnTo>
                  <a:lnTo>
                    <a:pt x="3675310" y="380073"/>
                  </a:lnTo>
                  <a:close/>
                </a:path>
                <a:path w="4248150" h="406400">
                  <a:moveTo>
                    <a:pt x="2049341" y="375342"/>
                  </a:moveTo>
                  <a:lnTo>
                    <a:pt x="2049341" y="382269"/>
                  </a:lnTo>
                  <a:lnTo>
                    <a:pt x="2041043" y="382269"/>
                  </a:lnTo>
                  <a:lnTo>
                    <a:pt x="2032746" y="398779"/>
                  </a:lnTo>
                  <a:lnTo>
                    <a:pt x="2043118" y="400049"/>
                  </a:lnTo>
                  <a:lnTo>
                    <a:pt x="2065936" y="398779"/>
                  </a:lnTo>
                  <a:lnTo>
                    <a:pt x="2088754" y="391159"/>
                  </a:lnTo>
                  <a:lnTo>
                    <a:pt x="2096903" y="377189"/>
                  </a:lnTo>
                  <a:lnTo>
                    <a:pt x="2057638" y="377189"/>
                  </a:lnTo>
                  <a:lnTo>
                    <a:pt x="2049341" y="375342"/>
                  </a:lnTo>
                  <a:close/>
                </a:path>
                <a:path w="4248150" h="406400">
                  <a:moveTo>
                    <a:pt x="3352328" y="374081"/>
                  </a:moveTo>
                  <a:lnTo>
                    <a:pt x="3351683" y="374081"/>
                  </a:lnTo>
                  <a:lnTo>
                    <a:pt x="3352043" y="389889"/>
                  </a:lnTo>
                  <a:lnTo>
                    <a:pt x="3343745" y="389889"/>
                  </a:lnTo>
                  <a:lnTo>
                    <a:pt x="3335448" y="398779"/>
                  </a:lnTo>
                  <a:lnTo>
                    <a:pt x="3358491" y="400049"/>
                  </a:lnTo>
                  <a:lnTo>
                    <a:pt x="3401717" y="400049"/>
                  </a:lnTo>
                  <a:lnTo>
                    <a:pt x="3444943" y="394969"/>
                  </a:lnTo>
                  <a:lnTo>
                    <a:pt x="3467986" y="382269"/>
                  </a:lnTo>
                  <a:lnTo>
                    <a:pt x="3453825" y="377189"/>
                  </a:lnTo>
                  <a:lnTo>
                    <a:pt x="3393475" y="377189"/>
                  </a:lnTo>
                  <a:lnTo>
                    <a:pt x="3352328" y="374081"/>
                  </a:lnTo>
                  <a:close/>
                </a:path>
                <a:path w="4248150" h="406400">
                  <a:moveTo>
                    <a:pt x="33422" y="373379"/>
                  </a:moveTo>
                  <a:lnTo>
                    <a:pt x="0" y="373379"/>
                  </a:lnTo>
                  <a:lnTo>
                    <a:pt x="0" y="398779"/>
                  </a:lnTo>
                  <a:lnTo>
                    <a:pt x="41708" y="398779"/>
                  </a:lnTo>
                  <a:lnTo>
                    <a:pt x="41708" y="389889"/>
                  </a:lnTo>
                  <a:lnTo>
                    <a:pt x="33422" y="389889"/>
                  </a:lnTo>
                  <a:lnTo>
                    <a:pt x="33422" y="373379"/>
                  </a:lnTo>
                  <a:close/>
                </a:path>
                <a:path w="4248150" h="406400">
                  <a:moveTo>
                    <a:pt x="50372" y="373379"/>
                  </a:moveTo>
                  <a:lnTo>
                    <a:pt x="41708" y="373379"/>
                  </a:lnTo>
                  <a:lnTo>
                    <a:pt x="41708" y="398779"/>
                  </a:lnTo>
                  <a:lnTo>
                    <a:pt x="50006" y="398779"/>
                  </a:lnTo>
                  <a:lnTo>
                    <a:pt x="50006" y="389889"/>
                  </a:lnTo>
                  <a:lnTo>
                    <a:pt x="50175" y="382269"/>
                  </a:lnTo>
                  <a:lnTo>
                    <a:pt x="50287" y="377189"/>
                  </a:lnTo>
                  <a:lnTo>
                    <a:pt x="50372" y="373379"/>
                  </a:lnTo>
                  <a:close/>
                </a:path>
                <a:path w="4248150" h="406400">
                  <a:moveTo>
                    <a:pt x="166037" y="373379"/>
                  </a:moveTo>
                  <a:lnTo>
                    <a:pt x="149453" y="373379"/>
                  </a:lnTo>
                  <a:lnTo>
                    <a:pt x="149453" y="398779"/>
                  </a:lnTo>
                  <a:lnTo>
                    <a:pt x="166037" y="398779"/>
                  </a:lnTo>
                  <a:lnTo>
                    <a:pt x="166037" y="373379"/>
                  </a:lnTo>
                  <a:close/>
                </a:path>
                <a:path w="4248150" h="406400">
                  <a:moveTo>
                    <a:pt x="257199" y="25399"/>
                  </a:moveTo>
                  <a:lnTo>
                    <a:pt x="248912" y="25399"/>
                  </a:lnTo>
                  <a:lnTo>
                    <a:pt x="248912" y="398779"/>
                  </a:lnTo>
                  <a:lnTo>
                    <a:pt x="257199" y="398779"/>
                  </a:lnTo>
                  <a:lnTo>
                    <a:pt x="257199" y="373379"/>
                  </a:lnTo>
                  <a:lnTo>
                    <a:pt x="265496" y="373379"/>
                  </a:lnTo>
                  <a:lnTo>
                    <a:pt x="265496" y="33019"/>
                  </a:lnTo>
                  <a:lnTo>
                    <a:pt x="257199" y="33019"/>
                  </a:lnTo>
                  <a:lnTo>
                    <a:pt x="257199" y="25399"/>
                  </a:lnTo>
                  <a:close/>
                </a:path>
                <a:path w="4248150" h="406400">
                  <a:moveTo>
                    <a:pt x="265496" y="373379"/>
                  </a:moveTo>
                  <a:lnTo>
                    <a:pt x="257199" y="373379"/>
                  </a:lnTo>
                  <a:lnTo>
                    <a:pt x="257199" y="398779"/>
                  </a:lnTo>
                  <a:lnTo>
                    <a:pt x="332075" y="398779"/>
                  </a:lnTo>
                  <a:lnTo>
                    <a:pt x="332075" y="389889"/>
                  </a:lnTo>
                  <a:lnTo>
                    <a:pt x="265496" y="389889"/>
                  </a:lnTo>
                  <a:lnTo>
                    <a:pt x="265496" y="373379"/>
                  </a:lnTo>
                  <a:close/>
                </a:path>
                <a:path w="4248150" h="406400">
                  <a:moveTo>
                    <a:pt x="340362" y="373379"/>
                  </a:moveTo>
                  <a:lnTo>
                    <a:pt x="332075" y="373379"/>
                  </a:lnTo>
                  <a:lnTo>
                    <a:pt x="332075" y="398779"/>
                  </a:lnTo>
                  <a:lnTo>
                    <a:pt x="340362" y="398779"/>
                  </a:lnTo>
                  <a:lnTo>
                    <a:pt x="340362" y="373379"/>
                  </a:lnTo>
                  <a:close/>
                </a:path>
                <a:path w="4248150" h="406400">
                  <a:moveTo>
                    <a:pt x="356934" y="25399"/>
                  </a:moveTo>
                  <a:lnTo>
                    <a:pt x="348648" y="25399"/>
                  </a:lnTo>
                  <a:lnTo>
                    <a:pt x="348648" y="398779"/>
                  </a:lnTo>
                  <a:lnTo>
                    <a:pt x="356934" y="398779"/>
                  </a:lnTo>
                  <a:lnTo>
                    <a:pt x="356934" y="373379"/>
                  </a:lnTo>
                  <a:lnTo>
                    <a:pt x="373311" y="373379"/>
                  </a:lnTo>
                  <a:lnTo>
                    <a:pt x="365424" y="34131"/>
                  </a:lnTo>
                  <a:lnTo>
                    <a:pt x="365398" y="33019"/>
                  </a:lnTo>
                  <a:lnTo>
                    <a:pt x="356934" y="33019"/>
                  </a:lnTo>
                  <a:lnTo>
                    <a:pt x="356934" y="25399"/>
                  </a:lnTo>
                  <a:close/>
                </a:path>
                <a:path w="4248150" h="406400">
                  <a:moveTo>
                    <a:pt x="373311" y="373379"/>
                  </a:moveTo>
                  <a:lnTo>
                    <a:pt x="356934" y="373379"/>
                  </a:lnTo>
                  <a:lnTo>
                    <a:pt x="356934" y="398779"/>
                  </a:lnTo>
                  <a:lnTo>
                    <a:pt x="688778" y="398779"/>
                  </a:lnTo>
                  <a:lnTo>
                    <a:pt x="688778" y="382269"/>
                  </a:lnTo>
                  <a:lnTo>
                    <a:pt x="373518" y="382269"/>
                  </a:lnTo>
                  <a:lnTo>
                    <a:pt x="373400" y="377189"/>
                  </a:lnTo>
                  <a:lnTo>
                    <a:pt x="373311" y="373379"/>
                  </a:lnTo>
                  <a:close/>
                </a:path>
                <a:path w="4248150" h="406400">
                  <a:moveTo>
                    <a:pt x="697075" y="373379"/>
                  </a:moveTo>
                  <a:lnTo>
                    <a:pt x="688778" y="373379"/>
                  </a:lnTo>
                  <a:lnTo>
                    <a:pt x="688778" y="398779"/>
                  </a:lnTo>
                  <a:lnTo>
                    <a:pt x="697075" y="398779"/>
                  </a:lnTo>
                  <a:lnTo>
                    <a:pt x="697075" y="373379"/>
                  </a:lnTo>
                  <a:close/>
                </a:path>
                <a:path w="4248150" h="406400">
                  <a:moveTo>
                    <a:pt x="746749" y="25399"/>
                  </a:moveTo>
                  <a:lnTo>
                    <a:pt x="738452" y="25399"/>
                  </a:lnTo>
                  <a:lnTo>
                    <a:pt x="746365" y="365759"/>
                  </a:lnTo>
                  <a:lnTo>
                    <a:pt x="746425" y="368311"/>
                  </a:lnTo>
                  <a:lnTo>
                    <a:pt x="746508" y="371900"/>
                  </a:lnTo>
                  <a:lnTo>
                    <a:pt x="746631" y="377189"/>
                  </a:lnTo>
                  <a:lnTo>
                    <a:pt x="746749" y="398779"/>
                  </a:lnTo>
                  <a:lnTo>
                    <a:pt x="755047" y="398779"/>
                  </a:lnTo>
                  <a:lnTo>
                    <a:pt x="755047" y="373379"/>
                  </a:lnTo>
                  <a:lnTo>
                    <a:pt x="763103" y="371900"/>
                  </a:lnTo>
                  <a:lnTo>
                    <a:pt x="755250" y="34131"/>
                  </a:lnTo>
                  <a:lnTo>
                    <a:pt x="755224" y="33019"/>
                  </a:lnTo>
                  <a:lnTo>
                    <a:pt x="746749" y="33019"/>
                  </a:lnTo>
                  <a:lnTo>
                    <a:pt x="746749" y="25399"/>
                  </a:lnTo>
                  <a:close/>
                </a:path>
                <a:path w="4248150" h="406400">
                  <a:moveTo>
                    <a:pt x="763103" y="371900"/>
                  </a:moveTo>
                  <a:lnTo>
                    <a:pt x="755047" y="373379"/>
                  </a:lnTo>
                  <a:lnTo>
                    <a:pt x="755047" y="398779"/>
                  </a:lnTo>
                  <a:lnTo>
                    <a:pt x="796534" y="389889"/>
                  </a:lnTo>
                  <a:lnTo>
                    <a:pt x="796534" y="382269"/>
                  </a:lnTo>
                  <a:lnTo>
                    <a:pt x="763344" y="382269"/>
                  </a:lnTo>
                  <a:lnTo>
                    <a:pt x="763226" y="377189"/>
                  </a:lnTo>
                  <a:lnTo>
                    <a:pt x="763103" y="371900"/>
                  </a:lnTo>
                  <a:close/>
                </a:path>
                <a:path w="4248150" h="406400">
                  <a:moveTo>
                    <a:pt x="896214" y="16509"/>
                  </a:moveTo>
                  <a:lnTo>
                    <a:pt x="887917" y="16509"/>
                  </a:lnTo>
                  <a:lnTo>
                    <a:pt x="887917" y="398779"/>
                  </a:lnTo>
                  <a:lnTo>
                    <a:pt x="896214" y="398779"/>
                  </a:lnTo>
                  <a:lnTo>
                    <a:pt x="896214" y="373379"/>
                  </a:lnTo>
                  <a:lnTo>
                    <a:pt x="904512" y="373379"/>
                  </a:lnTo>
                  <a:lnTo>
                    <a:pt x="904512" y="33019"/>
                  </a:lnTo>
                  <a:lnTo>
                    <a:pt x="896214" y="33019"/>
                  </a:lnTo>
                  <a:lnTo>
                    <a:pt x="896214" y="16509"/>
                  </a:lnTo>
                  <a:close/>
                </a:path>
                <a:path w="4248150" h="406400">
                  <a:moveTo>
                    <a:pt x="904512" y="373379"/>
                  </a:moveTo>
                  <a:lnTo>
                    <a:pt x="896214" y="373379"/>
                  </a:lnTo>
                  <a:lnTo>
                    <a:pt x="896214" y="398779"/>
                  </a:lnTo>
                  <a:lnTo>
                    <a:pt x="979078" y="398779"/>
                  </a:lnTo>
                  <a:lnTo>
                    <a:pt x="979078" y="389889"/>
                  </a:lnTo>
                  <a:lnTo>
                    <a:pt x="970781" y="389889"/>
                  </a:lnTo>
                  <a:lnTo>
                    <a:pt x="970781" y="382269"/>
                  </a:lnTo>
                  <a:lnTo>
                    <a:pt x="904512" y="382269"/>
                  </a:lnTo>
                  <a:lnTo>
                    <a:pt x="904512" y="373379"/>
                  </a:lnTo>
                  <a:close/>
                </a:path>
                <a:path w="4248150" h="406400">
                  <a:moveTo>
                    <a:pt x="979078" y="16509"/>
                  </a:moveTo>
                  <a:lnTo>
                    <a:pt x="970781" y="16509"/>
                  </a:lnTo>
                  <a:lnTo>
                    <a:pt x="970781" y="389889"/>
                  </a:lnTo>
                  <a:lnTo>
                    <a:pt x="979078" y="389889"/>
                  </a:lnTo>
                  <a:lnTo>
                    <a:pt x="979078" y="398779"/>
                  </a:lnTo>
                  <a:lnTo>
                    <a:pt x="987376" y="373379"/>
                  </a:lnTo>
                  <a:lnTo>
                    <a:pt x="995297" y="373379"/>
                  </a:lnTo>
                  <a:lnTo>
                    <a:pt x="987780" y="43145"/>
                  </a:lnTo>
                  <a:lnTo>
                    <a:pt x="987752" y="41909"/>
                  </a:lnTo>
                  <a:lnTo>
                    <a:pt x="979078" y="41909"/>
                  </a:lnTo>
                  <a:lnTo>
                    <a:pt x="979078" y="16509"/>
                  </a:lnTo>
                  <a:close/>
                </a:path>
                <a:path w="4248150" h="406400">
                  <a:moveTo>
                    <a:pt x="995297" y="373379"/>
                  </a:moveTo>
                  <a:lnTo>
                    <a:pt x="987376" y="373379"/>
                  </a:lnTo>
                  <a:lnTo>
                    <a:pt x="979078" y="398779"/>
                  </a:lnTo>
                  <a:lnTo>
                    <a:pt x="995673" y="398779"/>
                  </a:lnTo>
                  <a:lnTo>
                    <a:pt x="995673" y="389889"/>
                  </a:lnTo>
                  <a:lnTo>
                    <a:pt x="995500" y="382269"/>
                  </a:lnTo>
                  <a:lnTo>
                    <a:pt x="995384" y="377189"/>
                  </a:lnTo>
                  <a:lnTo>
                    <a:pt x="995297" y="373379"/>
                  </a:lnTo>
                  <a:close/>
                </a:path>
                <a:path w="4248150" h="406400">
                  <a:moveTo>
                    <a:pt x="1128543" y="373379"/>
                  </a:moveTo>
                  <a:lnTo>
                    <a:pt x="1120246" y="373379"/>
                  </a:lnTo>
                  <a:lnTo>
                    <a:pt x="1120246" y="398779"/>
                  </a:lnTo>
                  <a:lnTo>
                    <a:pt x="1128543" y="398779"/>
                  </a:lnTo>
                  <a:lnTo>
                    <a:pt x="1128543" y="373379"/>
                  </a:lnTo>
                  <a:close/>
                </a:path>
                <a:path w="4248150" h="406400">
                  <a:moveTo>
                    <a:pt x="1178328" y="40798"/>
                  </a:moveTo>
                  <a:lnTo>
                    <a:pt x="1178328" y="398779"/>
                  </a:lnTo>
                  <a:lnTo>
                    <a:pt x="1194923" y="398779"/>
                  </a:lnTo>
                  <a:lnTo>
                    <a:pt x="1194923" y="373379"/>
                  </a:lnTo>
                  <a:lnTo>
                    <a:pt x="1202739" y="373379"/>
                  </a:lnTo>
                  <a:lnTo>
                    <a:pt x="1195322" y="43145"/>
                  </a:lnTo>
                  <a:lnTo>
                    <a:pt x="1195294" y="41909"/>
                  </a:lnTo>
                  <a:lnTo>
                    <a:pt x="1186626" y="41909"/>
                  </a:lnTo>
                  <a:lnTo>
                    <a:pt x="1178328" y="40798"/>
                  </a:lnTo>
                  <a:close/>
                </a:path>
                <a:path w="4248150" h="406400">
                  <a:moveTo>
                    <a:pt x="1202739" y="373379"/>
                  </a:moveTo>
                  <a:lnTo>
                    <a:pt x="1194923" y="373379"/>
                  </a:lnTo>
                  <a:lnTo>
                    <a:pt x="1194923" y="398779"/>
                  </a:lnTo>
                  <a:lnTo>
                    <a:pt x="1211407" y="398779"/>
                  </a:lnTo>
                  <a:lnTo>
                    <a:pt x="1211407" y="389889"/>
                  </a:lnTo>
                  <a:lnTo>
                    <a:pt x="1203110" y="389889"/>
                  </a:lnTo>
                  <a:lnTo>
                    <a:pt x="1202939" y="382269"/>
                  </a:lnTo>
                  <a:lnTo>
                    <a:pt x="1202825" y="377189"/>
                  </a:lnTo>
                  <a:lnTo>
                    <a:pt x="1202739" y="373379"/>
                  </a:lnTo>
                  <a:close/>
                </a:path>
                <a:path w="4248150" h="406400">
                  <a:moveTo>
                    <a:pt x="1228378" y="373379"/>
                  </a:moveTo>
                  <a:lnTo>
                    <a:pt x="1211407" y="373379"/>
                  </a:lnTo>
                  <a:lnTo>
                    <a:pt x="1211407" y="398779"/>
                  </a:lnTo>
                  <a:lnTo>
                    <a:pt x="1228002" y="398779"/>
                  </a:lnTo>
                  <a:lnTo>
                    <a:pt x="1228002" y="389889"/>
                  </a:lnTo>
                  <a:lnTo>
                    <a:pt x="1228176" y="382269"/>
                  </a:lnTo>
                  <a:lnTo>
                    <a:pt x="1228291" y="377189"/>
                  </a:lnTo>
                  <a:lnTo>
                    <a:pt x="1228378" y="373379"/>
                  </a:lnTo>
                  <a:close/>
                </a:path>
                <a:path w="4248150" h="406400">
                  <a:moveTo>
                    <a:pt x="2024559" y="49544"/>
                  </a:moveTo>
                  <a:lnTo>
                    <a:pt x="2024559" y="389889"/>
                  </a:lnTo>
                  <a:lnTo>
                    <a:pt x="2032746" y="398779"/>
                  </a:lnTo>
                  <a:lnTo>
                    <a:pt x="2041043" y="373379"/>
                  </a:lnTo>
                  <a:lnTo>
                    <a:pt x="2049341" y="373379"/>
                  </a:lnTo>
                  <a:lnTo>
                    <a:pt x="2049341" y="50799"/>
                  </a:lnTo>
                  <a:lnTo>
                    <a:pt x="2032746" y="50799"/>
                  </a:lnTo>
                  <a:lnTo>
                    <a:pt x="2024559" y="49544"/>
                  </a:lnTo>
                  <a:close/>
                </a:path>
                <a:path w="4248150" h="406400">
                  <a:moveTo>
                    <a:pt x="2041043" y="373379"/>
                  </a:moveTo>
                  <a:lnTo>
                    <a:pt x="2032746" y="398779"/>
                  </a:lnTo>
                  <a:lnTo>
                    <a:pt x="2041043" y="382269"/>
                  </a:lnTo>
                  <a:lnTo>
                    <a:pt x="2049341" y="382269"/>
                  </a:lnTo>
                  <a:lnTo>
                    <a:pt x="2049341" y="375342"/>
                  </a:lnTo>
                  <a:lnTo>
                    <a:pt x="2046229" y="374649"/>
                  </a:lnTo>
                  <a:lnTo>
                    <a:pt x="2041043" y="373379"/>
                  </a:lnTo>
                  <a:close/>
                </a:path>
                <a:path w="4248150" h="406400">
                  <a:moveTo>
                    <a:pt x="2696432" y="16509"/>
                  </a:moveTo>
                  <a:lnTo>
                    <a:pt x="2688135" y="16509"/>
                  </a:lnTo>
                  <a:lnTo>
                    <a:pt x="2696058" y="365759"/>
                  </a:lnTo>
                  <a:lnTo>
                    <a:pt x="2696116" y="368311"/>
                  </a:lnTo>
                  <a:lnTo>
                    <a:pt x="2696197" y="371900"/>
                  </a:lnTo>
                  <a:lnTo>
                    <a:pt x="2696317" y="377189"/>
                  </a:lnTo>
                  <a:lnTo>
                    <a:pt x="2696432" y="398779"/>
                  </a:lnTo>
                  <a:lnTo>
                    <a:pt x="2704730" y="398779"/>
                  </a:lnTo>
                  <a:lnTo>
                    <a:pt x="2704730" y="382269"/>
                  </a:lnTo>
                  <a:lnTo>
                    <a:pt x="2710123" y="382269"/>
                  </a:lnTo>
                  <a:lnTo>
                    <a:pt x="2713027" y="373379"/>
                  </a:lnTo>
                  <a:lnTo>
                    <a:pt x="2720813" y="373379"/>
                  </a:lnTo>
                  <a:lnTo>
                    <a:pt x="2705524" y="34131"/>
                  </a:lnTo>
                  <a:lnTo>
                    <a:pt x="2705474" y="33019"/>
                  </a:lnTo>
                  <a:lnTo>
                    <a:pt x="2696432" y="33019"/>
                  </a:lnTo>
                  <a:lnTo>
                    <a:pt x="2696432" y="16509"/>
                  </a:lnTo>
                  <a:close/>
                </a:path>
                <a:path w="4248150" h="406400">
                  <a:moveTo>
                    <a:pt x="2720813" y="373379"/>
                  </a:moveTo>
                  <a:lnTo>
                    <a:pt x="2713027" y="373379"/>
                  </a:lnTo>
                  <a:lnTo>
                    <a:pt x="2704730" y="398779"/>
                  </a:lnTo>
                  <a:lnTo>
                    <a:pt x="2812707" y="398779"/>
                  </a:lnTo>
                  <a:lnTo>
                    <a:pt x="2812707" y="389889"/>
                  </a:lnTo>
                  <a:lnTo>
                    <a:pt x="2804410" y="389889"/>
                  </a:lnTo>
                  <a:lnTo>
                    <a:pt x="2804410" y="382269"/>
                  </a:lnTo>
                  <a:lnTo>
                    <a:pt x="2721214" y="382269"/>
                  </a:lnTo>
                  <a:lnTo>
                    <a:pt x="2720985" y="377189"/>
                  </a:lnTo>
                  <a:lnTo>
                    <a:pt x="2720871" y="374649"/>
                  </a:lnTo>
                  <a:lnTo>
                    <a:pt x="2720813" y="373379"/>
                  </a:lnTo>
                  <a:close/>
                </a:path>
                <a:path w="4248150" h="406400">
                  <a:moveTo>
                    <a:pt x="2829302" y="373379"/>
                  </a:moveTo>
                  <a:lnTo>
                    <a:pt x="2812707" y="373379"/>
                  </a:lnTo>
                  <a:lnTo>
                    <a:pt x="2812707" y="398779"/>
                  </a:lnTo>
                  <a:lnTo>
                    <a:pt x="2829302" y="398779"/>
                  </a:lnTo>
                  <a:lnTo>
                    <a:pt x="2829302" y="373379"/>
                  </a:lnTo>
                  <a:close/>
                </a:path>
                <a:path w="4248150" h="406400">
                  <a:moveTo>
                    <a:pt x="2878977" y="16509"/>
                  </a:moveTo>
                  <a:lnTo>
                    <a:pt x="2862492" y="16509"/>
                  </a:lnTo>
                  <a:lnTo>
                    <a:pt x="2870310" y="365759"/>
                  </a:lnTo>
                  <a:lnTo>
                    <a:pt x="2870367" y="368311"/>
                  </a:lnTo>
                  <a:lnTo>
                    <a:pt x="2870447" y="371900"/>
                  </a:lnTo>
                  <a:lnTo>
                    <a:pt x="2870565" y="377189"/>
                  </a:lnTo>
                  <a:lnTo>
                    <a:pt x="2870679" y="398779"/>
                  </a:lnTo>
                  <a:lnTo>
                    <a:pt x="2878977" y="398779"/>
                  </a:lnTo>
                  <a:lnTo>
                    <a:pt x="2878977" y="373379"/>
                  </a:lnTo>
                  <a:lnTo>
                    <a:pt x="2895370" y="373379"/>
                  </a:lnTo>
                  <a:lnTo>
                    <a:pt x="2887674" y="34131"/>
                  </a:lnTo>
                  <a:lnTo>
                    <a:pt x="2887649" y="33019"/>
                  </a:lnTo>
                  <a:lnTo>
                    <a:pt x="2878977" y="33019"/>
                  </a:lnTo>
                  <a:lnTo>
                    <a:pt x="2878977" y="16509"/>
                  </a:lnTo>
                  <a:close/>
                </a:path>
                <a:path w="4248150" h="406400">
                  <a:moveTo>
                    <a:pt x="2895370" y="373379"/>
                  </a:moveTo>
                  <a:lnTo>
                    <a:pt x="2878977" y="373379"/>
                  </a:lnTo>
                  <a:lnTo>
                    <a:pt x="2878977" y="398779"/>
                  </a:lnTo>
                  <a:lnTo>
                    <a:pt x="2920464" y="398779"/>
                  </a:lnTo>
                  <a:lnTo>
                    <a:pt x="2920464" y="382269"/>
                  </a:lnTo>
                  <a:lnTo>
                    <a:pt x="2895571" y="382269"/>
                  </a:lnTo>
                  <a:lnTo>
                    <a:pt x="2895456" y="377189"/>
                  </a:lnTo>
                  <a:lnTo>
                    <a:pt x="2895370" y="373379"/>
                  </a:lnTo>
                  <a:close/>
                </a:path>
                <a:path w="4248150" h="406400">
                  <a:moveTo>
                    <a:pt x="2928761" y="373379"/>
                  </a:moveTo>
                  <a:lnTo>
                    <a:pt x="2920464" y="373379"/>
                  </a:lnTo>
                  <a:lnTo>
                    <a:pt x="2920464" y="398779"/>
                  </a:lnTo>
                  <a:lnTo>
                    <a:pt x="2928761" y="398779"/>
                  </a:lnTo>
                  <a:lnTo>
                    <a:pt x="2928761" y="373379"/>
                  </a:lnTo>
                  <a:close/>
                </a:path>
                <a:path w="4248150" h="406400">
                  <a:moveTo>
                    <a:pt x="3227738" y="41686"/>
                  </a:moveTo>
                  <a:lnTo>
                    <a:pt x="3235273" y="365759"/>
                  </a:lnTo>
                  <a:lnTo>
                    <a:pt x="3235332" y="368311"/>
                  </a:lnTo>
                  <a:lnTo>
                    <a:pt x="3235416" y="371900"/>
                  </a:lnTo>
                  <a:lnTo>
                    <a:pt x="3235539" y="377189"/>
                  </a:lnTo>
                  <a:lnTo>
                    <a:pt x="3235657" y="398779"/>
                  </a:lnTo>
                  <a:lnTo>
                    <a:pt x="3243954" y="398779"/>
                  </a:lnTo>
                  <a:lnTo>
                    <a:pt x="3243954" y="373379"/>
                  </a:lnTo>
                  <a:lnTo>
                    <a:pt x="3260343" y="373379"/>
                  </a:lnTo>
                  <a:lnTo>
                    <a:pt x="3252664" y="43145"/>
                  </a:lnTo>
                  <a:lnTo>
                    <a:pt x="3252636" y="41909"/>
                  </a:lnTo>
                  <a:lnTo>
                    <a:pt x="3235657" y="41909"/>
                  </a:lnTo>
                  <a:lnTo>
                    <a:pt x="3227738" y="41686"/>
                  </a:lnTo>
                  <a:close/>
                </a:path>
                <a:path w="4248150" h="406400">
                  <a:moveTo>
                    <a:pt x="3260343" y="373379"/>
                  </a:moveTo>
                  <a:lnTo>
                    <a:pt x="3243954" y="373379"/>
                  </a:lnTo>
                  <a:lnTo>
                    <a:pt x="3243954" y="398779"/>
                  </a:lnTo>
                  <a:lnTo>
                    <a:pt x="3293739" y="398779"/>
                  </a:lnTo>
                  <a:lnTo>
                    <a:pt x="3293739" y="389889"/>
                  </a:lnTo>
                  <a:lnTo>
                    <a:pt x="3285442" y="389889"/>
                  </a:lnTo>
                  <a:lnTo>
                    <a:pt x="3285611" y="382269"/>
                  </a:lnTo>
                  <a:lnTo>
                    <a:pt x="3260549" y="382269"/>
                  </a:lnTo>
                  <a:lnTo>
                    <a:pt x="3260431" y="377189"/>
                  </a:lnTo>
                  <a:lnTo>
                    <a:pt x="3260343" y="373379"/>
                  </a:lnTo>
                  <a:close/>
                </a:path>
                <a:path w="4248150" h="406400">
                  <a:moveTo>
                    <a:pt x="3310223" y="373379"/>
                  </a:moveTo>
                  <a:lnTo>
                    <a:pt x="3293739" y="373379"/>
                  </a:lnTo>
                  <a:lnTo>
                    <a:pt x="3293739" y="398779"/>
                  </a:lnTo>
                  <a:lnTo>
                    <a:pt x="3310223" y="398779"/>
                  </a:lnTo>
                  <a:lnTo>
                    <a:pt x="3310223" y="373379"/>
                  </a:lnTo>
                  <a:close/>
                </a:path>
                <a:path w="4248150" h="406400">
                  <a:moveTo>
                    <a:pt x="3329543" y="25399"/>
                  </a:moveTo>
                  <a:lnTo>
                    <a:pt x="3318521" y="25399"/>
                  </a:lnTo>
                  <a:lnTo>
                    <a:pt x="3326818" y="389889"/>
                  </a:lnTo>
                  <a:lnTo>
                    <a:pt x="3326818" y="398779"/>
                  </a:lnTo>
                  <a:lnTo>
                    <a:pt x="3335448" y="398779"/>
                  </a:lnTo>
                  <a:lnTo>
                    <a:pt x="3343745" y="373379"/>
                  </a:lnTo>
                  <a:lnTo>
                    <a:pt x="3351667" y="373379"/>
                  </a:lnTo>
                  <a:lnTo>
                    <a:pt x="3343944" y="34131"/>
                  </a:lnTo>
                  <a:lnTo>
                    <a:pt x="3343919" y="33019"/>
                  </a:lnTo>
                  <a:lnTo>
                    <a:pt x="3326818" y="33019"/>
                  </a:lnTo>
                  <a:lnTo>
                    <a:pt x="3329543" y="25399"/>
                  </a:lnTo>
                  <a:close/>
                </a:path>
                <a:path w="4248150" h="406400">
                  <a:moveTo>
                    <a:pt x="3343745" y="373379"/>
                  </a:moveTo>
                  <a:lnTo>
                    <a:pt x="3335448" y="398779"/>
                  </a:lnTo>
                  <a:lnTo>
                    <a:pt x="3343745" y="389889"/>
                  </a:lnTo>
                  <a:lnTo>
                    <a:pt x="3352043" y="389889"/>
                  </a:lnTo>
                  <a:lnTo>
                    <a:pt x="3351869" y="382269"/>
                  </a:lnTo>
                  <a:lnTo>
                    <a:pt x="3351754" y="377189"/>
                  </a:lnTo>
                  <a:lnTo>
                    <a:pt x="3351683" y="374081"/>
                  </a:lnTo>
                  <a:lnTo>
                    <a:pt x="3352328" y="374081"/>
                  </a:lnTo>
                  <a:lnTo>
                    <a:pt x="3343745" y="373379"/>
                  </a:lnTo>
                  <a:close/>
                </a:path>
                <a:path w="4248150" h="406400">
                  <a:moveTo>
                    <a:pt x="3733505" y="373379"/>
                  </a:moveTo>
                  <a:lnTo>
                    <a:pt x="3725207" y="373379"/>
                  </a:lnTo>
                  <a:lnTo>
                    <a:pt x="3725207" y="398779"/>
                  </a:lnTo>
                  <a:lnTo>
                    <a:pt x="3733505" y="398779"/>
                  </a:lnTo>
                  <a:lnTo>
                    <a:pt x="3733505" y="373379"/>
                  </a:lnTo>
                  <a:close/>
                </a:path>
                <a:path w="4248150" h="406400">
                  <a:moveTo>
                    <a:pt x="3741802" y="16509"/>
                  </a:moveTo>
                  <a:lnTo>
                    <a:pt x="3733505" y="16509"/>
                  </a:lnTo>
                  <a:lnTo>
                    <a:pt x="3733505" y="398779"/>
                  </a:lnTo>
                  <a:lnTo>
                    <a:pt x="3741802" y="398779"/>
                  </a:lnTo>
                  <a:lnTo>
                    <a:pt x="3741802" y="373379"/>
                  </a:lnTo>
                  <a:lnTo>
                    <a:pt x="3758397" y="373379"/>
                  </a:lnTo>
                  <a:lnTo>
                    <a:pt x="3758397" y="33019"/>
                  </a:lnTo>
                  <a:lnTo>
                    <a:pt x="3741802" y="33019"/>
                  </a:lnTo>
                  <a:lnTo>
                    <a:pt x="3741802" y="16509"/>
                  </a:lnTo>
                  <a:close/>
                </a:path>
                <a:path w="4248150" h="406400">
                  <a:moveTo>
                    <a:pt x="3758397" y="373379"/>
                  </a:moveTo>
                  <a:lnTo>
                    <a:pt x="3741802" y="373379"/>
                  </a:lnTo>
                  <a:lnTo>
                    <a:pt x="3741802" y="398779"/>
                  </a:lnTo>
                  <a:lnTo>
                    <a:pt x="3866154" y="398779"/>
                  </a:lnTo>
                  <a:lnTo>
                    <a:pt x="3866154" y="382269"/>
                  </a:lnTo>
                  <a:lnTo>
                    <a:pt x="3758397" y="382269"/>
                  </a:lnTo>
                  <a:lnTo>
                    <a:pt x="3758397" y="373379"/>
                  </a:lnTo>
                  <a:close/>
                </a:path>
                <a:path w="4248150" h="406400">
                  <a:moveTo>
                    <a:pt x="3874658" y="373379"/>
                  </a:moveTo>
                  <a:lnTo>
                    <a:pt x="3866154" y="373379"/>
                  </a:lnTo>
                  <a:lnTo>
                    <a:pt x="3866154" y="398779"/>
                  </a:lnTo>
                  <a:lnTo>
                    <a:pt x="3874451" y="398779"/>
                  </a:lnTo>
                  <a:lnTo>
                    <a:pt x="3874569" y="377189"/>
                  </a:lnTo>
                  <a:lnTo>
                    <a:pt x="3874658" y="373379"/>
                  </a:lnTo>
                  <a:close/>
                </a:path>
                <a:path w="4248150" h="406400">
                  <a:moveTo>
                    <a:pt x="3924457" y="8889"/>
                  </a:moveTo>
                  <a:lnTo>
                    <a:pt x="3924457" y="16509"/>
                  </a:lnTo>
                  <a:lnTo>
                    <a:pt x="3916160" y="16509"/>
                  </a:lnTo>
                  <a:lnTo>
                    <a:pt x="3932655" y="380073"/>
                  </a:lnTo>
                  <a:lnTo>
                    <a:pt x="3932755" y="398779"/>
                  </a:lnTo>
                  <a:lnTo>
                    <a:pt x="3949239" y="398779"/>
                  </a:lnTo>
                  <a:lnTo>
                    <a:pt x="3941052" y="382269"/>
                  </a:lnTo>
                  <a:lnTo>
                    <a:pt x="3943917" y="382269"/>
                  </a:lnTo>
                  <a:lnTo>
                    <a:pt x="3941052" y="373379"/>
                  </a:lnTo>
                  <a:lnTo>
                    <a:pt x="3956916" y="368502"/>
                  </a:lnTo>
                  <a:lnTo>
                    <a:pt x="3941846" y="34131"/>
                  </a:lnTo>
                  <a:lnTo>
                    <a:pt x="3941796" y="33019"/>
                  </a:lnTo>
                  <a:lnTo>
                    <a:pt x="3932755" y="33019"/>
                  </a:lnTo>
                  <a:lnTo>
                    <a:pt x="3924457" y="8889"/>
                  </a:lnTo>
                  <a:close/>
                </a:path>
                <a:path w="4248150" h="406400">
                  <a:moveTo>
                    <a:pt x="3956916" y="368502"/>
                  </a:moveTo>
                  <a:lnTo>
                    <a:pt x="3941052" y="373379"/>
                  </a:lnTo>
                  <a:lnTo>
                    <a:pt x="3949239" y="398779"/>
                  </a:lnTo>
                  <a:lnTo>
                    <a:pt x="3974131" y="389889"/>
                  </a:lnTo>
                  <a:lnTo>
                    <a:pt x="3971511" y="382269"/>
                  </a:lnTo>
                  <a:lnTo>
                    <a:pt x="3957536" y="382269"/>
                  </a:lnTo>
                  <a:lnTo>
                    <a:pt x="3956927" y="368751"/>
                  </a:lnTo>
                  <a:lnTo>
                    <a:pt x="3956916" y="368502"/>
                  </a:lnTo>
                  <a:close/>
                </a:path>
                <a:path w="4248150" h="406400">
                  <a:moveTo>
                    <a:pt x="4189976" y="0"/>
                  </a:moveTo>
                  <a:lnTo>
                    <a:pt x="4173381" y="8889"/>
                  </a:lnTo>
                  <a:lnTo>
                    <a:pt x="4181679" y="25399"/>
                  </a:lnTo>
                  <a:lnTo>
                    <a:pt x="4164752" y="30513"/>
                  </a:lnTo>
                  <a:lnTo>
                    <a:pt x="4164752" y="398779"/>
                  </a:lnTo>
                  <a:lnTo>
                    <a:pt x="4181679" y="398779"/>
                  </a:lnTo>
                  <a:lnTo>
                    <a:pt x="4181679" y="373379"/>
                  </a:lnTo>
                  <a:lnTo>
                    <a:pt x="4189976" y="373379"/>
                  </a:lnTo>
                  <a:lnTo>
                    <a:pt x="4189976" y="0"/>
                  </a:lnTo>
                  <a:close/>
                </a:path>
                <a:path w="4248150" h="406400">
                  <a:moveTo>
                    <a:pt x="4189976" y="373379"/>
                  </a:moveTo>
                  <a:lnTo>
                    <a:pt x="4181679" y="373379"/>
                  </a:lnTo>
                  <a:lnTo>
                    <a:pt x="4181679" y="398779"/>
                  </a:lnTo>
                  <a:lnTo>
                    <a:pt x="4239650" y="398779"/>
                  </a:lnTo>
                  <a:lnTo>
                    <a:pt x="4239650" y="389889"/>
                  </a:lnTo>
                  <a:lnTo>
                    <a:pt x="4231353" y="389889"/>
                  </a:lnTo>
                  <a:lnTo>
                    <a:pt x="4223055" y="382269"/>
                  </a:lnTo>
                  <a:lnTo>
                    <a:pt x="4189976" y="382269"/>
                  </a:lnTo>
                  <a:lnTo>
                    <a:pt x="4189976" y="373379"/>
                  </a:lnTo>
                  <a:close/>
                </a:path>
                <a:path w="4248150" h="406400">
                  <a:moveTo>
                    <a:pt x="4247948" y="373379"/>
                  </a:moveTo>
                  <a:lnTo>
                    <a:pt x="4239650" y="382269"/>
                  </a:lnTo>
                  <a:lnTo>
                    <a:pt x="4239650" y="398779"/>
                  </a:lnTo>
                  <a:lnTo>
                    <a:pt x="4247948" y="373379"/>
                  </a:lnTo>
                  <a:close/>
                </a:path>
                <a:path w="4248150" h="406400">
                  <a:moveTo>
                    <a:pt x="4090185" y="373379"/>
                  </a:moveTo>
                  <a:lnTo>
                    <a:pt x="4081888" y="389889"/>
                  </a:lnTo>
                  <a:lnTo>
                    <a:pt x="4094835" y="392429"/>
                  </a:lnTo>
                  <a:lnTo>
                    <a:pt x="4123320" y="394969"/>
                  </a:lnTo>
                  <a:lnTo>
                    <a:pt x="4151804" y="389889"/>
                  </a:lnTo>
                  <a:lnTo>
                    <a:pt x="4157780" y="382269"/>
                  </a:lnTo>
                  <a:lnTo>
                    <a:pt x="4098483" y="382269"/>
                  </a:lnTo>
                  <a:lnTo>
                    <a:pt x="4098365" y="377189"/>
                  </a:lnTo>
                  <a:lnTo>
                    <a:pt x="4098306" y="374649"/>
                  </a:lnTo>
                  <a:lnTo>
                    <a:pt x="4099243" y="374649"/>
                  </a:lnTo>
                  <a:lnTo>
                    <a:pt x="4090185" y="373379"/>
                  </a:lnTo>
                  <a:close/>
                </a:path>
                <a:path w="4248150" h="406400">
                  <a:moveTo>
                    <a:pt x="50006" y="8889"/>
                  </a:moveTo>
                  <a:lnTo>
                    <a:pt x="33422" y="8889"/>
                  </a:lnTo>
                  <a:lnTo>
                    <a:pt x="33422" y="389889"/>
                  </a:lnTo>
                  <a:lnTo>
                    <a:pt x="41708" y="389889"/>
                  </a:lnTo>
                  <a:lnTo>
                    <a:pt x="41708" y="373379"/>
                  </a:lnTo>
                  <a:lnTo>
                    <a:pt x="50372" y="373379"/>
                  </a:lnTo>
                  <a:lnTo>
                    <a:pt x="57901" y="34131"/>
                  </a:lnTo>
                  <a:lnTo>
                    <a:pt x="57926" y="33019"/>
                  </a:lnTo>
                  <a:lnTo>
                    <a:pt x="50006" y="33019"/>
                  </a:lnTo>
                  <a:lnTo>
                    <a:pt x="50006" y="8889"/>
                  </a:lnTo>
                  <a:close/>
                </a:path>
                <a:path w="4248150" h="406400">
                  <a:moveTo>
                    <a:pt x="141167" y="374861"/>
                  </a:moveTo>
                  <a:lnTo>
                    <a:pt x="108021" y="380786"/>
                  </a:lnTo>
                  <a:lnTo>
                    <a:pt x="108021" y="389889"/>
                  </a:lnTo>
                  <a:lnTo>
                    <a:pt x="141167" y="389889"/>
                  </a:lnTo>
                  <a:lnTo>
                    <a:pt x="141167" y="374861"/>
                  </a:lnTo>
                  <a:close/>
                </a:path>
                <a:path w="4248150" h="406400">
                  <a:moveTo>
                    <a:pt x="149453" y="373379"/>
                  </a:moveTo>
                  <a:lnTo>
                    <a:pt x="141167" y="374861"/>
                  </a:lnTo>
                  <a:lnTo>
                    <a:pt x="141167" y="389889"/>
                  </a:lnTo>
                  <a:lnTo>
                    <a:pt x="149453" y="389889"/>
                  </a:lnTo>
                  <a:lnTo>
                    <a:pt x="149453" y="373379"/>
                  </a:lnTo>
                  <a:close/>
                </a:path>
                <a:path w="4248150" h="406400">
                  <a:moveTo>
                    <a:pt x="323789" y="373379"/>
                  </a:moveTo>
                  <a:lnTo>
                    <a:pt x="265496" y="373379"/>
                  </a:lnTo>
                  <a:lnTo>
                    <a:pt x="265496" y="389889"/>
                  </a:lnTo>
                  <a:lnTo>
                    <a:pt x="332075" y="389889"/>
                  </a:lnTo>
                  <a:lnTo>
                    <a:pt x="332075" y="382269"/>
                  </a:lnTo>
                  <a:lnTo>
                    <a:pt x="323789" y="382269"/>
                  </a:lnTo>
                  <a:lnTo>
                    <a:pt x="323789" y="373379"/>
                  </a:lnTo>
                  <a:close/>
                </a:path>
                <a:path w="4248150" h="406400">
                  <a:moveTo>
                    <a:pt x="805095" y="365759"/>
                  </a:moveTo>
                  <a:lnTo>
                    <a:pt x="796534" y="365759"/>
                  </a:lnTo>
                  <a:lnTo>
                    <a:pt x="796534" y="389889"/>
                  </a:lnTo>
                  <a:lnTo>
                    <a:pt x="804721" y="389889"/>
                  </a:lnTo>
                  <a:lnTo>
                    <a:pt x="804836" y="377189"/>
                  </a:lnTo>
                  <a:lnTo>
                    <a:pt x="804956" y="371900"/>
                  </a:lnTo>
                  <a:lnTo>
                    <a:pt x="805038" y="368311"/>
                  </a:lnTo>
                  <a:lnTo>
                    <a:pt x="805095" y="365759"/>
                  </a:lnTo>
                  <a:close/>
                </a:path>
                <a:path w="4248150" h="406400">
                  <a:moveTo>
                    <a:pt x="1111727" y="381634"/>
                  </a:moveTo>
                  <a:lnTo>
                    <a:pt x="1020566" y="381634"/>
                  </a:lnTo>
                  <a:lnTo>
                    <a:pt x="1020566" y="389889"/>
                  </a:lnTo>
                  <a:lnTo>
                    <a:pt x="1111727" y="389889"/>
                  </a:lnTo>
                  <a:lnTo>
                    <a:pt x="1111727" y="381634"/>
                  </a:lnTo>
                  <a:close/>
                </a:path>
                <a:path w="4248150" h="406400">
                  <a:moveTo>
                    <a:pt x="1120246" y="373379"/>
                  </a:moveTo>
                  <a:lnTo>
                    <a:pt x="1111727" y="374081"/>
                  </a:lnTo>
                  <a:lnTo>
                    <a:pt x="1111727" y="389889"/>
                  </a:lnTo>
                  <a:lnTo>
                    <a:pt x="1120246" y="389889"/>
                  </a:lnTo>
                  <a:lnTo>
                    <a:pt x="1120246" y="373379"/>
                  </a:lnTo>
                  <a:close/>
                </a:path>
                <a:path w="4248150" h="406400">
                  <a:moveTo>
                    <a:pt x="1203486" y="373379"/>
                  </a:moveTo>
                  <a:lnTo>
                    <a:pt x="1202739" y="373379"/>
                  </a:lnTo>
                  <a:lnTo>
                    <a:pt x="1203110" y="389889"/>
                  </a:lnTo>
                  <a:lnTo>
                    <a:pt x="1203283" y="382269"/>
                  </a:lnTo>
                  <a:lnTo>
                    <a:pt x="1203399" y="377189"/>
                  </a:lnTo>
                  <a:lnTo>
                    <a:pt x="1203486" y="373379"/>
                  </a:lnTo>
                  <a:close/>
                </a:path>
                <a:path w="4248150" h="406400">
                  <a:moveTo>
                    <a:pt x="1228002" y="8889"/>
                  </a:moveTo>
                  <a:lnTo>
                    <a:pt x="1219705" y="8889"/>
                  </a:lnTo>
                  <a:lnTo>
                    <a:pt x="1211407" y="25399"/>
                  </a:lnTo>
                  <a:lnTo>
                    <a:pt x="1203110" y="389889"/>
                  </a:lnTo>
                  <a:lnTo>
                    <a:pt x="1211407" y="389889"/>
                  </a:lnTo>
                  <a:lnTo>
                    <a:pt x="1211407" y="373379"/>
                  </a:lnTo>
                  <a:lnTo>
                    <a:pt x="1228378" y="373379"/>
                  </a:lnTo>
                  <a:lnTo>
                    <a:pt x="1236101" y="34131"/>
                  </a:lnTo>
                  <a:lnTo>
                    <a:pt x="1236126" y="33019"/>
                  </a:lnTo>
                  <a:lnTo>
                    <a:pt x="1228002" y="33019"/>
                  </a:lnTo>
                  <a:lnTo>
                    <a:pt x="1228002" y="8889"/>
                  </a:lnTo>
                  <a:close/>
                </a:path>
                <a:path w="4248150" h="406400">
                  <a:moveTo>
                    <a:pt x="1335759" y="25399"/>
                  </a:moveTo>
                  <a:lnTo>
                    <a:pt x="1327461" y="25399"/>
                  </a:lnTo>
                  <a:lnTo>
                    <a:pt x="1335375" y="365759"/>
                  </a:lnTo>
                  <a:lnTo>
                    <a:pt x="1335434" y="368311"/>
                  </a:lnTo>
                  <a:lnTo>
                    <a:pt x="1335518" y="371900"/>
                  </a:lnTo>
                  <a:lnTo>
                    <a:pt x="1335641" y="377189"/>
                  </a:lnTo>
                  <a:lnTo>
                    <a:pt x="1335759" y="389889"/>
                  </a:lnTo>
                  <a:lnTo>
                    <a:pt x="1344056" y="389889"/>
                  </a:lnTo>
                  <a:lnTo>
                    <a:pt x="1344056" y="365759"/>
                  </a:lnTo>
                  <a:lnTo>
                    <a:pt x="1351970" y="365759"/>
                  </a:lnTo>
                  <a:lnTo>
                    <a:pt x="1344259" y="34131"/>
                  </a:lnTo>
                  <a:lnTo>
                    <a:pt x="1344233" y="33019"/>
                  </a:lnTo>
                  <a:lnTo>
                    <a:pt x="1335759" y="33019"/>
                  </a:lnTo>
                  <a:lnTo>
                    <a:pt x="1335759" y="25399"/>
                  </a:lnTo>
                  <a:close/>
                </a:path>
                <a:path w="4248150" h="406400">
                  <a:moveTo>
                    <a:pt x="1351970" y="365759"/>
                  </a:moveTo>
                  <a:lnTo>
                    <a:pt x="1344056" y="365759"/>
                  </a:lnTo>
                  <a:lnTo>
                    <a:pt x="1344056" y="389889"/>
                  </a:lnTo>
                  <a:lnTo>
                    <a:pt x="1402360" y="389889"/>
                  </a:lnTo>
                  <a:lnTo>
                    <a:pt x="1402360" y="382269"/>
                  </a:lnTo>
                  <a:lnTo>
                    <a:pt x="1352354" y="382269"/>
                  </a:lnTo>
                  <a:lnTo>
                    <a:pt x="1352235" y="377189"/>
                  </a:lnTo>
                  <a:lnTo>
                    <a:pt x="1352112" y="371900"/>
                  </a:lnTo>
                  <a:lnTo>
                    <a:pt x="1352029" y="368311"/>
                  </a:lnTo>
                  <a:lnTo>
                    <a:pt x="1351970" y="365759"/>
                  </a:lnTo>
                  <a:close/>
                </a:path>
                <a:path w="4248150" h="406400">
                  <a:moveTo>
                    <a:pt x="1411032" y="365759"/>
                  </a:moveTo>
                  <a:lnTo>
                    <a:pt x="1402360" y="365759"/>
                  </a:lnTo>
                  <a:lnTo>
                    <a:pt x="1402360" y="389889"/>
                  </a:lnTo>
                  <a:lnTo>
                    <a:pt x="1410657" y="389889"/>
                  </a:lnTo>
                  <a:lnTo>
                    <a:pt x="1410772" y="377189"/>
                  </a:lnTo>
                  <a:lnTo>
                    <a:pt x="1410892" y="371900"/>
                  </a:lnTo>
                  <a:lnTo>
                    <a:pt x="1410974" y="368311"/>
                  </a:lnTo>
                  <a:lnTo>
                    <a:pt x="1411032" y="365759"/>
                  </a:lnTo>
                  <a:close/>
                </a:path>
                <a:path w="4248150" h="406400">
                  <a:moveTo>
                    <a:pt x="1427252" y="16509"/>
                  </a:moveTo>
                  <a:lnTo>
                    <a:pt x="1418955" y="16509"/>
                  </a:lnTo>
                  <a:lnTo>
                    <a:pt x="1418955" y="389889"/>
                  </a:lnTo>
                  <a:lnTo>
                    <a:pt x="1427252" y="389889"/>
                  </a:lnTo>
                  <a:lnTo>
                    <a:pt x="1427252" y="365759"/>
                  </a:lnTo>
                  <a:lnTo>
                    <a:pt x="1435549" y="365759"/>
                  </a:lnTo>
                  <a:lnTo>
                    <a:pt x="1435549" y="33019"/>
                  </a:lnTo>
                  <a:lnTo>
                    <a:pt x="1427252" y="33019"/>
                  </a:lnTo>
                  <a:lnTo>
                    <a:pt x="1427252" y="16509"/>
                  </a:lnTo>
                  <a:close/>
                </a:path>
                <a:path w="4248150" h="406400">
                  <a:moveTo>
                    <a:pt x="1435549" y="365759"/>
                  </a:moveTo>
                  <a:lnTo>
                    <a:pt x="1427252" y="365759"/>
                  </a:lnTo>
                  <a:lnTo>
                    <a:pt x="1427252" y="389889"/>
                  </a:lnTo>
                  <a:lnTo>
                    <a:pt x="1966477" y="389889"/>
                  </a:lnTo>
                  <a:lnTo>
                    <a:pt x="1966477" y="382269"/>
                  </a:lnTo>
                  <a:lnTo>
                    <a:pt x="1949660" y="382269"/>
                  </a:lnTo>
                  <a:lnTo>
                    <a:pt x="1949784" y="377189"/>
                  </a:lnTo>
                  <a:lnTo>
                    <a:pt x="1949877" y="373379"/>
                  </a:lnTo>
                  <a:lnTo>
                    <a:pt x="1435549" y="373379"/>
                  </a:lnTo>
                  <a:lnTo>
                    <a:pt x="1435549" y="365759"/>
                  </a:lnTo>
                  <a:close/>
                </a:path>
                <a:path w="4248150" h="406400">
                  <a:moveTo>
                    <a:pt x="1975166" y="365759"/>
                  </a:moveTo>
                  <a:lnTo>
                    <a:pt x="1966477" y="365759"/>
                  </a:lnTo>
                  <a:lnTo>
                    <a:pt x="1966477" y="389889"/>
                  </a:lnTo>
                  <a:lnTo>
                    <a:pt x="1974774" y="389889"/>
                  </a:lnTo>
                  <a:lnTo>
                    <a:pt x="1974895" y="377189"/>
                  </a:lnTo>
                  <a:lnTo>
                    <a:pt x="1975020" y="371900"/>
                  </a:lnTo>
                  <a:lnTo>
                    <a:pt x="1975106" y="368311"/>
                  </a:lnTo>
                  <a:lnTo>
                    <a:pt x="1975166" y="365759"/>
                  </a:lnTo>
                  <a:close/>
                </a:path>
                <a:path w="4248150" h="406400">
                  <a:moveTo>
                    <a:pt x="2605271" y="25399"/>
                  </a:moveTo>
                  <a:lnTo>
                    <a:pt x="2588676" y="25399"/>
                  </a:lnTo>
                  <a:lnTo>
                    <a:pt x="2596589" y="365759"/>
                  </a:lnTo>
                  <a:lnTo>
                    <a:pt x="2596649" y="368311"/>
                  </a:lnTo>
                  <a:lnTo>
                    <a:pt x="2596732" y="371900"/>
                  </a:lnTo>
                  <a:lnTo>
                    <a:pt x="2596855" y="377189"/>
                  </a:lnTo>
                  <a:lnTo>
                    <a:pt x="2596973" y="389889"/>
                  </a:lnTo>
                  <a:lnTo>
                    <a:pt x="2605271" y="389889"/>
                  </a:lnTo>
                  <a:lnTo>
                    <a:pt x="2605271" y="365759"/>
                  </a:lnTo>
                  <a:lnTo>
                    <a:pt x="2621376" y="365759"/>
                  </a:lnTo>
                  <a:lnTo>
                    <a:pt x="2613975" y="43145"/>
                  </a:lnTo>
                  <a:lnTo>
                    <a:pt x="2613947" y="41909"/>
                  </a:lnTo>
                  <a:lnTo>
                    <a:pt x="2605271" y="41909"/>
                  </a:lnTo>
                  <a:lnTo>
                    <a:pt x="2605271" y="25399"/>
                  </a:lnTo>
                  <a:close/>
                </a:path>
                <a:path w="4248150" h="406400">
                  <a:moveTo>
                    <a:pt x="2621376" y="365759"/>
                  </a:moveTo>
                  <a:lnTo>
                    <a:pt x="2605271" y="365759"/>
                  </a:lnTo>
                  <a:lnTo>
                    <a:pt x="2605271" y="389889"/>
                  </a:lnTo>
                  <a:lnTo>
                    <a:pt x="2663242" y="389889"/>
                  </a:lnTo>
                  <a:lnTo>
                    <a:pt x="2663242" y="382269"/>
                  </a:lnTo>
                  <a:lnTo>
                    <a:pt x="2621755" y="382269"/>
                  </a:lnTo>
                  <a:lnTo>
                    <a:pt x="2621639" y="377189"/>
                  </a:lnTo>
                  <a:lnTo>
                    <a:pt x="2621517" y="371900"/>
                  </a:lnTo>
                  <a:lnTo>
                    <a:pt x="2621435" y="368311"/>
                  </a:lnTo>
                  <a:lnTo>
                    <a:pt x="2621376" y="365759"/>
                  </a:lnTo>
                  <a:close/>
                </a:path>
                <a:path w="4248150" h="406400">
                  <a:moveTo>
                    <a:pt x="2671540" y="365759"/>
                  </a:moveTo>
                  <a:lnTo>
                    <a:pt x="2663242" y="365759"/>
                  </a:lnTo>
                  <a:lnTo>
                    <a:pt x="2663242" y="389889"/>
                  </a:lnTo>
                  <a:lnTo>
                    <a:pt x="2671540" y="389889"/>
                  </a:lnTo>
                  <a:lnTo>
                    <a:pt x="2671540" y="365759"/>
                  </a:lnTo>
                  <a:close/>
                </a:path>
                <a:path w="4248150" h="406400">
                  <a:moveTo>
                    <a:pt x="2821005" y="8889"/>
                  </a:moveTo>
                  <a:lnTo>
                    <a:pt x="2804410" y="8889"/>
                  </a:lnTo>
                  <a:lnTo>
                    <a:pt x="2804410" y="389889"/>
                  </a:lnTo>
                  <a:lnTo>
                    <a:pt x="2812707" y="389889"/>
                  </a:lnTo>
                  <a:lnTo>
                    <a:pt x="2812707" y="373379"/>
                  </a:lnTo>
                  <a:lnTo>
                    <a:pt x="2829302" y="373379"/>
                  </a:lnTo>
                  <a:lnTo>
                    <a:pt x="2829302" y="33019"/>
                  </a:lnTo>
                  <a:lnTo>
                    <a:pt x="2821005" y="33019"/>
                  </a:lnTo>
                  <a:lnTo>
                    <a:pt x="2821005" y="8889"/>
                  </a:lnTo>
                  <a:close/>
                </a:path>
                <a:path w="4248150" h="406400">
                  <a:moveTo>
                    <a:pt x="3302037" y="8889"/>
                  </a:moveTo>
                  <a:lnTo>
                    <a:pt x="3293739" y="8889"/>
                  </a:lnTo>
                  <a:lnTo>
                    <a:pt x="3293739" y="16509"/>
                  </a:lnTo>
                  <a:lnTo>
                    <a:pt x="3285442" y="389889"/>
                  </a:lnTo>
                  <a:lnTo>
                    <a:pt x="3293739" y="389889"/>
                  </a:lnTo>
                  <a:lnTo>
                    <a:pt x="3293739" y="373379"/>
                  </a:lnTo>
                  <a:lnTo>
                    <a:pt x="3310223" y="373379"/>
                  </a:lnTo>
                  <a:lnTo>
                    <a:pt x="3310223" y="33019"/>
                  </a:lnTo>
                  <a:lnTo>
                    <a:pt x="3302037" y="33019"/>
                  </a:lnTo>
                  <a:lnTo>
                    <a:pt x="3302037" y="8889"/>
                  </a:lnTo>
                  <a:close/>
                </a:path>
                <a:path w="4248150" h="406400">
                  <a:moveTo>
                    <a:pt x="3534366" y="382269"/>
                  </a:moveTo>
                  <a:lnTo>
                    <a:pt x="3526068" y="382269"/>
                  </a:lnTo>
                  <a:lnTo>
                    <a:pt x="3526068" y="389889"/>
                  </a:lnTo>
                  <a:lnTo>
                    <a:pt x="3534366" y="389889"/>
                  </a:lnTo>
                  <a:lnTo>
                    <a:pt x="3534366" y="382269"/>
                  </a:lnTo>
                  <a:close/>
                </a:path>
                <a:path w="4248150" h="406400">
                  <a:moveTo>
                    <a:pt x="3542663" y="8889"/>
                  </a:moveTo>
                  <a:lnTo>
                    <a:pt x="3534366" y="8889"/>
                  </a:lnTo>
                  <a:lnTo>
                    <a:pt x="3534366" y="389889"/>
                  </a:lnTo>
                  <a:lnTo>
                    <a:pt x="3550961" y="389889"/>
                  </a:lnTo>
                  <a:lnTo>
                    <a:pt x="3550961" y="382269"/>
                  </a:lnTo>
                  <a:lnTo>
                    <a:pt x="3558976" y="382269"/>
                  </a:lnTo>
                  <a:lnTo>
                    <a:pt x="3551157" y="34131"/>
                  </a:lnTo>
                  <a:lnTo>
                    <a:pt x="3551132" y="33019"/>
                  </a:lnTo>
                  <a:lnTo>
                    <a:pt x="3542663" y="33019"/>
                  </a:lnTo>
                  <a:lnTo>
                    <a:pt x="3542663" y="8889"/>
                  </a:lnTo>
                  <a:close/>
                </a:path>
                <a:path w="4248150" h="406400">
                  <a:moveTo>
                    <a:pt x="3725207" y="373379"/>
                  </a:moveTo>
                  <a:lnTo>
                    <a:pt x="3675310" y="380073"/>
                  </a:lnTo>
                  <a:lnTo>
                    <a:pt x="3675533" y="389889"/>
                  </a:lnTo>
                  <a:lnTo>
                    <a:pt x="3716910" y="389889"/>
                  </a:lnTo>
                  <a:lnTo>
                    <a:pt x="3716736" y="382269"/>
                  </a:lnTo>
                  <a:lnTo>
                    <a:pt x="3716621" y="377189"/>
                  </a:lnTo>
                  <a:lnTo>
                    <a:pt x="3716563" y="374649"/>
                  </a:lnTo>
                  <a:lnTo>
                    <a:pt x="3725207" y="374649"/>
                  </a:lnTo>
                  <a:lnTo>
                    <a:pt x="3725207" y="373379"/>
                  </a:lnTo>
                  <a:close/>
                </a:path>
                <a:path w="4248150" h="406400">
                  <a:moveTo>
                    <a:pt x="3716910" y="8889"/>
                  </a:moveTo>
                  <a:lnTo>
                    <a:pt x="3708612" y="16509"/>
                  </a:lnTo>
                  <a:lnTo>
                    <a:pt x="3708729" y="30513"/>
                  </a:lnTo>
                  <a:lnTo>
                    <a:pt x="3716910" y="389889"/>
                  </a:lnTo>
                  <a:lnTo>
                    <a:pt x="3725207" y="389889"/>
                  </a:lnTo>
                  <a:lnTo>
                    <a:pt x="3725207" y="374649"/>
                  </a:lnTo>
                  <a:lnTo>
                    <a:pt x="3715740" y="374649"/>
                  </a:lnTo>
                  <a:lnTo>
                    <a:pt x="3725207" y="373379"/>
                  </a:lnTo>
                  <a:lnTo>
                    <a:pt x="3733505" y="373379"/>
                  </a:lnTo>
                  <a:lnTo>
                    <a:pt x="3733505" y="33019"/>
                  </a:lnTo>
                  <a:lnTo>
                    <a:pt x="3725207" y="33019"/>
                  </a:lnTo>
                  <a:lnTo>
                    <a:pt x="3722587" y="25399"/>
                  </a:lnTo>
                  <a:lnTo>
                    <a:pt x="3716910" y="25399"/>
                  </a:lnTo>
                  <a:lnTo>
                    <a:pt x="3716910" y="8889"/>
                  </a:lnTo>
                  <a:close/>
                </a:path>
                <a:path w="4248150" h="406400">
                  <a:moveTo>
                    <a:pt x="3982429" y="365759"/>
                  </a:moveTo>
                  <a:lnTo>
                    <a:pt x="3965834" y="365759"/>
                  </a:lnTo>
                  <a:lnTo>
                    <a:pt x="3971511" y="382269"/>
                  </a:lnTo>
                  <a:lnTo>
                    <a:pt x="3974131" y="382269"/>
                  </a:lnTo>
                  <a:lnTo>
                    <a:pt x="3974131" y="389889"/>
                  </a:lnTo>
                  <a:lnTo>
                    <a:pt x="3982429" y="389889"/>
                  </a:lnTo>
                  <a:lnTo>
                    <a:pt x="3982429" y="365759"/>
                  </a:lnTo>
                  <a:close/>
                </a:path>
                <a:path w="4248150" h="406400">
                  <a:moveTo>
                    <a:pt x="4073590" y="25399"/>
                  </a:moveTo>
                  <a:lnTo>
                    <a:pt x="4065293" y="25399"/>
                  </a:lnTo>
                  <a:lnTo>
                    <a:pt x="4073206" y="365759"/>
                  </a:lnTo>
                  <a:lnTo>
                    <a:pt x="4073266" y="368311"/>
                  </a:lnTo>
                  <a:lnTo>
                    <a:pt x="4073349" y="371900"/>
                  </a:lnTo>
                  <a:lnTo>
                    <a:pt x="4073472" y="377189"/>
                  </a:lnTo>
                  <a:lnTo>
                    <a:pt x="4073590" y="389889"/>
                  </a:lnTo>
                  <a:lnTo>
                    <a:pt x="4081888" y="389889"/>
                  </a:lnTo>
                  <a:lnTo>
                    <a:pt x="4081888" y="382269"/>
                  </a:lnTo>
                  <a:lnTo>
                    <a:pt x="4085717" y="382269"/>
                  </a:lnTo>
                  <a:lnTo>
                    <a:pt x="4090185" y="373379"/>
                  </a:lnTo>
                  <a:lnTo>
                    <a:pt x="4098276" y="373379"/>
                  </a:lnTo>
                  <a:lnTo>
                    <a:pt x="4090388" y="34131"/>
                  </a:lnTo>
                  <a:lnTo>
                    <a:pt x="4090362" y="33019"/>
                  </a:lnTo>
                  <a:lnTo>
                    <a:pt x="4073590" y="33019"/>
                  </a:lnTo>
                  <a:lnTo>
                    <a:pt x="4073590" y="25399"/>
                  </a:lnTo>
                  <a:close/>
                </a:path>
                <a:path w="4248150" h="406400">
                  <a:moveTo>
                    <a:pt x="4231353" y="365759"/>
                  </a:moveTo>
                  <a:lnTo>
                    <a:pt x="4223055" y="382269"/>
                  </a:lnTo>
                  <a:lnTo>
                    <a:pt x="4231353" y="389889"/>
                  </a:lnTo>
                  <a:lnTo>
                    <a:pt x="4239650" y="381634"/>
                  </a:lnTo>
                  <a:lnTo>
                    <a:pt x="4239650" y="373379"/>
                  </a:lnTo>
                  <a:lnTo>
                    <a:pt x="4247948" y="373379"/>
                  </a:lnTo>
                  <a:lnTo>
                    <a:pt x="4231353" y="365759"/>
                  </a:lnTo>
                  <a:close/>
                </a:path>
                <a:path w="4248150" h="406400">
                  <a:moveTo>
                    <a:pt x="4239650" y="381634"/>
                  </a:moveTo>
                  <a:lnTo>
                    <a:pt x="4231353" y="389889"/>
                  </a:lnTo>
                  <a:lnTo>
                    <a:pt x="4239650" y="389889"/>
                  </a:lnTo>
                  <a:lnTo>
                    <a:pt x="4239650" y="381634"/>
                  </a:lnTo>
                  <a:close/>
                </a:path>
                <a:path w="4248150" h="406400">
                  <a:moveTo>
                    <a:pt x="332075" y="8889"/>
                  </a:moveTo>
                  <a:lnTo>
                    <a:pt x="323789" y="8889"/>
                  </a:lnTo>
                  <a:lnTo>
                    <a:pt x="323789" y="382269"/>
                  </a:lnTo>
                  <a:lnTo>
                    <a:pt x="332075" y="382269"/>
                  </a:lnTo>
                  <a:lnTo>
                    <a:pt x="332075" y="373379"/>
                  </a:lnTo>
                  <a:lnTo>
                    <a:pt x="340362" y="373379"/>
                  </a:lnTo>
                  <a:lnTo>
                    <a:pt x="340362" y="33019"/>
                  </a:lnTo>
                  <a:lnTo>
                    <a:pt x="332075" y="33019"/>
                  </a:lnTo>
                  <a:lnTo>
                    <a:pt x="332075" y="8889"/>
                  </a:lnTo>
                  <a:close/>
                </a:path>
                <a:path w="4248150" h="406400">
                  <a:moveTo>
                    <a:pt x="672389" y="373379"/>
                  </a:moveTo>
                  <a:lnTo>
                    <a:pt x="373311" y="373379"/>
                  </a:lnTo>
                  <a:lnTo>
                    <a:pt x="373400" y="377189"/>
                  </a:lnTo>
                  <a:lnTo>
                    <a:pt x="373518" y="382269"/>
                  </a:lnTo>
                  <a:lnTo>
                    <a:pt x="672183" y="382269"/>
                  </a:lnTo>
                  <a:lnTo>
                    <a:pt x="672301" y="377189"/>
                  </a:lnTo>
                  <a:lnTo>
                    <a:pt x="672389" y="373379"/>
                  </a:lnTo>
                  <a:close/>
                </a:path>
                <a:path w="4248150" h="406400">
                  <a:moveTo>
                    <a:pt x="688778" y="8889"/>
                  </a:moveTo>
                  <a:lnTo>
                    <a:pt x="680480" y="8889"/>
                  </a:lnTo>
                  <a:lnTo>
                    <a:pt x="680361" y="30513"/>
                  </a:lnTo>
                  <a:lnTo>
                    <a:pt x="672567" y="365759"/>
                  </a:lnTo>
                  <a:lnTo>
                    <a:pt x="672507" y="368311"/>
                  </a:lnTo>
                  <a:lnTo>
                    <a:pt x="672424" y="371900"/>
                  </a:lnTo>
                  <a:lnTo>
                    <a:pt x="672301" y="377189"/>
                  </a:lnTo>
                  <a:lnTo>
                    <a:pt x="672183" y="382269"/>
                  </a:lnTo>
                  <a:lnTo>
                    <a:pt x="688778" y="382269"/>
                  </a:lnTo>
                  <a:lnTo>
                    <a:pt x="688778" y="373379"/>
                  </a:lnTo>
                  <a:lnTo>
                    <a:pt x="697075" y="373379"/>
                  </a:lnTo>
                  <a:lnTo>
                    <a:pt x="697075" y="33019"/>
                  </a:lnTo>
                  <a:lnTo>
                    <a:pt x="688778" y="33019"/>
                  </a:lnTo>
                  <a:lnTo>
                    <a:pt x="688778" y="8889"/>
                  </a:lnTo>
                  <a:close/>
                </a:path>
                <a:path w="4248150" h="406400">
                  <a:moveTo>
                    <a:pt x="780246" y="368751"/>
                  </a:moveTo>
                  <a:lnTo>
                    <a:pt x="763103" y="371900"/>
                  </a:lnTo>
                  <a:lnTo>
                    <a:pt x="763226" y="377189"/>
                  </a:lnTo>
                  <a:lnTo>
                    <a:pt x="763344" y="382269"/>
                  </a:lnTo>
                  <a:lnTo>
                    <a:pt x="779939" y="382269"/>
                  </a:lnTo>
                  <a:lnTo>
                    <a:pt x="780054" y="377189"/>
                  </a:lnTo>
                  <a:lnTo>
                    <a:pt x="780174" y="371900"/>
                  </a:lnTo>
                  <a:lnTo>
                    <a:pt x="780246" y="368751"/>
                  </a:lnTo>
                  <a:close/>
                </a:path>
                <a:path w="4248150" h="406400">
                  <a:moveTo>
                    <a:pt x="796534" y="365759"/>
                  </a:moveTo>
                  <a:lnTo>
                    <a:pt x="780246" y="368751"/>
                  </a:lnTo>
                  <a:lnTo>
                    <a:pt x="780174" y="371900"/>
                  </a:lnTo>
                  <a:lnTo>
                    <a:pt x="780054" y="377189"/>
                  </a:lnTo>
                  <a:lnTo>
                    <a:pt x="779939" y="382269"/>
                  </a:lnTo>
                  <a:lnTo>
                    <a:pt x="796534" y="382269"/>
                  </a:lnTo>
                  <a:lnTo>
                    <a:pt x="796534" y="365759"/>
                  </a:lnTo>
                  <a:close/>
                </a:path>
                <a:path w="4248150" h="406400">
                  <a:moveTo>
                    <a:pt x="970781" y="373379"/>
                  </a:moveTo>
                  <a:lnTo>
                    <a:pt x="904512" y="373379"/>
                  </a:lnTo>
                  <a:lnTo>
                    <a:pt x="904512" y="382269"/>
                  </a:lnTo>
                  <a:lnTo>
                    <a:pt x="970781" y="382269"/>
                  </a:lnTo>
                  <a:lnTo>
                    <a:pt x="970781" y="373379"/>
                  </a:lnTo>
                  <a:close/>
                </a:path>
                <a:path w="4248150" h="406400">
                  <a:moveTo>
                    <a:pt x="1385913" y="365759"/>
                  </a:moveTo>
                  <a:lnTo>
                    <a:pt x="1351970" y="365759"/>
                  </a:lnTo>
                  <a:lnTo>
                    <a:pt x="1352029" y="368311"/>
                  </a:lnTo>
                  <a:lnTo>
                    <a:pt x="1352112" y="371900"/>
                  </a:lnTo>
                  <a:lnTo>
                    <a:pt x="1352235" y="377189"/>
                  </a:lnTo>
                  <a:lnTo>
                    <a:pt x="1352354" y="382269"/>
                  </a:lnTo>
                  <a:lnTo>
                    <a:pt x="1385543" y="382269"/>
                  </a:lnTo>
                  <a:lnTo>
                    <a:pt x="1385657" y="377189"/>
                  </a:lnTo>
                  <a:lnTo>
                    <a:pt x="1385776" y="371900"/>
                  </a:lnTo>
                  <a:lnTo>
                    <a:pt x="1385856" y="368311"/>
                  </a:lnTo>
                  <a:lnTo>
                    <a:pt x="1385913" y="365759"/>
                  </a:lnTo>
                  <a:close/>
                </a:path>
                <a:path w="4248150" h="406400">
                  <a:moveTo>
                    <a:pt x="1410657" y="8889"/>
                  </a:moveTo>
                  <a:lnTo>
                    <a:pt x="1393730" y="8889"/>
                  </a:lnTo>
                  <a:lnTo>
                    <a:pt x="1393730" y="16509"/>
                  </a:lnTo>
                  <a:lnTo>
                    <a:pt x="1385913" y="365759"/>
                  </a:lnTo>
                  <a:lnTo>
                    <a:pt x="1385856" y="368311"/>
                  </a:lnTo>
                  <a:lnTo>
                    <a:pt x="1385776" y="371900"/>
                  </a:lnTo>
                  <a:lnTo>
                    <a:pt x="1385657" y="377189"/>
                  </a:lnTo>
                  <a:lnTo>
                    <a:pt x="1385543" y="382269"/>
                  </a:lnTo>
                  <a:lnTo>
                    <a:pt x="1402360" y="382269"/>
                  </a:lnTo>
                  <a:lnTo>
                    <a:pt x="1402360" y="365759"/>
                  </a:lnTo>
                  <a:lnTo>
                    <a:pt x="1411032" y="365759"/>
                  </a:lnTo>
                  <a:lnTo>
                    <a:pt x="1418555" y="34131"/>
                  </a:lnTo>
                  <a:lnTo>
                    <a:pt x="1418580" y="33019"/>
                  </a:lnTo>
                  <a:lnTo>
                    <a:pt x="1410657" y="33019"/>
                  </a:lnTo>
                  <a:lnTo>
                    <a:pt x="1410657" y="8889"/>
                  </a:lnTo>
                  <a:close/>
                </a:path>
                <a:path w="4248150" h="406400">
                  <a:moveTo>
                    <a:pt x="1974774" y="16509"/>
                  </a:moveTo>
                  <a:lnTo>
                    <a:pt x="1958179" y="16509"/>
                  </a:lnTo>
                  <a:lnTo>
                    <a:pt x="1958152" y="34131"/>
                  </a:lnTo>
                  <a:lnTo>
                    <a:pt x="1950063" y="365759"/>
                  </a:lnTo>
                  <a:lnTo>
                    <a:pt x="1950001" y="368311"/>
                  </a:lnTo>
                  <a:lnTo>
                    <a:pt x="1949877" y="373379"/>
                  </a:lnTo>
                  <a:lnTo>
                    <a:pt x="1949784" y="377189"/>
                  </a:lnTo>
                  <a:lnTo>
                    <a:pt x="1949660" y="382269"/>
                  </a:lnTo>
                  <a:lnTo>
                    <a:pt x="1966477" y="382269"/>
                  </a:lnTo>
                  <a:lnTo>
                    <a:pt x="1966477" y="365759"/>
                  </a:lnTo>
                  <a:lnTo>
                    <a:pt x="1975166" y="365759"/>
                  </a:lnTo>
                  <a:lnTo>
                    <a:pt x="1982831" y="43145"/>
                  </a:lnTo>
                  <a:lnTo>
                    <a:pt x="1974774" y="41909"/>
                  </a:lnTo>
                  <a:lnTo>
                    <a:pt x="1974774" y="16509"/>
                  </a:lnTo>
                  <a:close/>
                </a:path>
                <a:path w="4248150" h="406400">
                  <a:moveTo>
                    <a:pt x="2646648" y="365759"/>
                  </a:moveTo>
                  <a:lnTo>
                    <a:pt x="2621376" y="365759"/>
                  </a:lnTo>
                  <a:lnTo>
                    <a:pt x="2621435" y="368311"/>
                  </a:lnTo>
                  <a:lnTo>
                    <a:pt x="2621517" y="371900"/>
                  </a:lnTo>
                  <a:lnTo>
                    <a:pt x="2621639" y="377189"/>
                  </a:lnTo>
                  <a:lnTo>
                    <a:pt x="2621755" y="382269"/>
                  </a:lnTo>
                  <a:lnTo>
                    <a:pt x="2663242" y="382269"/>
                  </a:lnTo>
                  <a:lnTo>
                    <a:pt x="2663242" y="373379"/>
                  </a:lnTo>
                  <a:lnTo>
                    <a:pt x="2646648" y="373379"/>
                  </a:lnTo>
                  <a:lnTo>
                    <a:pt x="2646648" y="365759"/>
                  </a:lnTo>
                  <a:close/>
                </a:path>
                <a:path w="4248150" h="406400">
                  <a:moveTo>
                    <a:pt x="2804410" y="373379"/>
                  </a:moveTo>
                  <a:lnTo>
                    <a:pt x="2720813" y="373379"/>
                  </a:lnTo>
                  <a:lnTo>
                    <a:pt x="2721115" y="380073"/>
                  </a:lnTo>
                  <a:lnTo>
                    <a:pt x="2721214" y="382269"/>
                  </a:lnTo>
                  <a:lnTo>
                    <a:pt x="2804410" y="382269"/>
                  </a:lnTo>
                  <a:lnTo>
                    <a:pt x="2804410" y="373379"/>
                  </a:lnTo>
                  <a:close/>
                </a:path>
                <a:path w="4248150" h="406400">
                  <a:moveTo>
                    <a:pt x="2911965" y="373379"/>
                  </a:moveTo>
                  <a:lnTo>
                    <a:pt x="2895370" y="373379"/>
                  </a:lnTo>
                  <a:lnTo>
                    <a:pt x="2895456" y="377189"/>
                  </a:lnTo>
                  <a:lnTo>
                    <a:pt x="2895571" y="382269"/>
                  </a:lnTo>
                  <a:lnTo>
                    <a:pt x="2912166" y="382269"/>
                  </a:lnTo>
                  <a:lnTo>
                    <a:pt x="2912051" y="377189"/>
                  </a:lnTo>
                  <a:lnTo>
                    <a:pt x="2911965" y="373379"/>
                  </a:lnTo>
                  <a:close/>
                </a:path>
                <a:path w="4248150" h="406400">
                  <a:moveTo>
                    <a:pt x="2920464" y="8889"/>
                  </a:moveTo>
                  <a:lnTo>
                    <a:pt x="2903869" y="8889"/>
                  </a:lnTo>
                  <a:lnTo>
                    <a:pt x="2903869" y="16509"/>
                  </a:lnTo>
                  <a:lnTo>
                    <a:pt x="2911792" y="365759"/>
                  </a:lnTo>
                  <a:lnTo>
                    <a:pt x="2911850" y="368311"/>
                  </a:lnTo>
                  <a:lnTo>
                    <a:pt x="2911931" y="371900"/>
                  </a:lnTo>
                  <a:lnTo>
                    <a:pt x="2912051" y="377189"/>
                  </a:lnTo>
                  <a:lnTo>
                    <a:pt x="2912166" y="382269"/>
                  </a:lnTo>
                  <a:lnTo>
                    <a:pt x="2920464" y="382269"/>
                  </a:lnTo>
                  <a:lnTo>
                    <a:pt x="2920464" y="373379"/>
                  </a:lnTo>
                  <a:lnTo>
                    <a:pt x="2928761" y="373379"/>
                  </a:lnTo>
                  <a:lnTo>
                    <a:pt x="2928761" y="33254"/>
                  </a:lnTo>
                  <a:lnTo>
                    <a:pt x="2920464" y="33019"/>
                  </a:lnTo>
                  <a:lnTo>
                    <a:pt x="2920464" y="8889"/>
                  </a:lnTo>
                  <a:close/>
                </a:path>
                <a:path w="4248150" h="406400">
                  <a:moveTo>
                    <a:pt x="3285809" y="373379"/>
                  </a:moveTo>
                  <a:lnTo>
                    <a:pt x="3260343" y="373379"/>
                  </a:lnTo>
                  <a:lnTo>
                    <a:pt x="3260431" y="377189"/>
                  </a:lnTo>
                  <a:lnTo>
                    <a:pt x="3260549" y="382269"/>
                  </a:lnTo>
                  <a:lnTo>
                    <a:pt x="3285611" y="382269"/>
                  </a:lnTo>
                  <a:lnTo>
                    <a:pt x="3285724" y="377189"/>
                  </a:lnTo>
                  <a:lnTo>
                    <a:pt x="3285809" y="373379"/>
                  </a:lnTo>
                  <a:close/>
                </a:path>
                <a:path w="4248150" h="406400">
                  <a:moveTo>
                    <a:pt x="3451502" y="8889"/>
                  </a:moveTo>
                  <a:lnTo>
                    <a:pt x="3443204" y="8889"/>
                  </a:lnTo>
                  <a:lnTo>
                    <a:pt x="3443316" y="30513"/>
                  </a:lnTo>
                  <a:lnTo>
                    <a:pt x="3444371" y="78739"/>
                  </a:lnTo>
                  <a:lnTo>
                    <a:pt x="3446316" y="196849"/>
                  </a:lnTo>
                  <a:lnTo>
                    <a:pt x="3446705" y="316229"/>
                  </a:lnTo>
                  <a:lnTo>
                    <a:pt x="3443295" y="371900"/>
                  </a:lnTo>
                  <a:lnTo>
                    <a:pt x="3443204" y="373379"/>
                  </a:lnTo>
                  <a:lnTo>
                    <a:pt x="3467986" y="382269"/>
                  </a:lnTo>
                  <a:lnTo>
                    <a:pt x="3471486" y="320039"/>
                  </a:lnTo>
                  <a:lnTo>
                    <a:pt x="3471097" y="198119"/>
                  </a:lnTo>
                  <a:lnTo>
                    <a:pt x="3469153" y="78739"/>
                  </a:lnTo>
                  <a:lnTo>
                    <a:pt x="3468177" y="34131"/>
                  </a:lnTo>
                  <a:lnTo>
                    <a:pt x="3468153" y="33019"/>
                  </a:lnTo>
                  <a:lnTo>
                    <a:pt x="3451502" y="33019"/>
                  </a:lnTo>
                  <a:lnTo>
                    <a:pt x="3451502" y="8889"/>
                  </a:lnTo>
                  <a:close/>
                </a:path>
                <a:path w="4248150" h="406400">
                  <a:moveTo>
                    <a:pt x="3858063" y="373379"/>
                  </a:moveTo>
                  <a:lnTo>
                    <a:pt x="3758397" y="373379"/>
                  </a:lnTo>
                  <a:lnTo>
                    <a:pt x="3758397" y="382269"/>
                  </a:lnTo>
                  <a:lnTo>
                    <a:pt x="3857856" y="382269"/>
                  </a:lnTo>
                  <a:lnTo>
                    <a:pt x="3857974" y="377189"/>
                  </a:lnTo>
                  <a:lnTo>
                    <a:pt x="3858063" y="373379"/>
                  </a:lnTo>
                  <a:close/>
                </a:path>
                <a:path w="4248150" h="406400">
                  <a:moveTo>
                    <a:pt x="3874451" y="8889"/>
                  </a:moveTo>
                  <a:lnTo>
                    <a:pt x="3866154" y="16509"/>
                  </a:lnTo>
                  <a:lnTo>
                    <a:pt x="3866035" y="30513"/>
                  </a:lnTo>
                  <a:lnTo>
                    <a:pt x="3858240" y="365759"/>
                  </a:lnTo>
                  <a:lnTo>
                    <a:pt x="3858181" y="368311"/>
                  </a:lnTo>
                  <a:lnTo>
                    <a:pt x="3858097" y="371900"/>
                  </a:lnTo>
                  <a:lnTo>
                    <a:pt x="3857974" y="377189"/>
                  </a:lnTo>
                  <a:lnTo>
                    <a:pt x="3857856" y="382269"/>
                  </a:lnTo>
                  <a:lnTo>
                    <a:pt x="3866154" y="382269"/>
                  </a:lnTo>
                  <a:lnTo>
                    <a:pt x="3866154" y="373379"/>
                  </a:lnTo>
                  <a:lnTo>
                    <a:pt x="3874658" y="373379"/>
                  </a:lnTo>
                  <a:lnTo>
                    <a:pt x="3882546" y="34131"/>
                  </a:lnTo>
                  <a:lnTo>
                    <a:pt x="3882571" y="33019"/>
                  </a:lnTo>
                  <a:lnTo>
                    <a:pt x="3874451" y="33019"/>
                  </a:lnTo>
                  <a:lnTo>
                    <a:pt x="3874451" y="8889"/>
                  </a:lnTo>
                  <a:close/>
                </a:path>
                <a:path w="4248150" h="406400">
                  <a:moveTo>
                    <a:pt x="3965834" y="365759"/>
                  </a:moveTo>
                  <a:lnTo>
                    <a:pt x="3957536" y="368311"/>
                  </a:lnTo>
                  <a:lnTo>
                    <a:pt x="3957536" y="382269"/>
                  </a:lnTo>
                  <a:lnTo>
                    <a:pt x="3971511" y="382269"/>
                  </a:lnTo>
                  <a:lnTo>
                    <a:pt x="3965834" y="365759"/>
                  </a:lnTo>
                  <a:close/>
                </a:path>
                <a:path w="4248150" h="406400">
                  <a:moveTo>
                    <a:pt x="4099243" y="374649"/>
                  </a:moveTo>
                  <a:lnTo>
                    <a:pt x="4098306" y="374649"/>
                  </a:lnTo>
                  <a:lnTo>
                    <a:pt x="4098365" y="377189"/>
                  </a:lnTo>
                  <a:lnTo>
                    <a:pt x="4098483" y="382269"/>
                  </a:lnTo>
                  <a:lnTo>
                    <a:pt x="4157780" y="382269"/>
                  </a:lnTo>
                  <a:lnTo>
                    <a:pt x="4161764" y="377189"/>
                  </a:lnTo>
                  <a:lnTo>
                    <a:pt x="4119171" y="377189"/>
                  </a:lnTo>
                  <a:lnTo>
                    <a:pt x="4099243" y="374649"/>
                  </a:lnTo>
                  <a:close/>
                </a:path>
                <a:path w="4248150" h="406400">
                  <a:moveTo>
                    <a:pt x="4227523" y="373379"/>
                  </a:moveTo>
                  <a:lnTo>
                    <a:pt x="4189976" y="373379"/>
                  </a:lnTo>
                  <a:lnTo>
                    <a:pt x="4189976" y="382269"/>
                  </a:lnTo>
                  <a:lnTo>
                    <a:pt x="4223055" y="382269"/>
                  </a:lnTo>
                  <a:lnTo>
                    <a:pt x="4227523" y="373379"/>
                  </a:lnTo>
                  <a:close/>
                </a:path>
                <a:path w="4248150" h="406400">
                  <a:moveTo>
                    <a:pt x="4247948" y="373379"/>
                  </a:moveTo>
                  <a:lnTo>
                    <a:pt x="4239650" y="373379"/>
                  </a:lnTo>
                  <a:lnTo>
                    <a:pt x="4239650" y="381634"/>
                  </a:lnTo>
                  <a:lnTo>
                    <a:pt x="4247948" y="373379"/>
                  </a:lnTo>
                  <a:close/>
                </a:path>
                <a:path w="4248150" h="406400">
                  <a:moveTo>
                    <a:pt x="3957536" y="368311"/>
                  </a:moveTo>
                  <a:lnTo>
                    <a:pt x="3956916" y="368502"/>
                  </a:lnTo>
                  <a:lnTo>
                    <a:pt x="3957437" y="380073"/>
                  </a:lnTo>
                  <a:lnTo>
                    <a:pt x="3957536" y="368311"/>
                  </a:lnTo>
                  <a:close/>
                </a:path>
                <a:path w="4248150" h="406400">
                  <a:moveTo>
                    <a:pt x="2090828" y="16509"/>
                  </a:moveTo>
                  <a:lnTo>
                    <a:pt x="2074233" y="16509"/>
                  </a:lnTo>
                  <a:lnTo>
                    <a:pt x="2074233" y="373379"/>
                  </a:lnTo>
                  <a:lnTo>
                    <a:pt x="2069047" y="377189"/>
                  </a:lnTo>
                  <a:lnTo>
                    <a:pt x="2096903" y="377189"/>
                  </a:lnTo>
                  <a:lnTo>
                    <a:pt x="2099125" y="373379"/>
                  </a:lnTo>
                  <a:lnTo>
                    <a:pt x="2099125" y="41909"/>
                  </a:lnTo>
                  <a:lnTo>
                    <a:pt x="2090828" y="41909"/>
                  </a:lnTo>
                  <a:lnTo>
                    <a:pt x="2090828" y="16509"/>
                  </a:lnTo>
                  <a:close/>
                </a:path>
                <a:path w="4248150" h="406400">
                  <a:moveTo>
                    <a:pt x="3443204" y="373379"/>
                  </a:moveTo>
                  <a:lnTo>
                    <a:pt x="3427664" y="377189"/>
                  </a:lnTo>
                  <a:lnTo>
                    <a:pt x="3453825" y="377189"/>
                  </a:lnTo>
                  <a:lnTo>
                    <a:pt x="3443204" y="373379"/>
                  </a:lnTo>
                  <a:close/>
                </a:path>
                <a:path w="4248150" h="406400">
                  <a:moveTo>
                    <a:pt x="4156454" y="8889"/>
                  </a:moveTo>
                  <a:lnTo>
                    <a:pt x="4148157" y="8889"/>
                  </a:lnTo>
                  <a:lnTo>
                    <a:pt x="4148157" y="373379"/>
                  </a:lnTo>
                  <a:lnTo>
                    <a:pt x="4139099" y="377189"/>
                  </a:lnTo>
                  <a:lnTo>
                    <a:pt x="4161764" y="377189"/>
                  </a:lnTo>
                  <a:lnTo>
                    <a:pt x="4164752" y="373379"/>
                  </a:lnTo>
                  <a:lnTo>
                    <a:pt x="4164752" y="33019"/>
                  </a:lnTo>
                  <a:lnTo>
                    <a:pt x="4156454" y="33019"/>
                  </a:lnTo>
                  <a:lnTo>
                    <a:pt x="4156454" y="8889"/>
                  </a:lnTo>
                  <a:close/>
                </a:path>
                <a:path w="4248150" h="406400">
                  <a:moveTo>
                    <a:pt x="2049341" y="373379"/>
                  </a:moveTo>
                  <a:lnTo>
                    <a:pt x="2041043" y="373379"/>
                  </a:lnTo>
                  <a:lnTo>
                    <a:pt x="2046229" y="374649"/>
                  </a:lnTo>
                  <a:lnTo>
                    <a:pt x="2049341" y="375342"/>
                  </a:lnTo>
                  <a:lnTo>
                    <a:pt x="2049341" y="373379"/>
                  </a:lnTo>
                  <a:close/>
                </a:path>
                <a:path w="4248150" h="406400">
                  <a:moveTo>
                    <a:pt x="157751" y="8889"/>
                  </a:moveTo>
                  <a:lnTo>
                    <a:pt x="141167" y="8889"/>
                  </a:lnTo>
                  <a:lnTo>
                    <a:pt x="141167" y="374861"/>
                  </a:lnTo>
                  <a:lnTo>
                    <a:pt x="149453" y="373379"/>
                  </a:lnTo>
                  <a:lnTo>
                    <a:pt x="166037" y="373379"/>
                  </a:lnTo>
                  <a:lnTo>
                    <a:pt x="166037" y="33019"/>
                  </a:lnTo>
                  <a:lnTo>
                    <a:pt x="157751" y="33019"/>
                  </a:lnTo>
                  <a:lnTo>
                    <a:pt x="157751" y="8889"/>
                  </a:lnTo>
                  <a:close/>
                </a:path>
                <a:path w="4248150" h="406400">
                  <a:moveTo>
                    <a:pt x="4098276" y="373379"/>
                  </a:moveTo>
                  <a:lnTo>
                    <a:pt x="4090185" y="373379"/>
                  </a:lnTo>
                  <a:lnTo>
                    <a:pt x="4099243" y="374649"/>
                  </a:lnTo>
                  <a:lnTo>
                    <a:pt x="4098306" y="374649"/>
                  </a:lnTo>
                  <a:lnTo>
                    <a:pt x="4098276" y="373379"/>
                  </a:lnTo>
                  <a:close/>
                </a:path>
                <a:path w="4248150" h="406400">
                  <a:moveTo>
                    <a:pt x="1120246" y="8889"/>
                  </a:moveTo>
                  <a:lnTo>
                    <a:pt x="1111727" y="8889"/>
                  </a:lnTo>
                  <a:lnTo>
                    <a:pt x="1111727" y="374081"/>
                  </a:lnTo>
                  <a:lnTo>
                    <a:pt x="1120246" y="373379"/>
                  </a:lnTo>
                  <a:lnTo>
                    <a:pt x="1128543" y="373379"/>
                  </a:lnTo>
                  <a:lnTo>
                    <a:pt x="1128543" y="34131"/>
                  </a:lnTo>
                  <a:lnTo>
                    <a:pt x="1120246" y="33019"/>
                  </a:lnTo>
                  <a:lnTo>
                    <a:pt x="1120246" y="8889"/>
                  </a:lnTo>
                  <a:close/>
                </a:path>
                <a:path w="4248150" h="406400">
                  <a:moveTo>
                    <a:pt x="3351667" y="373379"/>
                  </a:moveTo>
                  <a:lnTo>
                    <a:pt x="3343745" y="373379"/>
                  </a:lnTo>
                  <a:lnTo>
                    <a:pt x="3352328" y="374081"/>
                  </a:lnTo>
                  <a:lnTo>
                    <a:pt x="3351683" y="374081"/>
                  </a:lnTo>
                  <a:lnTo>
                    <a:pt x="3351667" y="373379"/>
                  </a:lnTo>
                  <a:close/>
                </a:path>
                <a:path w="4248150" h="406400">
                  <a:moveTo>
                    <a:pt x="1950063" y="365759"/>
                  </a:moveTo>
                  <a:lnTo>
                    <a:pt x="1435549" y="365759"/>
                  </a:lnTo>
                  <a:lnTo>
                    <a:pt x="1435549" y="373379"/>
                  </a:lnTo>
                  <a:lnTo>
                    <a:pt x="1949877" y="373379"/>
                  </a:lnTo>
                  <a:lnTo>
                    <a:pt x="1950001" y="368311"/>
                  </a:lnTo>
                  <a:lnTo>
                    <a:pt x="1950063" y="365759"/>
                  </a:lnTo>
                  <a:close/>
                </a:path>
                <a:path w="4248150" h="406400">
                  <a:moveTo>
                    <a:pt x="2663242" y="8889"/>
                  </a:moveTo>
                  <a:lnTo>
                    <a:pt x="2646648" y="8889"/>
                  </a:lnTo>
                  <a:lnTo>
                    <a:pt x="2646648" y="373379"/>
                  </a:lnTo>
                  <a:lnTo>
                    <a:pt x="2663242" y="373379"/>
                  </a:lnTo>
                  <a:lnTo>
                    <a:pt x="2663242" y="365759"/>
                  </a:lnTo>
                  <a:lnTo>
                    <a:pt x="2671540" y="365759"/>
                  </a:lnTo>
                  <a:lnTo>
                    <a:pt x="2671540" y="33019"/>
                  </a:lnTo>
                  <a:lnTo>
                    <a:pt x="2663242" y="33019"/>
                  </a:lnTo>
                  <a:lnTo>
                    <a:pt x="2663242" y="8889"/>
                  </a:lnTo>
                  <a:close/>
                </a:path>
                <a:path w="4248150" h="406400">
                  <a:moveTo>
                    <a:pt x="796534" y="8889"/>
                  </a:moveTo>
                  <a:lnTo>
                    <a:pt x="788237" y="8889"/>
                  </a:lnTo>
                  <a:lnTo>
                    <a:pt x="788237" y="16509"/>
                  </a:lnTo>
                  <a:lnTo>
                    <a:pt x="780314" y="365759"/>
                  </a:lnTo>
                  <a:lnTo>
                    <a:pt x="780246" y="368751"/>
                  </a:lnTo>
                  <a:lnTo>
                    <a:pt x="796534" y="365759"/>
                  </a:lnTo>
                  <a:lnTo>
                    <a:pt x="805095" y="365759"/>
                  </a:lnTo>
                  <a:lnTo>
                    <a:pt x="812619" y="34131"/>
                  </a:lnTo>
                  <a:lnTo>
                    <a:pt x="812644" y="33019"/>
                  </a:lnTo>
                  <a:lnTo>
                    <a:pt x="796534" y="33019"/>
                  </a:lnTo>
                  <a:lnTo>
                    <a:pt x="796534" y="8889"/>
                  </a:lnTo>
                  <a:close/>
                </a:path>
                <a:path w="4248150" h="406400">
                  <a:moveTo>
                    <a:pt x="3965834" y="8889"/>
                  </a:moveTo>
                  <a:lnTo>
                    <a:pt x="3957536" y="8889"/>
                  </a:lnTo>
                  <a:lnTo>
                    <a:pt x="3957536" y="368311"/>
                  </a:lnTo>
                  <a:lnTo>
                    <a:pt x="3965834" y="365759"/>
                  </a:lnTo>
                  <a:lnTo>
                    <a:pt x="3982429" y="365759"/>
                  </a:lnTo>
                  <a:lnTo>
                    <a:pt x="3982429" y="33019"/>
                  </a:lnTo>
                  <a:lnTo>
                    <a:pt x="3965834" y="33019"/>
                  </a:lnTo>
                  <a:lnTo>
                    <a:pt x="3965834" y="8889"/>
                  </a:lnTo>
                  <a:close/>
                </a:path>
                <a:path w="4248150" h="406400">
                  <a:moveTo>
                    <a:pt x="2032746" y="33019"/>
                  </a:moveTo>
                  <a:lnTo>
                    <a:pt x="2024559" y="33019"/>
                  </a:lnTo>
                  <a:lnTo>
                    <a:pt x="2024559" y="49544"/>
                  </a:lnTo>
                  <a:lnTo>
                    <a:pt x="2032746" y="50799"/>
                  </a:lnTo>
                  <a:lnTo>
                    <a:pt x="2032746" y="33019"/>
                  </a:lnTo>
                  <a:close/>
                </a:path>
                <a:path w="4248150" h="406400">
                  <a:moveTo>
                    <a:pt x="2041043" y="25399"/>
                  </a:moveTo>
                  <a:lnTo>
                    <a:pt x="2032746" y="25399"/>
                  </a:lnTo>
                  <a:lnTo>
                    <a:pt x="2032746" y="50799"/>
                  </a:lnTo>
                  <a:lnTo>
                    <a:pt x="2049341" y="50799"/>
                  </a:lnTo>
                  <a:lnTo>
                    <a:pt x="2049341" y="33019"/>
                  </a:lnTo>
                  <a:lnTo>
                    <a:pt x="2041043" y="25399"/>
                  </a:lnTo>
                  <a:close/>
                </a:path>
                <a:path w="4248150" h="406400">
                  <a:moveTo>
                    <a:pt x="2024559" y="33019"/>
                  </a:moveTo>
                  <a:lnTo>
                    <a:pt x="1983072" y="33019"/>
                  </a:lnTo>
                  <a:lnTo>
                    <a:pt x="1982887" y="40798"/>
                  </a:lnTo>
                  <a:lnTo>
                    <a:pt x="1982831" y="43145"/>
                  </a:lnTo>
                  <a:lnTo>
                    <a:pt x="2024559" y="49544"/>
                  </a:lnTo>
                  <a:lnTo>
                    <a:pt x="2024559" y="33019"/>
                  </a:lnTo>
                  <a:close/>
                </a:path>
                <a:path w="4248150" h="406400">
                  <a:moveTo>
                    <a:pt x="1974774" y="16509"/>
                  </a:moveTo>
                  <a:lnTo>
                    <a:pt x="1974774" y="41909"/>
                  </a:lnTo>
                  <a:lnTo>
                    <a:pt x="1982831" y="43145"/>
                  </a:lnTo>
                  <a:lnTo>
                    <a:pt x="1983045" y="34131"/>
                  </a:lnTo>
                  <a:lnTo>
                    <a:pt x="1983072" y="33019"/>
                  </a:lnTo>
                  <a:lnTo>
                    <a:pt x="2032746" y="33019"/>
                  </a:lnTo>
                  <a:lnTo>
                    <a:pt x="2032746" y="25399"/>
                  </a:lnTo>
                  <a:lnTo>
                    <a:pt x="1974774" y="16509"/>
                  </a:lnTo>
                  <a:close/>
                </a:path>
                <a:path w="4248150" h="406400">
                  <a:moveTo>
                    <a:pt x="1003971" y="16509"/>
                  </a:moveTo>
                  <a:lnTo>
                    <a:pt x="979078" y="16509"/>
                  </a:lnTo>
                  <a:lnTo>
                    <a:pt x="979078" y="41909"/>
                  </a:lnTo>
                  <a:lnTo>
                    <a:pt x="987752" y="41909"/>
                  </a:lnTo>
                  <a:lnTo>
                    <a:pt x="987574" y="34131"/>
                  </a:lnTo>
                  <a:lnTo>
                    <a:pt x="987492" y="30513"/>
                  </a:lnTo>
                  <a:lnTo>
                    <a:pt x="987376" y="25399"/>
                  </a:lnTo>
                  <a:lnTo>
                    <a:pt x="1003971" y="25399"/>
                  </a:lnTo>
                  <a:lnTo>
                    <a:pt x="1003971" y="16509"/>
                  </a:lnTo>
                  <a:close/>
                </a:path>
                <a:path w="4248150" h="406400">
                  <a:moveTo>
                    <a:pt x="995673" y="25399"/>
                  </a:moveTo>
                  <a:lnTo>
                    <a:pt x="987376" y="25399"/>
                  </a:lnTo>
                  <a:lnTo>
                    <a:pt x="987726" y="40798"/>
                  </a:lnTo>
                  <a:lnTo>
                    <a:pt x="987752" y="41909"/>
                  </a:lnTo>
                  <a:lnTo>
                    <a:pt x="995673" y="41909"/>
                  </a:lnTo>
                  <a:lnTo>
                    <a:pt x="995673" y="25399"/>
                  </a:lnTo>
                  <a:close/>
                </a:path>
                <a:path w="4248150" h="406400">
                  <a:moveTo>
                    <a:pt x="1020566" y="16509"/>
                  </a:moveTo>
                  <a:lnTo>
                    <a:pt x="1003971" y="16509"/>
                  </a:lnTo>
                  <a:lnTo>
                    <a:pt x="1003971" y="41909"/>
                  </a:lnTo>
                  <a:lnTo>
                    <a:pt x="1020566" y="41909"/>
                  </a:lnTo>
                  <a:lnTo>
                    <a:pt x="1020566" y="16509"/>
                  </a:lnTo>
                  <a:close/>
                </a:path>
                <a:path w="4248150" h="406400">
                  <a:moveTo>
                    <a:pt x="1186626" y="25399"/>
                  </a:moveTo>
                  <a:lnTo>
                    <a:pt x="1178328" y="25399"/>
                  </a:lnTo>
                  <a:lnTo>
                    <a:pt x="1178328" y="40798"/>
                  </a:lnTo>
                  <a:lnTo>
                    <a:pt x="1186626" y="41909"/>
                  </a:lnTo>
                  <a:lnTo>
                    <a:pt x="1186626" y="25399"/>
                  </a:lnTo>
                  <a:close/>
                </a:path>
                <a:path w="4248150" h="406400">
                  <a:moveTo>
                    <a:pt x="1194923" y="16509"/>
                  </a:moveTo>
                  <a:lnTo>
                    <a:pt x="1186626" y="16509"/>
                  </a:lnTo>
                  <a:lnTo>
                    <a:pt x="1186626" y="41909"/>
                  </a:lnTo>
                  <a:lnTo>
                    <a:pt x="1195294" y="41909"/>
                  </a:lnTo>
                  <a:lnTo>
                    <a:pt x="1195119" y="34131"/>
                  </a:lnTo>
                  <a:lnTo>
                    <a:pt x="1195038" y="30513"/>
                  </a:lnTo>
                  <a:lnTo>
                    <a:pt x="1194923" y="16509"/>
                  </a:lnTo>
                  <a:close/>
                </a:path>
                <a:path w="4248150" h="406400">
                  <a:moveTo>
                    <a:pt x="2605271" y="16509"/>
                  </a:moveTo>
                  <a:lnTo>
                    <a:pt x="2090828" y="16509"/>
                  </a:lnTo>
                  <a:lnTo>
                    <a:pt x="2090828" y="41909"/>
                  </a:lnTo>
                  <a:lnTo>
                    <a:pt x="2099125" y="41909"/>
                  </a:lnTo>
                  <a:lnTo>
                    <a:pt x="2099125" y="25399"/>
                  </a:lnTo>
                  <a:lnTo>
                    <a:pt x="2605271" y="25399"/>
                  </a:lnTo>
                  <a:lnTo>
                    <a:pt x="2605271" y="16509"/>
                  </a:lnTo>
                  <a:close/>
                </a:path>
                <a:path w="4248150" h="406400">
                  <a:moveTo>
                    <a:pt x="2588676" y="25399"/>
                  </a:moveTo>
                  <a:lnTo>
                    <a:pt x="2099125" y="25399"/>
                  </a:lnTo>
                  <a:lnTo>
                    <a:pt x="2099125" y="41909"/>
                  </a:lnTo>
                  <a:lnTo>
                    <a:pt x="2589060" y="41909"/>
                  </a:lnTo>
                  <a:lnTo>
                    <a:pt x="2588879" y="34131"/>
                  </a:lnTo>
                  <a:lnTo>
                    <a:pt x="2588795" y="30513"/>
                  </a:lnTo>
                  <a:lnTo>
                    <a:pt x="2588676" y="25399"/>
                  </a:lnTo>
                  <a:close/>
                </a:path>
                <a:path w="4248150" h="406400">
                  <a:moveTo>
                    <a:pt x="2613568" y="16509"/>
                  </a:moveTo>
                  <a:lnTo>
                    <a:pt x="2605271" y="16509"/>
                  </a:lnTo>
                  <a:lnTo>
                    <a:pt x="2605271" y="41909"/>
                  </a:lnTo>
                  <a:lnTo>
                    <a:pt x="2613947" y="41909"/>
                  </a:lnTo>
                  <a:lnTo>
                    <a:pt x="2613769" y="34131"/>
                  </a:lnTo>
                  <a:lnTo>
                    <a:pt x="2613686" y="30513"/>
                  </a:lnTo>
                  <a:lnTo>
                    <a:pt x="2613568" y="16509"/>
                  </a:lnTo>
                  <a:close/>
                </a:path>
                <a:path w="4248150" h="406400">
                  <a:moveTo>
                    <a:pt x="3235657" y="25399"/>
                  </a:moveTo>
                  <a:lnTo>
                    <a:pt x="3227359" y="25399"/>
                  </a:lnTo>
                  <a:lnTo>
                    <a:pt x="3227717" y="40798"/>
                  </a:lnTo>
                  <a:lnTo>
                    <a:pt x="3227738" y="41686"/>
                  </a:lnTo>
                  <a:lnTo>
                    <a:pt x="3235657" y="41909"/>
                  </a:lnTo>
                  <a:lnTo>
                    <a:pt x="3235657" y="25399"/>
                  </a:lnTo>
                  <a:close/>
                </a:path>
                <a:path w="4248150" h="406400">
                  <a:moveTo>
                    <a:pt x="3252252" y="16509"/>
                  </a:moveTo>
                  <a:lnTo>
                    <a:pt x="3235657" y="16509"/>
                  </a:lnTo>
                  <a:lnTo>
                    <a:pt x="3235657" y="41909"/>
                  </a:lnTo>
                  <a:lnTo>
                    <a:pt x="3252636" y="41909"/>
                  </a:lnTo>
                  <a:lnTo>
                    <a:pt x="3252455" y="34131"/>
                  </a:lnTo>
                  <a:lnTo>
                    <a:pt x="3252371" y="30513"/>
                  </a:lnTo>
                  <a:lnTo>
                    <a:pt x="3252252" y="16509"/>
                  </a:lnTo>
                  <a:close/>
                </a:path>
                <a:path w="4248150" h="406400">
                  <a:moveTo>
                    <a:pt x="3235657" y="16509"/>
                  </a:moveTo>
                  <a:lnTo>
                    <a:pt x="2928761" y="16509"/>
                  </a:lnTo>
                  <a:lnTo>
                    <a:pt x="2928761" y="33254"/>
                  </a:lnTo>
                  <a:lnTo>
                    <a:pt x="3227738" y="41686"/>
                  </a:lnTo>
                  <a:lnTo>
                    <a:pt x="3227562" y="34131"/>
                  </a:lnTo>
                  <a:lnTo>
                    <a:pt x="3227478" y="30513"/>
                  </a:lnTo>
                  <a:lnTo>
                    <a:pt x="3227359" y="25399"/>
                  </a:lnTo>
                  <a:lnTo>
                    <a:pt x="3235657" y="25399"/>
                  </a:lnTo>
                  <a:lnTo>
                    <a:pt x="3235657" y="16509"/>
                  </a:lnTo>
                  <a:close/>
                </a:path>
                <a:path w="4248150" h="406400">
                  <a:moveTo>
                    <a:pt x="1178328" y="25399"/>
                  </a:moveTo>
                  <a:lnTo>
                    <a:pt x="1128543" y="25399"/>
                  </a:lnTo>
                  <a:lnTo>
                    <a:pt x="1128543" y="34131"/>
                  </a:lnTo>
                  <a:lnTo>
                    <a:pt x="1178328" y="40798"/>
                  </a:lnTo>
                  <a:lnTo>
                    <a:pt x="1178328" y="25399"/>
                  </a:lnTo>
                  <a:close/>
                </a:path>
                <a:path w="4248150" h="406400">
                  <a:moveTo>
                    <a:pt x="1120246" y="8889"/>
                  </a:moveTo>
                  <a:lnTo>
                    <a:pt x="1120246" y="33019"/>
                  </a:lnTo>
                  <a:lnTo>
                    <a:pt x="1128543" y="34131"/>
                  </a:lnTo>
                  <a:lnTo>
                    <a:pt x="1128543" y="25399"/>
                  </a:lnTo>
                  <a:lnTo>
                    <a:pt x="1186626" y="25399"/>
                  </a:lnTo>
                  <a:lnTo>
                    <a:pt x="1186626" y="16509"/>
                  </a:lnTo>
                  <a:lnTo>
                    <a:pt x="1120246" y="8889"/>
                  </a:lnTo>
                  <a:close/>
                </a:path>
                <a:path w="4248150" h="406400">
                  <a:moveTo>
                    <a:pt x="2928761" y="8889"/>
                  </a:moveTo>
                  <a:lnTo>
                    <a:pt x="2920464" y="33019"/>
                  </a:lnTo>
                  <a:lnTo>
                    <a:pt x="2928761" y="33254"/>
                  </a:lnTo>
                  <a:lnTo>
                    <a:pt x="2928761" y="16509"/>
                  </a:lnTo>
                  <a:lnTo>
                    <a:pt x="3235657" y="16509"/>
                  </a:lnTo>
                  <a:lnTo>
                    <a:pt x="2928761" y="8889"/>
                  </a:lnTo>
                  <a:close/>
                </a:path>
                <a:path w="4248150" h="406400">
                  <a:moveTo>
                    <a:pt x="99724" y="8889"/>
                  </a:moveTo>
                  <a:lnTo>
                    <a:pt x="50006" y="8889"/>
                  </a:lnTo>
                  <a:lnTo>
                    <a:pt x="50006" y="33019"/>
                  </a:lnTo>
                  <a:lnTo>
                    <a:pt x="57926" y="33019"/>
                  </a:lnTo>
                  <a:lnTo>
                    <a:pt x="58292" y="16509"/>
                  </a:lnTo>
                  <a:lnTo>
                    <a:pt x="99724" y="16509"/>
                  </a:lnTo>
                  <a:lnTo>
                    <a:pt x="99724" y="8889"/>
                  </a:lnTo>
                  <a:close/>
                </a:path>
                <a:path w="4248150" h="406400">
                  <a:moveTo>
                    <a:pt x="91438" y="16509"/>
                  </a:moveTo>
                  <a:lnTo>
                    <a:pt x="58292" y="16509"/>
                  </a:lnTo>
                  <a:lnTo>
                    <a:pt x="58095" y="25399"/>
                  </a:lnTo>
                  <a:lnTo>
                    <a:pt x="57981" y="30513"/>
                  </a:lnTo>
                  <a:lnTo>
                    <a:pt x="57926" y="33019"/>
                  </a:lnTo>
                  <a:lnTo>
                    <a:pt x="91438" y="33019"/>
                  </a:lnTo>
                  <a:lnTo>
                    <a:pt x="91438" y="16509"/>
                  </a:lnTo>
                  <a:close/>
                </a:path>
                <a:path w="4248150" h="406400">
                  <a:moveTo>
                    <a:pt x="108021" y="8889"/>
                  </a:moveTo>
                  <a:lnTo>
                    <a:pt x="99724" y="8889"/>
                  </a:lnTo>
                  <a:lnTo>
                    <a:pt x="99724" y="33019"/>
                  </a:lnTo>
                  <a:lnTo>
                    <a:pt x="108021" y="33019"/>
                  </a:lnTo>
                  <a:lnTo>
                    <a:pt x="108021" y="8889"/>
                  </a:lnTo>
                  <a:close/>
                </a:path>
                <a:path w="4248150" h="406400">
                  <a:moveTo>
                    <a:pt x="257199" y="8889"/>
                  </a:moveTo>
                  <a:lnTo>
                    <a:pt x="157751" y="8889"/>
                  </a:lnTo>
                  <a:lnTo>
                    <a:pt x="157751" y="33019"/>
                  </a:lnTo>
                  <a:lnTo>
                    <a:pt x="166037" y="33019"/>
                  </a:lnTo>
                  <a:lnTo>
                    <a:pt x="166037" y="16509"/>
                  </a:lnTo>
                  <a:lnTo>
                    <a:pt x="257199" y="16509"/>
                  </a:lnTo>
                  <a:lnTo>
                    <a:pt x="257199" y="8889"/>
                  </a:lnTo>
                  <a:close/>
                </a:path>
                <a:path w="4248150" h="406400">
                  <a:moveTo>
                    <a:pt x="257199" y="16509"/>
                  </a:moveTo>
                  <a:lnTo>
                    <a:pt x="166037" y="16509"/>
                  </a:lnTo>
                  <a:lnTo>
                    <a:pt x="166037" y="33019"/>
                  </a:lnTo>
                  <a:lnTo>
                    <a:pt x="248912" y="33019"/>
                  </a:lnTo>
                  <a:lnTo>
                    <a:pt x="248912" y="25399"/>
                  </a:lnTo>
                  <a:lnTo>
                    <a:pt x="257199" y="25399"/>
                  </a:lnTo>
                  <a:lnTo>
                    <a:pt x="257199" y="16509"/>
                  </a:lnTo>
                  <a:close/>
                </a:path>
                <a:path w="4248150" h="406400">
                  <a:moveTo>
                    <a:pt x="265496" y="8889"/>
                  </a:moveTo>
                  <a:lnTo>
                    <a:pt x="257199" y="8889"/>
                  </a:lnTo>
                  <a:lnTo>
                    <a:pt x="257199" y="33019"/>
                  </a:lnTo>
                  <a:lnTo>
                    <a:pt x="265496" y="33019"/>
                  </a:lnTo>
                  <a:lnTo>
                    <a:pt x="265496" y="8889"/>
                  </a:lnTo>
                  <a:close/>
                </a:path>
                <a:path w="4248150" h="406400">
                  <a:moveTo>
                    <a:pt x="356934" y="8889"/>
                  </a:moveTo>
                  <a:lnTo>
                    <a:pt x="332075" y="8889"/>
                  </a:lnTo>
                  <a:lnTo>
                    <a:pt x="332075" y="33019"/>
                  </a:lnTo>
                  <a:lnTo>
                    <a:pt x="340362" y="33019"/>
                  </a:lnTo>
                  <a:lnTo>
                    <a:pt x="340362" y="25399"/>
                  </a:lnTo>
                  <a:lnTo>
                    <a:pt x="356934" y="25399"/>
                  </a:lnTo>
                  <a:lnTo>
                    <a:pt x="356934" y="8889"/>
                  </a:lnTo>
                  <a:close/>
                </a:path>
                <a:path w="4248150" h="406400">
                  <a:moveTo>
                    <a:pt x="348648" y="25399"/>
                  </a:moveTo>
                  <a:lnTo>
                    <a:pt x="340362" y="25399"/>
                  </a:lnTo>
                  <a:lnTo>
                    <a:pt x="340362" y="33019"/>
                  </a:lnTo>
                  <a:lnTo>
                    <a:pt x="348648" y="33019"/>
                  </a:lnTo>
                  <a:lnTo>
                    <a:pt x="348648" y="25399"/>
                  </a:lnTo>
                  <a:close/>
                </a:path>
                <a:path w="4248150" h="406400">
                  <a:moveTo>
                    <a:pt x="365221" y="8889"/>
                  </a:moveTo>
                  <a:lnTo>
                    <a:pt x="356934" y="8889"/>
                  </a:lnTo>
                  <a:lnTo>
                    <a:pt x="356934" y="33019"/>
                  </a:lnTo>
                  <a:lnTo>
                    <a:pt x="365398" y="33019"/>
                  </a:lnTo>
                  <a:lnTo>
                    <a:pt x="365340" y="30513"/>
                  </a:lnTo>
                  <a:lnTo>
                    <a:pt x="365221" y="8889"/>
                  </a:lnTo>
                  <a:close/>
                </a:path>
                <a:path w="4248150" h="406400">
                  <a:moveTo>
                    <a:pt x="746749" y="8889"/>
                  </a:moveTo>
                  <a:lnTo>
                    <a:pt x="688778" y="8889"/>
                  </a:lnTo>
                  <a:lnTo>
                    <a:pt x="688778" y="33019"/>
                  </a:lnTo>
                  <a:lnTo>
                    <a:pt x="697075" y="33019"/>
                  </a:lnTo>
                  <a:lnTo>
                    <a:pt x="697075" y="25399"/>
                  </a:lnTo>
                  <a:lnTo>
                    <a:pt x="746749" y="25399"/>
                  </a:lnTo>
                  <a:lnTo>
                    <a:pt x="746749" y="8889"/>
                  </a:lnTo>
                  <a:close/>
                </a:path>
                <a:path w="4248150" h="406400">
                  <a:moveTo>
                    <a:pt x="738452" y="25399"/>
                  </a:moveTo>
                  <a:lnTo>
                    <a:pt x="697075" y="25399"/>
                  </a:lnTo>
                  <a:lnTo>
                    <a:pt x="697075" y="33019"/>
                  </a:lnTo>
                  <a:lnTo>
                    <a:pt x="738629" y="33019"/>
                  </a:lnTo>
                  <a:lnTo>
                    <a:pt x="738571" y="30513"/>
                  </a:lnTo>
                  <a:lnTo>
                    <a:pt x="738452" y="25399"/>
                  </a:lnTo>
                  <a:close/>
                </a:path>
                <a:path w="4248150" h="406400">
                  <a:moveTo>
                    <a:pt x="755047" y="8889"/>
                  </a:moveTo>
                  <a:lnTo>
                    <a:pt x="746749" y="8889"/>
                  </a:lnTo>
                  <a:lnTo>
                    <a:pt x="746749" y="33019"/>
                  </a:lnTo>
                  <a:lnTo>
                    <a:pt x="755224" y="33019"/>
                  </a:lnTo>
                  <a:lnTo>
                    <a:pt x="755166" y="30513"/>
                  </a:lnTo>
                  <a:lnTo>
                    <a:pt x="755047" y="8889"/>
                  </a:lnTo>
                  <a:close/>
                </a:path>
                <a:path w="4248150" h="406400">
                  <a:moveTo>
                    <a:pt x="896214" y="8889"/>
                  </a:moveTo>
                  <a:lnTo>
                    <a:pt x="796534" y="8889"/>
                  </a:lnTo>
                  <a:lnTo>
                    <a:pt x="796534" y="33019"/>
                  </a:lnTo>
                  <a:lnTo>
                    <a:pt x="812644" y="33019"/>
                  </a:lnTo>
                  <a:lnTo>
                    <a:pt x="813018" y="16509"/>
                  </a:lnTo>
                  <a:lnTo>
                    <a:pt x="896214" y="16509"/>
                  </a:lnTo>
                  <a:lnTo>
                    <a:pt x="896214" y="8889"/>
                  </a:lnTo>
                  <a:close/>
                </a:path>
                <a:path w="4248150" h="406400">
                  <a:moveTo>
                    <a:pt x="887917" y="16509"/>
                  </a:moveTo>
                  <a:lnTo>
                    <a:pt x="813018" y="16509"/>
                  </a:lnTo>
                  <a:lnTo>
                    <a:pt x="812817" y="25399"/>
                  </a:lnTo>
                  <a:lnTo>
                    <a:pt x="812701" y="30513"/>
                  </a:lnTo>
                  <a:lnTo>
                    <a:pt x="812644" y="33019"/>
                  </a:lnTo>
                  <a:lnTo>
                    <a:pt x="887917" y="33019"/>
                  </a:lnTo>
                  <a:lnTo>
                    <a:pt x="887917" y="16509"/>
                  </a:lnTo>
                  <a:close/>
                </a:path>
                <a:path w="4248150" h="406400">
                  <a:moveTo>
                    <a:pt x="904512" y="8889"/>
                  </a:moveTo>
                  <a:lnTo>
                    <a:pt x="896214" y="8889"/>
                  </a:lnTo>
                  <a:lnTo>
                    <a:pt x="896214" y="33019"/>
                  </a:lnTo>
                  <a:lnTo>
                    <a:pt x="904512" y="33019"/>
                  </a:lnTo>
                  <a:lnTo>
                    <a:pt x="904512" y="8889"/>
                  </a:lnTo>
                  <a:close/>
                </a:path>
                <a:path w="4248150" h="406400">
                  <a:moveTo>
                    <a:pt x="1335759" y="8889"/>
                  </a:moveTo>
                  <a:lnTo>
                    <a:pt x="1228002" y="8889"/>
                  </a:lnTo>
                  <a:lnTo>
                    <a:pt x="1228002" y="33019"/>
                  </a:lnTo>
                  <a:lnTo>
                    <a:pt x="1236126" y="33019"/>
                  </a:lnTo>
                  <a:lnTo>
                    <a:pt x="1236183" y="30513"/>
                  </a:lnTo>
                  <a:lnTo>
                    <a:pt x="1236300" y="25399"/>
                  </a:lnTo>
                  <a:lnTo>
                    <a:pt x="1335759" y="25399"/>
                  </a:lnTo>
                  <a:lnTo>
                    <a:pt x="1335759" y="8889"/>
                  </a:lnTo>
                  <a:close/>
                </a:path>
                <a:path w="4248150" h="406400">
                  <a:moveTo>
                    <a:pt x="1327461" y="25399"/>
                  </a:moveTo>
                  <a:lnTo>
                    <a:pt x="1236300" y="25399"/>
                  </a:lnTo>
                  <a:lnTo>
                    <a:pt x="1236183" y="30513"/>
                  </a:lnTo>
                  <a:lnTo>
                    <a:pt x="1236126" y="33019"/>
                  </a:lnTo>
                  <a:lnTo>
                    <a:pt x="1327638" y="33019"/>
                  </a:lnTo>
                  <a:lnTo>
                    <a:pt x="1327580" y="30513"/>
                  </a:lnTo>
                  <a:lnTo>
                    <a:pt x="1327461" y="25399"/>
                  </a:lnTo>
                  <a:close/>
                </a:path>
                <a:path w="4248150" h="406400">
                  <a:moveTo>
                    <a:pt x="1344056" y="8889"/>
                  </a:moveTo>
                  <a:lnTo>
                    <a:pt x="1335759" y="8889"/>
                  </a:lnTo>
                  <a:lnTo>
                    <a:pt x="1335759" y="33019"/>
                  </a:lnTo>
                  <a:lnTo>
                    <a:pt x="1344233" y="33019"/>
                  </a:lnTo>
                  <a:lnTo>
                    <a:pt x="1344175" y="30513"/>
                  </a:lnTo>
                  <a:lnTo>
                    <a:pt x="1344056" y="8889"/>
                  </a:lnTo>
                  <a:close/>
                </a:path>
                <a:path w="4248150" h="406400">
                  <a:moveTo>
                    <a:pt x="1427252" y="8889"/>
                  </a:moveTo>
                  <a:lnTo>
                    <a:pt x="1410657" y="8889"/>
                  </a:lnTo>
                  <a:lnTo>
                    <a:pt x="1410657" y="33019"/>
                  </a:lnTo>
                  <a:lnTo>
                    <a:pt x="1418580" y="33019"/>
                  </a:lnTo>
                  <a:lnTo>
                    <a:pt x="1418955" y="16509"/>
                  </a:lnTo>
                  <a:lnTo>
                    <a:pt x="1427252" y="16509"/>
                  </a:lnTo>
                  <a:lnTo>
                    <a:pt x="1427252" y="8889"/>
                  </a:lnTo>
                  <a:close/>
                </a:path>
                <a:path w="4248150" h="406400">
                  <a:moveTo>
                    <a:pt x="1418955" y="16509"/>
                  </a:moveTo>
                  <a:lnTo>
                    <a:pt x="1418753" y="25399"/>
                  </a:lnTo>
                  <a:lnTo>
                    <a:pt x="1418637" y="30513"/>
                  </a:lnTo>
                  <a:lnTo>
                    <a:pt x="1418580" y="33019"/>
                  </a:lnTo>
                  <a:lnTo>
                    <a:pt x="1418955" y="33019"/>
                  </a:lnTo>
                  <a:lnTo>
                    <a:pt x="1418955" y="16509"/>
                  </a:lnTo>
                  <a:close/>
                </a:path>
                <a:path w="4248150" h="406400">
                  <a:moveTo>
                    <a:pt x="1435549" y="8889"/>
                  </a:moveTo>
                  <a:lnTo>
                    <a:pt x="1427252" y="8889"/>
                  </a:lnTo>
                  <a:lnTo>
                    <a:pt x="1427252" y="33019"/>
                  </a:lnTo>
                  <a:lnTo>
                    <a:pt x="1435549" y="33019"/>
                  </a:lnTo>
                  <a:lnTo>
                    <a:pt x="1435549" y="8889"/>
                  </a:lnTo>
                  <a:close/>
                </a:path>
                <a:path w="4248150" h="406400">
                  <a:moveTo>
                    <a:pt x="2696432" y="8889"/>
                  </a:moveTo>
                  <a:lnTo>
                    <a:pt x="2663242" y="8889"/>
                  </a:lnTo>
                  <a:lnTo>
                    <a:pt x="2663242" y="33019"/>
                  </a:lnTo>
                  <a:lnTo>
                    <a:pt x="2671540" y="33019"/>
                  </a:lnTo>
                  <a:lnTo>
                    <a:pt x="2671540" y="16509"/>
                  </a:lnTo>
                  <a:lnTo>
                    <a:pt x="2696432" y="16509"/>
                  </a:lnTo>
                  <a:lnTo>
                    <a:pt x="2696432" y="8889"/>
                  </a:lnTo>
                  <a:close/>
                </a:path>
                <a:path w="4248150" h="406400">
                  <a:moveTo>
                    <a:pt x="2688135" y="16509"/>
                  </a:moveTo>
                  <a:lnTo>
                    <a:pt x="2671540" y="16509"/>
                  </a:lnTo>
                  <a:lnTo>
                    <a:pt x="2671540" y="33019"/>
                  </a:lnTo>
                  <a:lnTo>
                    <a:pt x="2688509" y="33019"/>
                  </a:lnTo>
                  <a:lnTo>
                    <a:pt x="2688135" y="16509"/>
                  </a:lnTo>
                  <a:close/>
                </a:path>
                <a:path w="4248150" h="406400">
                  <a:moveTo>
                    <a:pt x="2704730" y="8889"/>
                  </a:moveTo>
                  <a:lnTo>
                    <a:pt x="2696432" y="8889"/>
                  </a:lnTo>
                  <a:lnTo>
                    <a:pt x="2696432" y="33019"/>
                  </a:lnTo>
                  <a:lnTo>
                    <a:pt x="2705474" y="33019"/>
                  </a:lnTo>
                  <a:lnTo>
                    <a:pt x="2704730" y="16509"/>
                  </a:lnTo>
                  <a:lnTo>
                    <a:pt x="2704730" y="8889"/>
                  </a:lnTo>
                  <a:close/>
                </a:path>
                <a:path w="4248150" h="406400">
                  <a:moveTo>
                    <a:pt x="2878977" y="8889"/>
                  </a:moveTo>
                  <a:lnTo>
                    <a:pt x="2821005" y="8889"/>
                  </a:lnTo>
                  <a:lnTo>
                    <a:pt x="2821005" y="33019"/>
                  </a:lnTo>
                  <a:lnTo>
                    <a:pt x="2829302" y="33019"/>
                  </a:lnTo>
                  <a:lnTo>
                    <a:pt x="2829302" y="16509"/>
                  </a:lnTo>
                  <a:lnTo>
                    <a:pt x="2878977" y="16509"/>
                  </a:lnTo>
                  <a:lnTo>
                    <a:pt x="2878977" y="8889"/>
                  </a:lnTo>
                  <a:close/>
                </a:path>
                <a:path w="4248150" h="406400">
                  <a:moveTo>
                    <a:pt x="2862492" y="16509"/>
                  </a:moveTo>
                  <a:lnTo>
                    <a:pt x="2829302" y="16509"/>
                  </a:lnTo>
                  <a:lnTo>
                    <a:pt x="2829302" y="33019"/>
                  </a:lnTo>
                  <a:lnTo>
                    <a:pt x="2862862" y="33019"/>
                  </a:lnTo>
                  <a:lnTo>
                    <a:pt x="2862492" y="16509"/>
                  </a:lnTo>
                  <a:close/>
                </a:path>
                <a:path w="4248150" h="406400">
                  <a:moveTo>
                    <a:pt x="2887274" y="8889"/>
                  </a:moveTo>
                  <a:lnTo>
                    <a:pt x="2878977" y="8889"/>
                  </a:lnTo>
                  <a:lnTo>
                    <a:pt x="2878977" y="33019"/>
                  </a:lnTo>
                  <a:lnTo>
                    <a:pt x="2887649" y="33019"/>
                  </a:lnTo>
                  <a:lnTo>
                    <a:pt x="2887274" y="16509"/>
                  </a:lnTo>
                  <a:lnTo>
                    <a:pt x="2887274" y="8889"/>
                  </a:lnTo>
                  <a:close/>
                </a:path>
                <a:path w="4248150" h="406400">
                  <a:moveTo>
                    <a:pt x="2926141" y="16509"/>
                  </a:moveTo>
                  <a:lnTo>
                    <a:pt x="2920464" y="16509"/>
                  </a:lnTo>
                  <a:lnTo>
                    <a:pt x="2920464" y="33019"/>
                  </a:lnTo>
                  <a:lnTo>
                    <a:pt x="2926141" y="16509"/>
                  </a:lnTo>
                  <a:close/>
                </a:path>
                <a:path w="4248150" h="406400">
                  <a:moveTo>
                    <a:pt x="3335448" y="8889"/>
                  </a:moveTo>
                  <a:lnTo>
                    <a:pt x="3302037" y="8889"/>
                  </a:lnTo>
                  <a:lnTo>
                    <a:pt x="3302037" y="33019"/>
                  </a:lnTo>
                  <a:lnTo>
                    <a:pt x="3310223" y="33019"/>
                  </a:lnTo>
                  <a:lnTo>
                    <a:pt x="3310223" y="16509"/>
                  </a:lnTo>
                  <a:lnTo>
                    <a:pt x="3332723" y="16509"/>
                  </a:lnTo>
                  <a:lnTo>
                    <a:pt x="3335448" y="8889"/>
                  </a:lnTo>
                  <a:close/>
                </a:path>
                <a:path w="4248150" h="406400">
                  <a:moveTo>
                    <a:pt x="3332723" y="16509"/>
                  </a:moveTo>
                  <a:lnTo>
                    <a:pt x="3310223" y="16509"/>
                  </a:lnTo>
                  <a:lnTo>
                    <a:pt x="3310223" y="33019"/>
                  </a:lnTo>
                  <a:lnTo>
                    <a:pt x="3318694" y="33019"/>
                  </a:lnTo>
                  <a:lnTo>
                    <a:pt x="3318637" y="30513"/>
                  </a:lnTo>
                  <a:lnTo>
                    <a:pt x="3318521" y="25399"/>
                  </a:lnTo>
                  <a:lnTo>
                    <a:pt x="3329543" y="25399"/>
                  </a:lnTo>
                  <a:lnTo>
                    <a:pt x="3332723" y="16509"/>
                  </a:lnTo>
                  <a:close/>
                </a:path>
                <a:path w="4248150" h="406400">
                  <a:moveTo>
                    <a:pt x="3335448" y="8889"/>
                  </a:moveTo>
                  <a:lnTo>
                    <a:pt x="3335448" y="25399"/>
                  </a:lnTo>
                  <a:lnTo>
                    <a:pt x="3329543" y="25399"/>
                  </a:lnTo>
                  <a:lnTo>
                    <a:pt x="3326818" y="33019"/>
                  </a:lnTo>
                  <a:lnTo>
                    <a:pt x="3343919" y="33019"/>
                  </a:lnTo>
                  <a:lnTo>
                    <a:pt x="3343862" y="30513"/>
                  </a:lnTo>
                  <a:lnTo>
                    <a:pt x="3343745" y="16509"/>
                  </a:lnTo>
                  <a:lnTo>
                    <a:pt x="3335448" y="8889"/>
                  </a:lnTo>
                  <a:close/>
                </a:path>
                <a:path w="4248150" h="406400">
                  <a:moveTo>
                    <a:pt x="3509473" y="8889"/>
                  </a:moveTo>
                  <a:lnTo>
                    <a:pt x="3451502" y="8889"/>
                  </a:lnTo>
                  <a:lnTo>
                    <a:pt x="3451502" y="33019"/>
                  </a:lnTo>
                  <a:lnTo>
                    <a:pt x="3468153" y="33019"/>
                  </a:lnTo>
                  <a:lnTo>
                    <a:pt x="3468098" y="30513"/>
                  </a:lnTo>
                  <a:lnTo>
                    <a:pt x="3467986" y="25399"/>
                  </a:lnTo>
                  <a:lnTo>
                    <a:pt x="3509473" y="25399"/>
                  </a:lnTo>
                  <a:lnTo>
                    <a:pt x="3509473" y="8889"/>
                  </a:lnTo>
                  <a:close/>
                </a:path>
                <a:path w="4248150" h="406400">
                  <a:moveTo>
                    <a:pt x="3501176" y="25399"/>
                  </a:moveTo>
                  <a:lnTo>
                    <a:pt x="3467986" y="25399"/>
                  </a:lnTo>
                  <a:lnTo>
                    <a:pt x="3468098" y="30513"/>
                  </a:lnTo>
                  <a:lnTo>
                    <a:pt x="3468153" y="33019"/>
                  </a:lnTo>
                  <a:lnTo>
                    <a:pt x="3501349" y="33019"/>
                  </a:lnTo>
                  <a:lnTo>
                    <a:pt x="3501292" y="30513"/>
                  </a:lnTo>
                  <a:lnTo>
                    <a:pt x="3501176" y="25399"/>
                  </a:lnTo>
                  <a:close/>
                </a:path>
                <a:path w="4248150" h="406400">
                  <a:moveTo>
                    <a:pt x="3526068" y="8889"/>
                  </a:moveTo>
                  <a:lnTo>
                    <a:pt x="3509473" y="8889"/>
                  </a:lnTo>
                  <a:lnTo>
                    <a:pt x="3509473" y="33019"/>
                  </a:lnTo>
                  <a:lnTo>
                    <a:pt x="3526068" y="33019"/>
                  </a:lnTo>
                  <a:lnTo>
                    <a:pt x="3526068" y="8889"/>
                  </a:lnTo>
                  <a:close/>
                </a:path>
                <a:path w="4248150" h="406400">
                  <a:moveTo>
                    <a:pt x="3658938" y="8889"/>
                  </a:moveTo>
                  <a:lnTo>
                    <a:pt x="3542663" y="8889"/>
                  </a:lnTo>
                  <a:lnTo>
                    <a:pt x="3542663" y="33019"/>
                  </a:lnTo>
                  <a:lnTo>
                    <a:pt x="3551132" y="33019"/>
                  </a:lnTo>
                  <a:lnTo>
                    <a:pt x="3551075" y="30513"/>
                  </a:lnTo>
                  <a:lnTo>
                    <a:pt x="3550961" y="25399"/>
                  </a:lnTo>
                  <a:lnTo>
                    <a:pt x="3658938" y="25399"/>
                  </a:lnTo>
                  <a:lnTo>
                    <a:pt x="3658938" y="8889"/>
                  </a:lnTo>
                  <a:close/>
                </a:path>
                <a:path w="4248150" h="406400">
                  <a:moveTo>
                    <a:pt x="3650641" y="25399"/>
                  </a:moveTo>
                  <a:lnTo>
                    <a:pt x="3550961" y="25399"/>
                  </a:lnTo>
                  <a:lnTo>
                    <a:pt x="3551075" y="30513"/>
                  </a:lnTo>
                  <a:lnTo>
                    <a:pt x="3551132" y="33019"/>
                  </a:lnTo>
                  <a:lnTo>
                    <a:pt x="3650641" y="33019"/>
                  </a:lnTo>
                  <a:lnTo>
                    <a:pt x="3650641" y="25399"/>
                  </a:lnTo>
                  <a:close/>
                </a:path>
                <a:path w="4248150" h="406400">
                  <a:moveTo>
                    <a:pt x="3667236" y="8889"/>
                  </a:moveTo>
                  <a:lnTo>
                    <a:pt x="3658938" y="8889"/>
                  </a:lnTo>
                  <a:lnTo>
                    <a:pt x="3658938" y="33019"/>
                  </a:lnTo>
                  <a:lnTo>
                    <a:pt x="3667409" y="33019"/>
                  </a:lnTo>
                  <a:lnTo>
                    <a:pt x="3667352" y="30513"/>
                  </a:lnTo>
                  <a:lnTo>
                    <a:pt x="3667236" y="8889"/>
                  </a:lnTo>
                  <a:close/>
                </a:path>
                <a:path w="4248150" h="406400">
                  <a:moveTo>
                    <a:pt x="3741802" y="8889"/>
                  </a:moveTo>
                  <a:lnTo>
                    <a:pt x="3716910" y="8889"/>
                  </a:lnTo>
                  <a:lnTo>
                    <a:pt x="3725207" y="33019"/>
                  </a:lnTo>
                  <a:lnTo>
                    <a:pt x="3733505" y="33019"/>
                  </a:lnTo>
                  <a:lnTo>
                    <a:pt x="3733505" y="16509"/>
                  </a:lnTo>
                  <a:lnTo>
                    <a:pt x="3741802" y="16509"/>
                  </a:lnTo>
                  <a:lnTo>
                    <a:pt x="3741802" y="8889"/>
                  </a:lnTo>
                  <a:close/>
                </a:path>
                <a:path w="4248150" h="406400">
                  <a:moveTo>
                    <a:pt x="3758397" y="8889"/>
                  </a:moveTo>
                  <a:lnTo>
                    <a:pt x="3741802" y="8889"/>
                  </a:lnTo>
                  <a:lnTo>
                    <a:pt x="3741802" y="33019"/>
                  </a:lnTo>
                  <a:lnTo>
                    <a:pt x="3758397" y="33019"/>
                  </a:lnTo>
                  <a:lnTo>
                    <a:pt x="3758397" y="8889"/>
                  </a:lnTo>
                  <a:close/>
                </a:path>
                <a:path w="4248150" h="406400">
                  <a:moveTo>
                    <a:pt x="3924457" y="8889"/>
                  </a:moveTo>
                  <a:lnTo>
                    <a:pt x="3874451" y="8889"/>
                  </a:lnTo>
                  <a:lnTo>
                    <a:pt x="3874451" y="33019"/>
                  </a:lnTo>
                  <a:lnTo>
                    <a:pt x="3882571" y="33019"/>
                  </a:lnTo>
                  <a:lnTo>
                    <a:pt x="3882630" y="30513"/>
                  </a:lnTo>
                  <a:lnTo>
                    <a:pt x="3882749" y="25399"/>
                  </a:lnTo>
                  <a:lnTo>
                    <a:pt x="3916563" y="25399"/>
                  </a:lnTo>
                  <a:lnTo>
                    <a:pt x="3916160" y="16509"/>
                  </a:lnTo>
                  <a:lnTo>
                    <a:pt x="3924457" y="16509"/>
                  </a:lnTo>
                  <a:lnTo>
                    <a:pt x="3924457" y="8889"/>
                  </a:lnTo>
                  <a:close/>
                </a:path>
                <a:path w="4248150" h="406400">
                  <a:moveTo>
                    <a:pt x="3916563" y="25399"/>
                  </a:moveTo>
                  <a:lnTo>
                    <a:pt x="3882749" y="25399"/>
                  </a:lnTo>
                  <a:lnTo>
                    <a:pt x="3882630" y="30513"/>
                  </a:lnTo>
                  <a:lnTo>
                    <a:pt x="3882571" y="33019"/>
                  </a:lnTo>
                  <a:lnTo>
                    <a:pt x="3916909" y="33019"/>
                  </a:lnTo>
                  <a:lnTo>
                    <a:pt x="3916563" y="25399"/>
                  </a:lnTo>
                  <a:close/>
                </a:path>
                <a:path w="4248150" h="406400">
                  <a:moveTo>
                    <a:pt x="3941052" y="8889"/>
                  </a:moveTo>
                  <a:lnTo>
                    <a:pt x="3924457" y="8889"/>
                  </a:lnTo>
                  <a:lnTo>
                    <a:pt x="3932755" y="33019"/>
                  </a:lnTo>
                  <a:lnTo>
                    <a:pt x="3941796" y="33019"/>
                  </a:lnTo>
                  <a:lnTo>
                    <a:pt x="3941052" y="16509"/>
                  </a:lnTo>
                  <a:lnTo>
                    <a:pt x="3941052" y="8889"/>
                  </a:lnTo>
                  <a:close/>
                </a:path>
                <a:path w="4248150" h="406400">
                  <a:moveTo>
                    <a:pt x="4073590" y="8889"/>
                  </a:moveTo>
                  <a:lnTo>
                    <a:pt x="3965834" y="8889"/>
                  </a:lnTo>
                  <a:lnTo>
                    <a:pt x="3965834" y="33019"/>
                  </a:lnTo>
                  <a:lnTo>
                    <a:pt x="3982429" y="33019"/>
                  </a:lnTo>
                  <a:lnTo>
                    <a:pt x="3982429" y="16509"/>
                  </a:lnTo>
                  <a:lnTo>
                    <a:pt x="4073590" y="16509"/>
                  </a:lnTo>
                  <a:lnTo>
                    <a:pt x="4073590" y="8889"/>
                  </a:lnTo>
                  <a:close/>
                </a:path>
                <a:path w="4248150" h="406400">
                  <a:moveTo>
                    <a:pt x="4073590" y="16509"/>
                  </a:moveTo>
                  <a:lnTo>
                    <a:pt x="3982429" y="16509"/>
                  </a:lnTo>
                  <a:lnTo>
                    <a:pt x="3982429" y="33019"/>
                  </a:lnTo>
                  <a:lnTo>
                    <a:pt x="4065470" y="33019"/>
                  </a:lnTo>
                  <a:lnTo>
                    <a:pt x="4065412" y="30513"/>
                  </a:lnTo>
                  <a:lnTo>
                    <a:pt x="4065293" y="25399"/>
                  </a:lnTo>
                  <a:lnTo>
                    <a:pt x="4073590" y="25399"/>
                  </a:lnTo>
                  <a:lnTo>
                    <a:pt x="4073590" y="16509"/>
                  </a:lnTo>
                  <a:close/>
                </a:path>
                <a:path w="4248150" h="406400">
                  <a:moveTo>
                    <a:pt x="4090185" y="8889"/>
                  </a:moveTo>
                  <a:lnTo>
                    <a:pt x="4073590" y="8889"/>
                  </a:lnTo>
                  <a:lnTo>
                    <a:pt x="4073590" y="33019"/>
                  </a:lnTo>
                  <a:lnTo>
                    <a:pt x="4090362" y="33019"/>
                  </a:lnTo>
                  <a:lnTo>
                    <a:pt x="4090304" y="30513"/>
                  </a:lnTo>
                  <a:lnTo>
                    <a:pt x="4090185" y="8889"/>
                  </a:lnTo>
                  <a:close/>
                </a:path>
                <a:path w="4248150" h="406400">
                  <a:moveTo>
                    <a:pt x="4173381" y="8889"/>
                  </a:moveTo>
                  <a:lnTo>
                    <a:pt x="4156454" y="8889"/>
                  </a:lnTo>
                  <a:lnTo>
                    <a:pt x="4156454" y="33019"/>
                  </a:lnTo>
                  <a:lnTo>
                    <a:pt x="4164752" y="30513"/>
                  </a:lnTo>
                  <a:lnTo>
                    <a:pt x="4164752" y="16509"/>
                  </a:lnTo>
                  <a:lnTo>
                    <a:pt x="4173381" y="16509"/>
                  </a:lnTo>
                  <a:lnTo>
                    <a:pt x="4173381" y="8889"/>
                  </a:lnTo>
                  <a:close/>
                </a:path>
                <a:path w="4248150" h="406400">
                  <a:moveTo>
                    <a:pt x="4164752" y="30513"/>
                  </a:moveTo>
                  <a:lnTo>
                    <a:pt x="4156454" y="33019"/>
                  </a:lnTo>
                  <a:lnTo>
                    <a:pt x="4164752" y="33019"/>
                  </a:lnTo>
                  <a:lnTo>
                    <a:pt x="4164752" y="30513"/>
                  </a:lnTo>
                  <a:close/>
                </a:path>
                <a:path w="4248150" h="406400">
                  <a:moveTo>
                    <a:pt x="4173381" y="8889"/>
                  </a:moveTo>
                  <a:lnTo>
                    <a:pt x="4173381" y="16509"/>
                  </a:lnTo>
                  <a:lnTo>
                    <a:pt x="4164752" y="16509"/>
                  </a:lnTo>
                  <a:lnTo>
                    <a:pt x="4164752" y="30513"/>
                  </a:lnTo>
                  <a:lnTo>
                    <a:pt x="4181679" y="25399"/>
                  </a:lnTo>
                  <a:lnTo>
                    <a:pt x="4173381" y="8889"/>
                  </a:lnTo>
                  <a:close/>
                </a:path>
                <a:path w="4248150" h="406400">
                  <a:moveTo>
                    <a:pt x="2928761" y="8889"/>
                  </a:moveTo>
                  <a:lnTo>
                    <a:pt x="2920464" y="8889"/>
                  </a:lnTo>
                  <a:lnTo>
                    <a:pt x="2920464" y="16509"/>
                  </a:lnTo>
                  <a:lnTo>
                    <a:pt x="2928761" y="8889"/>
                  </a:lnTo>
                  <a:close/>
                </a:path>
              </a:pathLst>
            </a:custGeom>
            <a:solidFill>
              <a:srgbClr val="2320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250545" y="2323273"/>
              <a:ext cx="3385185" cy="3636010"/>
            </a:xfrm>
            <a:custGeom>
              <a:avLst/>
              <a:gdLst/>
              <a:ahLst/>
              <a:cxnLst/>
              <a:rect l="l" t="t" r="r" b="b"/>
              <a:pathLst>
                <a:path w="3385185" h="3636010">
                  <a:moveTo>
                    <a:pt x="0" y="8193"/>
                  </a:moveTo>
                  <a:lnTo>
                    <a:pt x="0" y="16496"/>
                  </a:lnTo>
                </a:path>
                <a:path w="3385185" h="3636010">
                  <a:moveTo>
                    <a:pt x="0" y="49933"/>
                  </a:moveTo>
                  <a:lnTo>
                    <a:pt x="0" y="58237"/>
                  </a:lnTo>
                </a:path>
                <a:path w="3385185" h="3636010">
                  <a:moveTo>
                    <a:pt x="0" y="83038"/>
                  </a:moveTo>
                  <a:lnTo>
                    <a:pt x="0" y="99645"/>
                  </a:lnTo>
                </a:path>
                <a:path w="3385185" h="3636010">
                  <a:moveTo>
                    <a:pt x="0" y="124446"/>
                  </a:moveTo>
                  <a:lnTo>
                    <a:pt x="0" y="132750"/>
                  </a:lnTo>
                </a:path>
                <a:path w="3385185" h="3636010">
                  <a:moveTo>
                    <a:pt x="0" y="166076"/>
                  </a:moveTo>
                  <a:lnTo>
                    <a:pt x="0" y="174380"/>
                  </a:lnTo>
                </a:path>
                <a:path w="3385185" h="3636010">
                  <a:moveTo>
                    <a:pt x="0" y="199180"/>
                  </a:moveTo>
                  <a:lnTo>
                    <a:pt x="0" y="215788"/>
                  </a:lnTo>
                </a:path>
                <a:path w="3385185" h="3636010">
                  <a:moveTo>
                    <a:pt x="0" y="240589"/>
                  </a:moveTo>
                  <a:lnTo>
                    <a:pt x="0" y="248893"/>
                  </a:lnTo>
                </a:path>
                <a:path w="3385185" h="3636010">
                  <a:moveTo>
                    <a:pt x="0" y="282329"/>
                  </a:moveTo>
                  <a:lnTo>
                    <a:pt x="0" y="290633"/>
                  </a:lnTo>
                </a:path>
                <a:path w="3385185" h="3636010">
                  <a:moveTo>
                    <a:pt x="0" y="315434"/>
                  </a:moveTo>
                  <a:lnTo>
                    <a:pt x="0" y="331931"/>
                  </a:lnTo>
                </a:path>
                <a:path w="3385185" h="3636010">
                  <a:moveTo>
                    <a:pt x="0" y="356842"/>
                  </a:moveTo>
                  <a:lnTo>
                    <a:pt x="0" y="365367"/>
                  </a:lnTo>
                </a:path>
                <a:path w="3385185" h="3636010">
                  <a:moveTo>
                    <a:pt x="0" y="398472"/>
                  </a:moveTo>
                  <a:lnTo>
                    <a:pt x="0" y="406776"/>
                  </a:lnTo>
                </a:path>
                <a:path w="3385185" h="3636010">
                  <a:moveTo>
                    <a:pt x="0" y="431577"/>
                  </a:moveTo>
                  <a:lnTo>
                    <a:pt x="0" y="448184"/>
                  </a:lnTo>
                </a:path>
                <a:path w="3385185" h="3636010">
                  <a:moveTo>
                    <a:pt x="0" y="473317"/>
                  </a:moveTo>
                  <a:lnTo>
                    <a:pt x="0" y="481510"/>
                  </a:lnTo>
                </a:path>
                <a:path w="3385185" h="3636010">
                  <a:moveTo>
                    <a:pt x="0" y="514725"/>
                  </a:moveTo>
                  <a:lnTo>
                    <a:pt x="0" y="522919"/>
                  </a:lnTo>
                </a:path>
                <a:path w="3385185" h="3636010">
                  <a:moveTo>
                    <a:pt x="0" y="547830"/>
                  </a:moveTo>
                  <a:lnTo>
                    <a:pt x="0" y="564327"/>
                  </a:lnTo>
                </a:path>
                <a:path w="3385185" h="3636010">
                  <a:moveTo>
                    <a:pt x="0" y="589460"/>
                  </a:moveTo>
                  <a:lnTo>
                    <a:pt x="0" y="597764"/>
                  </a:lnTo>
                </a:path>
                <a:path w="3385185" h="3636010">
                  <a:moveTo>
                    <a:pt x="0" y="630868"/>
                  </a:moveTo>
                  <a:lnTo>
                    <a:pt x="0" y="639172"/>
                  </a:lnTo>
                </a:path>
                <a:path w="3385185" h="3636010">
                  <a:moveTo>
                    <a:pt x="0" y="663973"/>
                  </a:moveTo>
                  <a:lnTo>
                    <a:pt x="0" y="680580"/>
                  </a:lnTo>
                </a:path>
                <a:path w="3385185" h="3636010">
                  <a:moveTo>
                    <a:pt x="0" y="705713"/>
                  </a:moveTo>
                  <a:lnTo>
                    <a:pt x="0" y="713906"/>
                  </a:lnTo>
                </a:path>
                <a:path w="3385185" h="3636010">
                  <a:moveTo>
                    <a:pt x="0" y="747011"/>
                  </a:moveTo>
                  <a:lnTo>
                    <a:pt x="0" y="755315"/>
                  </a:lnTo>
                </a:path>
                <a:path w="3385185" h="3636010">
                  <a:moveTo>
                    <a:pt x="0" y="780226"/>
                  </a:moveTo>
                  <a:lnTo>
                    <a:pt x="0" y="797055"/>
                  </a:lnTo>
                </a:path>
                <a:path w="3385185" h="3636010">
                  <a:moveTo>
                    <a:pt x="0" y="821856"/>
                  </a:moveTo>
                  <a:lnTo>
                    <a:pt x="0" y="830160"/>
                  </a:lnTo>
                </a:path>
                <a:path w="3385185" h="3636010">
                  <a:moveTo>
                    <a:pt x="0" y="863264"/>
                  </a:moveTo>
                  <a:lnTo>
                    <a:pt x="0" y="871568"/>
                  </a:lnTo>
                </a:path>
                <a:path w="3385185" h="3636010">
                  <a:moveTo>
                    <a:pt x="0" y="896369"/>
                  </a:moveTo>
                  <a:lnTo>
                    <a:pt x="0" y="913198"/>
                  </a:lnTo>
                </a:path>
                <a:path w="3385185" h="3636010">
                  <a:moveTo>
                    <a:pt x="0" y="937999"/>
                  </a:moveTo>
                  <a:lnTo>
                    <a:pt x="0" y="946303"/>
                  </a:lnTo>
                </a:path>
                <a:path w="3385185" h="3636010">
                  <a:moveTo>
                    <a:pt x="0" y="979407"/>
                  </a:moveTo>
                  <a:lnTo>
                    <a:pt x="0" y="987711"/>
                  </a:lnTo>
                </a:path>
                <a:path w="3385185" h="3636010">
                  <a:moveTo>
                    <a:pt x="0" y="1021148"/>
                  </a:moveTo>
                  <a:lnTo>
                    <a:pt x="0" y="1029341"/>
                  </a:lnTo>
                </a:path>
                <a:path w="3385185" h="3636010">
                  <a:moveTo>
                    <a:pt x="0" y="1054252"/>
                  </a:moveTo>
                  <a:lnTo>
                    <a:pt x="0" y="1070749"/>
                  </a:lnTo>
                </a:path>
                <a:path w="3385185" h="3636010">
                  <a:moveTo>
                    <a:pt x="0" y="1095661"/>
                  </a:moveTo>
                  <a:lnTo>
                    <a:pt x="0" y="1103854"/>
                  </a:lnTo>
                </a:path>
                <a:path w="3385185" h="3636010">
                  <a:moveTo>
                    <a:pt x="0" y="1137290"/>
                  </a:moveTo>
                  <a:lnTo>
                    <a:pt x="0" y="1145594"/>
                  </a:lnTo>
                </a:path>
                <a:path w="3385185" h="3636010">
                  <a:moveTo>
                    <a:pt x="0" y="1170395"/>
                  </a:moveTo>
                  <a:lnTo>
                    <a:pt x="0" y="1187002"/>
                  </a:lnTo>
                </a:path>
                <a:path w="3385185" h="3636010">
                  <a:moveTo>
                    <a:pt x="0" y="1211803"/>
                  </a:moveTo>
                  <a:lnTo>
                    <a:pt x="0" y="1220107"/>
                  </a:lnTo>
                </a:path>
                <a:path w="3385185" h="3636010">
                  <a:moveTo>
                    <a:pt x="0" y="1253433"/>
                  </a:moveTo>
                  <a:lnTo>
                    <a:pt x="0" y="1261737"/>
                  </a:lnTo>
                </a:path>
                <a:path w="3385185" h="3636010">
                  <a:moveTo>
                    <a:pt x="0" y="1286648"/>
                  </a:moveTo>
                  <a:lnTo>
                    <a:pt x="0" y="1303145"/>
                  </a:lnTo>
                </a:path>
                <a:path w="3385185" h="3636010">
                  <a:moveTo>
                    <a:pt x="0" y="1328057"/>
                  </a:moveTo>
                  <a:lnTo>
                    <a:pt x="0" y="1336250"/>
                  </a:lnTo>
                </a:path>
                <a:path w="3385185" h="3636010">
                  <a:moveTo>
                    <a:pt x="0" y="1369686"/>
                  </a:moveTo>
                  <a:lnTo>
                    <a:pt x="0" y="1377990"/>
                  </a:lnTo>
                </a:path>
                <a:path w="3385185" h="3636010">
                  <a:moveTo>
                    <a:pt x="0" y="1402791"/>
                  </a:moveTo>
                  <a:lnTo>
                    <a:pt x="0" y="1419399"/>
                  </a:lnTo>
                </a:path>
                <a:path w="3385185" h="3636010">
                  <a:moveTo>
                    <a:pt x="0" y="1444199"/>
                  </a:moveTo>
                  <a:lnTo>
                    <a:pt x="0" y="1452725"/>
                  </a:lnTo>
                </a:path>
                <a:path w="3385185" h="3636010">
                  <a:moveTo>
                    <a:pt x="0" y="1485829"/>
                  </a:moveTo>
                  <a:lnTo>
                    <a:pt x="0" y="1494133"/>
                  </a:lnTo>
                </a:path>
                <a:path w="3385185" h="3636010">
                  <a:moveTo>
                    <a:pt x="0" y="1518934"/>
                  </a:moveTo>
                  <a:lnTo>
                    <a:pt x="0" y="1535541"/>
                  </a:lnTo>
                </a:path>
                <a:path w="3385185" h="3636010">
                  <a:moveTo>
                    <a:pt x="0" y="1560674"/>
                  </a:moveTo>
                  <a:lnTo>
                    <a:pt x="0" y="1568978"/>
                  </a:lnTo>
                </a:path>
                <a:path w="3385185" h="3636010">
                  <a:moveTo>
                    <a:pt x="0" y="1602083"/>
                  </a:moveTo>
                  <a:lnTo>
                    <a:pt x="0" y="1610386"/>
                  </a:lnTo>
                </a:path>
                <a:path w="3385185" h="3636010">
                  <a:moveTo>
                    <a:pt x="0" y="1635187"/>
                  </a:moveTo>
                  <a:lnTo>
                    <a:pt x="0" y="1651684"/>
                  </a:lnTo>
                </a:path>
                <a:path w="3385185" h="3636010">
                  <a:moveTo>
                    <a:pt x="0" y="1676817"/>
                  </a:moveTo>
                  <a:lnTo>
                    <a:pt x="0" y="1685121"/>
                  </a:lnTo>
                </a:path>
                <a:path w="3385185" h="3636010">
                  <a:moveTo>
                    <a:pt x="0" y="1718225"/>
                  </a:moveTo>
                  <a:lnTo>
                    <a:pt x="0" y="1726529"/>
                  </a:lnTo>
                </a:path>
                <a:path w="3385185" h="3636010">
                  <a:moveTo>
                    <a:pt x="0" y="1751330"/>
                  </a:moveTo>
                  <a:lnTo>
                    <a:pt x="0" y="1767938"/>
                  </a:lnTo>
                </a:path>
                <a:path w="3385185" h="3636010">
                  <a:moveTo>
                    <a:pt x="0" y="1793070"/>
                  </a:moveTo>
                  <a:lnTo>
                    <a:pt x="0" y="1801264"/>
                  </a:lnTo>
                </a:path>
                <a:path w="3385185" h="3636010">
                  <a:moveTo>
                    <a:pt x="0" y="1834479"/>
                  </a:moveTo>
                  <a:lnTo>
                    <a:pt x="0" y="1842672"/>
                  </a:lnTo>
                </a:path>
                <a:path w="3385185" h="3636010">
                  <a:moveTo>
                    <a:pt x="0" y="1867583"/>
                  </a:moveTo>
                  <a:lnTo>
                    <a:pt x="0" y="1884412"/>
                  </a:lnTo>
                </a:path>
                <a:path w="3385185" h="3636010">
                  <a:moveTo>
                    <a:pt x="0" y="1909213"/>
                  </a:moveTo>
                  <a:lnTo>
                    <a:pt x="0" y="1917517"/>
                  </a:lnTo>
                </a:path>
                <a:path w="3385185" h="3636010">
                  <a:moveTo>
                    <a:pt x="0" y="1950622"/>
                  </a:moveTo>
                  <a:lnTo>
                    <a:pt x="0" y="1958925"/>
                  </a:lnTo>
                </a:path>
                <a:path w="3385185" h="3636010">
                  <a:moveTo>
                    <a:pt x="0" y="1983726"/>
                  </a:moveTo>
                  <a:lnTo>
                    <a:pt x="0" y="2000555"/>
                  </a:lnTo>
                </a:path>
                <a:path w="3385185" h="3636010">
                  <a:moveTo>
                    <a:pt x="0" y="2025467"/>
                  </a:moveTo>
                  <a:lnTo>
                    <a:pt x="0" y="2033660"/>
                  </a:lnTo>
                </a:path>
                <a:path w="3385185" h="3636010">
                  <a:moveTo>
                    <a:pt x="0" y="2066764"/>
                  </a:moveTo>
                  <a:lnTo>
                    <a:pt x="0" y="2075068"/>
                  </a:lnTo>
                </a:path>
                <a:path w="3385185" h="3636010">
                  <a:moveTo>
                    <a:pt x="0" y="2100201"/>
                  </a:moveTo>
                  <a:lnTo>
                    <a:pt x="0" y="2116809"/>
                  </a:lnTo>
                </a:path>
                <a:path w="3385185" h="3636010">
                  <a:moveTo>
                    <a:pt x="0" y="2141609"/>
                  </a:moveTo>
                  <a:lnTo>
                    <a:pt x="0" y="2149913"/>
                  </a:lnTo>
                </a:path>
                <a:path w="3385185" h="3636010">
                  <a:moveTo>
                    <a:pt x="0" y="2183018"/>
                  </a:moveTo>
                  <a:lnTo>
                    <a:pt x="0" y="2191322"/>
                  </a:lnTo>
                </a:path>
                <a:path w="3385185" h="3636010">
                  <a:moveTo>
                    <a:pt x="0" y="2216344"/>
                  </a:moveTo>
                  <a:lnTo>
                    <a:pt x="0" y="2232951"/>
                  </a:lnTo>
                </a:path>
                <a:path w="3385185" h="3636010">
                  <a:moveTo>
                    <a:pt x="0" y="2257752"/>
                  </a:moveTo>
                  <a:lnTo>
                    <a:pt x="0" y="2266056"/>
                  </a:lnTo>
                </a:path>
                <a:path w="3385185" h="3636010">
                  <a:moveTo>
                    <a:pt x="0" y="2299160"/>
                  </a:moveTo>
                  <a:lnTo>
                    <a:pt x="0" y="2307464"/>
                  </a:lnTo>
                </a:path>
                <a:path w="3385185" h="3636010">
                  <a:moveTo>
                    <a:pt x="0" y="2332597"/>
                  </a:moveTo>
                  <a:lnTo>
                    <a:pt x="0" y="2349094"/>
                  </a:lnTo>
                </a:path>
                <a:path w="3385185" h="3636010">
                  <a:moveTo>
                    <a:pt x="0" y="2374005"/>
                  </a:moveTo>
                  <a:lnTo>
                    <a:pt x="0" y="2382309"/>
                  </a:lnTo>
                </a:path>
                <a:path w="3385185" h="3636010">
                  <a:moveTo>
                    <a:pt x="0" y="2415414"/>
                  </a:moveTo>
                  <a:lnTo>
                    <a:pt x="0" y="2423607"/>
                  </a:lnTo>
                </a:path>
                <a:path w="3385185" h="3636010">
                  <a:moveTo>
                    <a:pt x="0" y="2448740"/>
                  </a:moveTo>
                  <a:lnTo>
                    <a:pt x="0" y="2465347"/>
                  </a:lnTo>
                </a:path>
                <a:path w="3385185" h="3636010">
                  <a:moveTo>
                    <a:pt x="0" y="2490148"/>
                  </a:moveTo>
                  <a:lnTo>
                    <a:pt x="0" y="2498452"/>
                  </a:lnTo>
                </a:path>
                <a:path w="3385185" h="3636010">
                  <a:moveTo>
                    <a:pt x="0" y="2531557"/>
                  </a:moveTo>
                  <a:lnTo>
                    <a:pt x="0" y="2540082"/>
                  </a:lnTo>
                </a:path>
                <a:path w="3385185" h="3636010">
                  <a:moveTo>
                    <a:pt x="8297" y="2564993"/>
                  </a:moveTo>
                  <a:lnTo>
                    <a:pt x="8297" y="2581490"/>
                  </a:lnTo>
                </a:path>
                <a:path w="3385185" h="3636010">
                  <a:moveTo>
                    <a:pt x="8297" y="2606402"/>
                  </a:moveTo>
                  <a:lnTo>
                    <a:pt x="8297" y="2614595"/>
                  </a:lnTo>
                </a:path>
                <a:path w="3385185" h="3636010">
                  <a:moveTo>
                    <a:pt x="8297" y="2648031"/>
                  </a:moveTo>
                  <a:lnTo>
                    <a:pt x="8297" y="2656335"/>
                  </a:lnTo>
                </a:path>
                <a:path w="3385185" h="3636010">
                  <a:moveTo>
                    <a:pt x="8297" y="2681136"/>
                  </a:moveTo>
                  <a:lnTo>
                    <a:pt x="8297" y="2697744"/>
                  </a:lnTo>
                </a:path>
                <a:path w="3385185" h="3636010">
                  <a:moveTo>
                    <a:pt x="8297" y="2722544"/>
                  </a:moveTo>
                  <a:lnTo>
                    <a:pt x="8297" y="2730848"/>
                  </a:lnTo>
                </a:path>
                <a:path w="3385185" h="3636010">
                  <a:moveTo>
                    <a:pt x="8297" y="2764230"/>
                  </a:moveTo>
                  <a:lnTo>
                    <a:pt x="8297" y="2772511"/>
                  </a:lnTo>
                </a:path>
                <a:path w="3385185" h="3636010">
                  <a:moveTo>
                    <a:pt x="8297" y="2797345"/>
                  </a:moveTo>
                  <a:lnTo>
                    <a:pt x="8297" y="2813909"/>
                  </a:lnTo>
                </a:path>
                <a:path w="3385185" h="3636010">
                  <a:moveTo>
                    <a:pt x="8297" y="2838742"/>
                  </a:moveTo>
                  <a:lnTo>
                    <a:pt x="8297" y="2847024"/>
                  </a:lnTo>
                </a:path>
                <a:path w="3385185" h="3636010">
                  <a:moveTo>
                    <a:pt x="8297" y="2880417"/>
                  </a:moveTo>
                  <a:lnTo>
                    <a:pt x="8297" y="2888698"/>
                  </a:lnTo>
                </a:path>
                <a:path w="3385185" h="3636010">
                  <a:moveTo>
                    <a:pt x="8297" y="2913532"/>
                  </a:moveTo>
                  <a:lnTo>
                    <a:pt x="8297" y="2930096"/>
                  </a:lnTo>
                </a:path>
                <a:path w="3385185" h="3636010">
                  <a:moveTo>
                    <a:pt x="8297" y="2954929"/>
                  </a:moveTo>
                  <a:lnTo>
                    <a:pt x="8297" y="2963211"/>
                  </a:lnTo>
                </a:path>
                <a:path w="3385185" h="3636010">
                  <a:moveTo>
                    <a:pt x="8297" y="2996604"/>
                  </a:moveTo>
                  <a:lnTo>
                    <a:pt x="8297" y="3004885"/>
                  </a:lnTo>
                </a:path>
                <a:path w="3385185" h="3636010">
                  <a:moveTo>
                    <a:pt x="8297" y="3029719"/>
                  </a:moveTo>
                  <a:lnTo>
                    <a:pt x="8297" y="3046283"/>
                  </a:lnTo>
                </a:path>
                <a:path w="3385185" h="3636010">
                  <a:moveTo>
                    <a:pt x="8297" y="3071116"/>
                  </a:moveTo>
                  <a:lnTo>
                    <a:pt x="8297" y="3087957"/>
                  </a:lnTo>
                </a:path>
                <a:path w="3385185" h="3636010">
                  <a:moveTo>
                    <a:pt x="8297" y="3112791"/>
                  </a:moveTo>
                  <a:lnTo>
                    <a:pt x="8297" y="3121072"/>
                  </a:lnTo>
                </a:path>
                <a:path w="3385185" h="3636010">
                  <a:moveTo>
                    <a:pt x="8297" y="3154188"/>
                  </a:moveTo>
                  <a:lnTo>
                    <a:pt x="8297" y="3162470"/>
                  </a:lnTo>
                </a:path>
                <a:path w="3385185" h="3636010">
                  <a:moveTo>
                    <a:pt x="8297" y="3187591"/>
                  </a:moveTo>
                  <a:lnTo>
                    <a:pt x="8297" y="3204144"/>
                  </a:lnTo>
                </a:path>
                <a:path w="3385185" h="3636010">
                  <a:moveTo>
                    <a:pt x="8297" y="3228989"/>
                  </a:moveTo>
                  <a:lnTo>
                    <a:pt x="8297" y="3237259"/>
                  </a:lnTo>
                </a:path>
                <a:path w="3385185" h="3636010">
                  <a:moveTo>
                    <a:pt x="8297" y="3270386"/>
                  </a:moveTo>
                  <a:lnTo>
                    <a:pt x="8297" y="3278657"/>
                  </a:lnTo>
                </a:path>
                <a:path w="3385185" h="3636010">
                  <a:moveTo>
                    <a:pt x="8297" y="3303778"/>
                  </a:moveTo>
                  <a:lnTo>
                    <a:pt x="8297" y="3320331"/>
                  </a:lnTo>
                </a:path>
                <a:path w="3385185" h="3636010">
                  <a:moveTo>
                    <a:pt x="8297" y="3345176"/>
                  </a:moveTo>
                  <a:lnTo>
                    <a:pt x="8297" y="3353457"/>
                  </a:lnTo>
                </a:path>
                <a:path w="3385185" h="3636010">
                  <a:moveTo>
                    <a:pt x="8297" y="3386573"/>
                  </a:moveTo>
                  <a:lnTo>
                    <a:pt x="8297" y="3394855"/>
                  </a:lnTo>
                </a:path>
                <a:path w="3385185" h="3636010">
                  <a:moveTo>
                    <a:pt x="8297" y="3419965"/>
                  </a:moveTo>
                  <a:lnTo>
                    <a:pt x="8297" y="3436529"/>
                  </a:lnTo>
                </a:path>
                <a:path w="3385185" h="3636010">
                  <a:moveTo>
                    <a:pt x="8297" y="3461363"/>
                  </a:moveTo>
                  <a:lnTo>
                    <a:pt x="8297" y="3469644"/>
                  </a:lnTo>
                </a:path>
                <a:path w="3385185" h="3636010">
                  <a:moveTo>
                    <a:pt x="8297" y="3502760"/>
                  </a:moveTo>
                  <a:lnTo>
                    <a:pt x="8297" y="3511318"/>
                  </a:lnTo>
                </a:path>
                <a:path w="3385185" h="3636010">
                  <a:moveTo>
                    <a:pt x="8297" y="3536152"/>
                  </a:moveTo>
                  <a:lnTo>
                    <a:pt x="8297" y="3552716"/>
                  </a:lnTo>
                </a:path>
                <a:path w="3385185" h="3636010">
                  <a:moveTo>
                    <a:pt x="8297" y="3577550"/>
                  </a:moveTo>
                  <a:lnTo>
                    <a:pt x="8297" y="3585831"/>
                  </a:lnTo>
                </a:path>
                <a:path w="3385185" h="3636010">
                  <a:moveTo>
                    <a:pt x="8297" y="3618947"/>
                  </a:moveTo>
                  <a:lnTo>
                    <a:pt x="8297" y="3627505"/>
                  </a:lnTo>
                </a:path>
                <a:path w="3385185" h="3636010">
                  <a:moveTo>
                    <a:pt x="431578" y="8193"/>
                  </a:moveTo>
                  <a:lnTo>
                    <a:pt x="431578" y="16496"/>
                  </a:lnTo>
                </a:path>
                <a:path w="3385185" h="3636010">
                  <a:moveTo>
                    <a:pt x="431578" y="41629"/>
                  </a:moveTo>
                  <a:lnTo>
                    <a:pt x="431578" y="58237"/>
                  </a:lnTo>
                </a:path>
                <a:path w="3385185" h="3636010">
                  <a:moveTo>
                    <a:pt x="431578" y="83038"/>
                  </a:moveTo>
                  <a:lnTo>
                    <a:pt x="431578" y="91341"/>
                  </a:lnTo>
                </a:path>
                <a:path w="3385185" h="3636010">
                  <a:moveTo>
                    <a:pt x="431578" y="124446"/>
                  </a:moveTo>
                  <a:lnTo>
                    <a:pt x="431578" y="132750"/>
                  </a:lnTo>
                </a:path>
                <a:path w="3385185" h="3636010">
                  <a:moveTo>
                    <a:pt x="431578" y="157883"/>
                  </a:moveTo>
                  <a:lnTo>
                    <a:pt x="431578" y="174380"/>
                  </a:lnTo>
                </a:path>
                <a:path w="3385185" h="3636010">
                  <a:moveTo>
                    <a:pt x="431578" y="199180"/>
                  </a:moveTo>
                  <a:lnTo>
                    <a:pt x="431578" y="207484"/>
                  </a:lnTo>
                </a:path>
                <a:path w="3385185" h="3636010">
                  <a:moveTo>
                    <a:pt x="431578" y="240589"/>
                  </a:moveTo>
                  <a:lnTo>
                    <a:pt x="431578" y="248893"/>
                  </a:lnTo>
                </a:path>
                <a:path w="3385185" h="3636010">
                  <a:moveTo>
                    <a:pt x="431578" y="274025"/>
                  </a:moveTo>
                  <a:lnTo>
                    <a:pt x="431578" y="290633"/>
                  </a:lnTo>
                </a:path>
                <a:path w="3385185" h="3636010">
                  <a:moveTo>
                    <a:pt x="431578" y="315434"/>
                  </a:moveTo>
                  <a:lnTo>
                    <a:pt x="431578" y="323738"/>
                  </a:lnTo>
                </a:path>
                <a:path w="3385185" h="3636010">
                  <a:moveTo>
                    <a:pt x="431578" y="356842"/>
                  </a:moveTo>
                  <a:lnTo>
                    <a:pt x="431578" y="365367"/>
                  </a:lnTo>
                </a:path>
                <a:path w="3385185" h="3636010">
                  <a:moveTo>
                    <a:pt x="431578" y="390168"/>
                  </a:moveTo>
                  <a:lnTo>
                    <a:pt x="431578" y="406776"/>
                  </a:lnTo>
                </a:path>
                <a:path w="3385185" h="3636010">
                  <a:moveTo>
                    <a:pt x="431578" y="431577"/>
                  </a:moveTo>
                  <a:lnTo>
                    <a:pt x="431578" y="439880"/>
                  </a:lnTo>
                </a:path>
                <a:path w="3385185" h="3636010">
                  <a:moveTo>
                    <a:pt x="431578" y="473317"/>
                  </a:moveTo>
                  <a:lnTo>
                    <a:pt x="431578" y="481510"/>
                  </a:lnTo>
                </a:path>
                <a:path w="3385185" h="3636010">
                  <a:moveTo>
                    <a:pt x="431578" y="506422"/>
                  </a:moveTo>
                  <a:lnTo>
                    <a:pt x="431578" y="522919"/>
                  </a:lnTo>
                </a:path>
                <a:path w="3385185" h="3636010">
                  <a:moveTo>
                    <a:pt x="431578" y="547830"/>
                  </a:moveTo>
                  <a:lnTo>
                    <a:pt x="431578" y="556023"/>
                  </a:lnTo>
                </a:path>
                <a:path w="3385185" h="3636010">
                  <a:moveTo>
                    <a:pt x="431578" y="589460"/>
                  </a:moveTo>
                  <a:lnTo>
                    <a:pt x="431578" y="597764"/>
                  </a:lnTo>
                </a:path>
                <a:path w="3385185" h="3636010">
                  <a:moveTo>
                    <a:pt x="431578" y="622564"/>
                  </a:moveTo>
                  <a:lnTo>
                    <a:pt x="431578" y="639172"/>
                  </a:lnTo>
                </a:path>
                <a:path w="3385185" h="3636010">
                  <a:moveTo>
                    <a:pt x="431578" y="663973"/>
                  </a:moveTo>
                  <a:lnTo>
                    <a:pt x="431578" y="672277"/>
                  </a:lnTo>
                </a:path>
                <a:path w="3385185" h="3636010">
                  <a:moveTo>
                    <a:pt x="431578" y="705713"/>
                  </a:moveTo>
                  <a:lnTo>
                    <a:pt x="431578" y="713906"/>
                  </a:lnTo>
                </a:path>
                <a:path w="3385185" h="3636010">
                  <a:moveTo>
                    <a:pt x="431578" y="738818"/>
                  </a:moveTo>
                  <a:lnTo>
                    <a:pt x="439876" y="755315"/>
                  </a:lnTo>
                </a:path>
                <a:path w="3385185" h="3636010">
                  <a:moveTo>
                    <a:pt x="439876" y="780226"/>
                  </a:moveTo>
                  <a:lnTo>
                    <a:pt x="439876" y="788419"/>
                  </a:lnTo>
                </a:path>
                <a:path w="3385185" h="3636010">
                  <a:moveTo>
                    <a:pt x="439876" y="821856"/>
                  </a:moveTo>
                  <a:lnTo>
                    <a:pt x="439876" y="830160"/>
                  </a:lnTo>
                </a:path>
                <a:path w="3385185" h="3636010">
                  <a:moveTo>
                    <a:pt x="439876" y="854961"/>
                  </a:moveTo>
                  <a:lnTo>
                    <a:pt x="439876" y="871568"/>
                  </a:lnTo>
                </a:path>
                <a:path w="3385185" h="3636010">
                  <a:moveTo>
                    <a:pt x="439876" y="896369"/>
                  </a:moveTo>
                  <a:lnTo>
                    <a:pt x="439876" y="904894"/>
                  </a:lnTo>
                </a:path>
                <a:path w="3385185" h="3636010">
                  <a:moveTo>
                    <a:pt x="439876" y="937999"/>
                  </a:moveTo>
                  <a:lnTo>
                    <a:pt x="439876" y="946303"/>
                  </a:lnTo>
                </a:path>
                <a:path w="3385185" h="3636010">
                  <a:moveTo>
                    <a:pt x="439876" y="971103"/>
                  </a:moveTo>
                  <a:lnTo>
                    <a:pt x="439876" y="987711"/>
                  </a:lnTo>
                </a:path>
                <a:path w="3385185" h="3636010">
                  <a:moveTo>
                    <a:pt x="439876" y="1012512"/>
                  </a:moveTo>
                  <a:lnTo>
                    <a:pt x="439876" y="1021148"/>
                  </a:lnTo>
                </a:path>
                <a:path w="3385185" h="3636010">
                  <a:moveTo>
                    <a:pt x="439876" y="1054252"/>
                  </a:moveTo>
                  <a:lnTo>
                    <a:pt x="439876" y="1062556"/>
                  </a:lnTo>
                </a:path>
                <a:path w="3385185" h="3636010">
                  <a:moveTo>
                    <a:pt x="439876" y="1087357"/>
                  </a:moveTo>
                  <a:lnTo>
                    <a:pt x="439876" y="1103854"/>
                  </a:lnTo>
                </a:path>
                <a:path w="3385185" h="3636010">
                  <a:moveTo>
                    <a:pt x="439876" y="1128986"/>
                  </a:moveTo>
                  <a:lnTo>
                    <a:pt x="439876" y="1137290"/>
                  </a:lnTo>
                </a:path>
                <a:path w="3385185" h="3636010">
                  <a:moveTo>
                    <a:pt x="439876" y="1170395"/>
                  </a:moveTo>
                  <a:lnTo>
                    <a:pt x="439876" y="1178699"/>
                  </a:lnTo>
                </a:path>
                <a:path w="3385185" h="3636010">
                  <a:moveTo>
                    <a:pt x="439876" y="1203499"/>
                  </a:moveTo>
                  <a:lnTo>
                    <a:pt x="439876" y="1220107"/>
                  </a:lnTo>
                </a:path>
                <a:path w="3385185" h="3636010">
                  <a:moveTo>
                    <a:pt x="439876" y="1245240"/>
                  </a:moveTo>
                  <a:lnTo>
                    <a:pt x="439876" y="1253433"/>
                  </a:lnTo>
                </a:path>
                <a:path w="3385185" h="3636010">
                  <a:moveTo>
                    <a:pt x="439876" y="1286648"/>
                  </a:moveTo>
                  <a:lnTo>
                    <a:pt x="439876" y="1294841"/>
                  </a:lnTo>
                </a:path>
                <a:path w="3385185" h="3636010">
                  <a:moveTo>
                    <a:pt x="439876" y="1319753"/>
                  </a:moveTo>
                  <a:lnTo>
                    <a:pt x="439876" y="1336250"/>
                  </a:lnTo>
                </a:path>
                <a:path w="3385185" h="3636010">
                  <a:moveTo>
                    <a:pt x="439876" y="1361383"/>
                  </a:moveTo>
                  <a:lnTo>
                    <a:pt x="439876" y="1369686"/>
                  </a:lnTo>
                </a:path>
                <a:path w="3385185" h="3636010">
                  <a:moveTo>
                    <a:pt x="439876" y="1402791"/>
                  </a:moveTo>
                  <a:lnTo>
                    <a:pt x="439876" y="1411095"/>
                  </a:lnTo>
                </a:path>
                <a:path w="3385185" h="3636010">
                  <a:moveTo>
                    <a:pt x="439876" y="1435896"/>
                  </a:moveTo>
                  <a:lnTo>
                    <a:pt x="439876" y="1452725"/>
                  </a:lnTo>
                </a:path>
                <a:path w="3385185" h="3636010">
                  <a:moveTo>
                    <a:pt x="439876" y="1477636"/>
                  </a:moveTo>
                  <a:lnTo>
                    <a:pt x="439876" y="1485829"/>
                  </a:lnTo>
                </a:path>
                <a:path w="3385185" h="3636010">
                  <a:moveTo>
                    <a:pt x="439876" y="1518934"/>
                  </a:moveTo>
                  <a:lnTo>
                    <a:pt x="439876" y="1527238"/>
                  </a:lnTo>
                </a:path>
                <a:path w="3385185" h="3636010">
                  <a:moveTo>
                    <a:pt x="439876" y="1552149"/>
                  </a:moveTo>
                  <a:lnTo>
                    <a:pt x="439876" y="1568978"/>
                  </a:lnTo>
                </a:path>
                <a:path w="3385185" h="3636010">
                  <a:moveTo>
                    <a:pt x="439876" y="1593779"/>
                  </a:moveTo>
                  <a:lnTo>
                    <a:pt x="439876" y="1602083"/>
                  </a:lnTo>
                </a:path>
                <a:path w="3385185" h="3636010">
                  <a:moveTo>
                    <a:pt x="439876" y="1635187"/>
                  </a:moveTo>
                  <a:lnTo>
                    <a:pt x="439876" y="1643491"/>
                  </a:lnTo>
                </a:path>
                <a:path w="3385185" h="3636010">
                  <a:moveTo>
                    <a:pt x="439876" y="1668624"/>
                  </a:moveTo>
                  <a:lnTo>
                    <a:pt x="439876" y="1685121"/>
                  </a:lnTo>
                </a:path>
                <a:path w="3385185" h="3636010">
                  <a:moveTo>
                    <a:pt x="439876" y="1709922"/>
                  </a:moveTo>
                  <a:lnTo>
                    <a:pt x="439876" y="1718225"/>
                  </a:lnTo>
                </a:path>
                <a:path w="3385185" h="3636010">
                  <a:moveTo>
                    <a:pt x="439876" y="1751330"/>
                  </a:moveTo>
                  <a:lnTo>
                    <a:pt x="439876" y="1759634"/>
                  </a:lnTo>
                </a:path>
                <a:path w="3385185" h="3636010">
                  <a:moveTo>
                    <a:pt x="439876" y="1784767"/>
                  </a:moveTo>
                  <a:lnTo>
                    <a:pt x="439876" y="1801264"/>
                  </a:lnTo>
                </a:path>
                <a:path w="3385185" h="3636010">
                  <a:moveTo>
                    <a:pt x="439876" y="1826175"/>
                  </a:moveTo>
                  <a:lnTo>
                    <a:pt x="439876" y="1834479"/>
                  </a:lnTo>
                </a:path>
                <a:path w="3385185" h="3636010">
                  <a:moveTo>
                    <a:pt x="439876" y="1867583"/>
                  </a:moveTo>
                  <a:lnTo>
                    <a:pt x="439876" y="1875887"/>
                  </a:lnTo>
                </a:path>
                <a:path w="3385185" h="3636010">
                  <a:moveTo>
                    <a:pt x="439876" y="1909213"/>
                  </a:moveTo>
                  <a:lnTo>
                    <a:pt x="439876" y="1917517"/>
                  </a:lnTo>
                </a:path>
                <a:path w="3385185" h="3636010">
                  <a:moveTo>
                    <a:pt x="439876" y="1942318"/>
                  </a:moveTo>
                  <a:lnTo>
                    <a:pt x="439876" y="1958925"/>
                  </a:lnTo>
                </a:path>
                <a:path w="3385185" h="3636010">
                  <a:moveTo>
                    <a:pt x="439876" y="1983726"/>
                  </a:moveTo>
                  <a:lnTo>
                    <a:pt x="439876" y="1992251"/>
                  </a:lnTo>
                </a:path>
                <a:path w="3385185" h="3636010">
                  <a:moveTo>
                    <a:pt x="439876" y="2025467"/>
                  </a:moveTo>
                  <a:lnTo>
                    <a:pt x="439876" y="2033660"/>
                  </a:lnTo>
                </a:path>
                <a:path w="3385185" h="3636010">
                  <a:moveTo>
                    <a:pt x="439876" y="2058571"/>
                  </a:moveTo>
                  <a:lnTo>
                    <a:pt x="439876" y="2075068"/>
                  </a:lnTo>
                </a:path>
                <a:path w="3385185" h="3636010">
                  <a:moveTo>
                    <a:pt x="439876" y="2100201"/>
                  </a:moveTo>
                  <a:lnTo>
                    <a:pt x="439876" y="2108505"/>
                  </a:lnTo>
                </a:path>
                <a:path w="3385185" h="3636010">
                  <a:moveTo>
                    <a:pt x="439876" y="2141609"/>
                  </a:moveTo>
                  <a:lnTo>
                    <a:pt x="439876" y="2149913"/>
                  </a:lnTo>
                </a:path>
                <a:path w="3385185" h="3636010">
                  <a:moveTo>
                    <a:pt x="439876" y="2174714"/>
                  </a:moveTo>
                  <a:lnTo>
                    <a:pt x="439876" y="2191322"/>
                  </a:lnTo>
                </a:path>
                <a:path w="3385185" h="3636010">
                  <a:moveTo>
                    <a:pt x="439876" y="2216344"/>
                  </a:moveTo>
                  <a:lnTo>
                    <a:pt x="439876" y="2224648"/>
                  </a:lnTo>
                </a:path>
                <a:path w="3385185" h="3636010">
                  <a:moveTo>
                    <a:pt x="439876" y="2257752"/>
                  </a:moveTo>
                  <a:lnTo>
                    <a:pt x="439876" y="2266056"/>
                  </a:lnTo>
                </a:path>
                <a:path w="3385185" h="3636010">
                  <a:moveTo>
                    <a:pt x="439876" y="2290967"/>
                  </a:moveTo>
                  <a:lnTo>
                    <a:pt x="439876" y="2307464"/>
                  </a:lnTo>
                </a:path>
                <a:path w="3385185" h="3636010">
                  <a:moveTo>
                    <a:pt x="439876" y="2332597"/>
                  </a:moveTo>
                  <a:lnTo>
                    <a:pt x="439876" y="2340901"/>
                  </a:lnTo>
                </a:path>
                <a:path w="3385185" h="3636010">
                  <a:moveTo>
                    <a:pt x="439876" y="2374005"/>
                  </a:moveTo>
                  <a:lnTo>
                    <a:pt x="439876" y="2382309"/>
                  </a:lnTo>
                </a:path>
                <a:path w="3385185" h="3636010">
                  <a:moveTo>
                    <a:pt x="439876" y="2407110"/>
                  </a:moveTo>
                  <a:lnTo>
                    <a:pt x="439876" y="2423607"/>
                  </a:lnTo>
                </a:path>
                <a:path w="3385185" h="3636010">
                  <a:moveTo>
                    <a:pt x="439876" y="2448740"/>
                  </a:moveTo>
                  <a:lnTo>
                    <a:pt x="439876" y="2457044"/>
                  </a:lnTo>
                </a:path>
                <a:path w="3385185" h="3636010">
                  <a:moveTo>
                    <a:pt x="439876" y="2490148"/>
                  </a:moveTo>
                  <a:lnTo>
                    <a:pt x="439876" y="2498452"/>
                  </a:lnTo>
                </a:path>
                <a:path w="3385185" h="3636010">
                  <a:moveTo>
                    <a:pt x="439876" y="2523253"/>
                  </a:moveTo>
                  <a:lnTo>
                    <a:pt x="439876" y="2540082"/>
                  </a:lnTo>
                </a:path>
                <a:path w="3385185" h="3636010">
                  <a:moveTo>
                    <a:pt x="439876" y="2564993"/>
                  </a:moveTo>
                  <a:lnTo>
                    <a:pt x="439876" y="2573297"/>
                  </a:lnTo>
                </a:path>
                <a:path w="3385185" h="3636010">
                  <a:moveTo>
                    <a:pt x="439876" y="2606402"/>
                  </a:moveTo>
                  <a:lnTo>
                    <a:pt x="439876" y="2614595"/>
                  </a:lnTo>
                </a:path>
                <a:path w="3385185" h="3636010">
                  <a:moveTo>
                    <a:pt x="439876" y="2639506"/>
                  </a:moveTo>
                  <a:lnTo>
                    <a:pt x="439876" y="2656335"/>
                  </a:lnTo>
                </a:path>
                <a:path w="3385185" h="3636010">
                  <a:moveTo>
                    <a:pt x="439876" y="2681136"/>
                  </a:moveTo>
                  <a:lnTo>
                    <a:pt x="439876" y="2689440"/>
                  </a:lnTo>
                </a:path>
                <a:path w="3385185" h="3636010">
                  <a:moveTo>
                    <a:pt x="439876" y="2722544"/>
                  </a:moveTo>
                  <a:lnTo>
                    <a:pt x="439876" y="2730848"/>
                  </a:lnTo>
                </a:path>
                <a:path w="3385185" h="3636010">
                  <a:moveTo>
                    <a:pt x="439876" y="2755948"/>
                  </a:moveTo>
                  <a:lnTo>
                    <a:pt x="439876" y="2772511"/>
                  </a:lnTo>
                </a:path>
                <a:path w="3385185" h="3636010">
                  <a:moveTo>
                    <a:pt x="439876" y="2797345"/>
                  </a:moveTo>
                  <a:lnTo>
                    <a:pt x="439876" y="2805627"/>
                  </a:lnTo>
                </a:path>
                <a:path w="3385185" h="3636010">
                  <a:moveTo>
                    <a:pt x="439876" y="2838742"/>
                  </a:moveTo>
                  <a:lnTo>
                    <a:pt x="439876" y="2847024"/>
                  </a:lnTo>
                </a:path>
                <a:path w="3385185" h="3636010">
                  <a:moveTo>
                    <a:pt x="439876" y="2872135"/>
                  </a:moveTo>
                  <a:lnTo>
                    <a:pt x="439876" y="2888698"/>
                  </a:lnTo>
                </a:path>
                <a:path w="3385185" h="3636010">
                  <a:moveTo>
                    <a:pt x="439876" y="2913532"/>
                  </a:moveTo>
                  <a:lnTo>
                    <a:pt x="439876" y="2921814"/>
                  </a:lnTo>
                </a:path>
                <a:path w="3385185" h="3636010">
                  <a:moveTo>
                    <a:pt x="439876" y="2954929"/>
                  </a:moveTo>
                  <a:lnTo>
                    <a:pt x="439876" y="2963211"/>
                  </a:lnTo>
                </a:path>
                <a:path w="3385185" h="3636010">
                  <a:moveTo>
                    <a:pt x="439876" y="2988322"/>
                  </a:moveTo>
                  <a:lnTo>
                    <a:pt x="439876" y="3004885"/>
                  </a:lnTo>
                </a:path>
                <a:path w="3385185" h="3636010">
                  <a:moveTo>
                    <a:pt x="439876" y="3029719"/>
                  </a:moveTo>
                  <a:lnTo>
                    <a:pt x="439876" y="3038001"/>
                  </a:lnTo>
                </a:path>
                <a:path w="3385185" h="3636010">
                  <a:moveTo>
                    <a:pt x="439876" y="3071116"/>
                  </a:moveTo>
                  <a:lnTo>
                    <a:pt x="439876" y="3079675"/>
                  </a:lnTo>
                </a:path>
                <a:path w="3385185" h="3636010">
                  <a:moveTo>
                    <a:pt x="439876" y="3104520"/>
                  </a:moveTo>
                  <a:lnTo>
                    <a:pt x="439876" y="3121072"/>
                  </a:lnTo>
                </a:path>
                <a:path w="3385185" h="3636010">
                  <a:moveTo>
                    <a:pt x="439876" y="3145917"/>
                  </a:moveTo>
                  <a:lnTo>
                    <a:pt x="439876" y="3154188"/>
                  </a:lnTo>
                </a:path>
                <a:path w="3385185" h="3636010">
                  <a:moveTo>
                    <a:pt x="439876" y="3187591"/>
                  </a:moveTo>
                  <a:lnTo>
                    <a:pt x="439876" y="3195862"/>
                  </a:lnTo>
                </a:path>
                <a:path w="3385185" h="3636010">
                  <a:moveTo>
                    <a:pt x="439876" y="3220707"/>
                  </a:moveTo>
                  <a:lnTo>
                    <a:pt x="439876" y="3237259"/>
                  </a:lnTo>
                </a:path>
                <a:path w="3385185" h="3636010">
                  <a:moveTo>
                    <a:pt x="439876" y="3262104"/>
                  </a:moveTo>
                  <a:lnTo>
                    <a:pt x="439876" y="3270386"/>
                  </a:lnTo>
                </a:path>
                <a:path w="3385185" h="3636010">
                  <a:moveTo>
                    <a:pt x="439876" y="3303778"/>
                  </a:moveTo>
                  <a:lnTo>
                    <a:pt x="439876" y="3312060"/>
                  </a:lnTo>
                </a:path>
                <a:path w="3385185" h="3636010">
                  <a:moveTo>
                    <a:pt x="439876" y="3336894"/>
                  </a:moveTo>
                  <a:lnTo>
                    <a:pt x="439876" y="3353457"/>
                  </a:lnTo>
                </a:path>
                <a:path w="3385185" h="3636010">
                  <a:moveTo>
                    <a:pt x="439876" y="3378291"/>
                  </a:moveTo>
                  <a:lnTo>
                    <a:pt x="439876" y="3386573"/>
                  </a:lnTo>
                </a:path>
                <a:path w="3385185" h="3636010">
                  <a:moveTo>
                    <a:pt x="439876" y="3419965"/>
                  </a:moveTo>
                  <a:lnTo>
                    <a:pt x="439876" y="3428247"/>
                  </a:lnTo>
                </a:path>
                <a:path w="3385185" h="3636010">
                  <a:moveTo>
                    <a:pt x="439876" y="3453081"/>
                  </a:moveTo>
                  <a:lnTo>
                    <a:pt x="439876" y="3469644"/>
                  </a:lnTo>
                </a:path>
                <a:path w="3385185" h="3636010">
                  <a:moveTo>
                    <a:pt x="439876" y="3494478"/>
                  </a:moveTo>
                  <a:lnTo>
                    <a:pt x="439876" y="3502760"/>
                  </a:lnTo>
                </a:path>
                <a:path w="3385185" h="3636010">
                  <a:moveTo>
                    <a:pt x="439876" y="3536152"/>
                  </a:moveTo>
                  <a:lnTo>
                    <a:pt x="439876" y="3544434"/>
                  </a:lnTo>
                </a:path>
                <a:path w="3385185" h="3636010">
                  <a:moveTo>
                    <a:pt x="439876" y="3569268"/>
                  </a:moveTo>
                  <a:lnTo>
                    <a:pt x="439876" y="3585831"/>
                  </a:lnTo>
                </a:path>
                <a:path w="3385185" h="3636010">
                  <a:moveTo>
                    <a:pt x="439876" y="3610676"/>
                  </a:moveTo>
                  <a:lnTo>
                    <a:pt x="439876" y="3618947"/>
                  </a:lnTo>
                </a:path>
                <a:path w="3385185" h="3636010">
                  <a:moveTo>
                    <a:pt x="837933" y="0"/>
                  </a:moveTo>
                  <a:lnTo>
                    <a:pt x="837933" y="8193"/>
                  </a:lnTo>
                </a:path>
                <a:path w="3385185" h="3636010">
                  <a:moveTo>
                    <a:pt x="837933" y="41629"/>
                  </a:moveTo>
                  <a:lnTo>
                    <a:pt x="837933" y="49933"/>
                  </a:lnTo>
                </a:path>
                <a:path w="3385185" h="3636010">
                  <a:moveTo>
                    <a:pt x="837933" y="74734"/>
                  </a:moveTo>
                  <a:lnTo>
                    <a:pt x="837933" y="91341"/>
                  </a:lnTo>
                </a:path>
                <a:path w="3385185" h="3636010">
                  <a:moveTo>
                    <a:pt x="837933" y="116142"/>
                  </a:moveTo>
                  <a:lnTo>
                    <a:pt x="837933" y="124446"/>
                  </a:lnTo>
                </a:path>
                <a:path w="3385185" h="3636010">
                  <a:moveTo>
                    <a:pt x="837933" y="157883"/>
                  </a:moveTo>
                  <a:lnTo>
                    <a:pt x="837933" y="166076"/>
                  </a:lnTo>
                </a:path>
                <a:path w="3385185" h="3636010">
                  <a:moveTo>
                    <a:pt x="837933" y="190987"/>
                  </a:moveTo>
                  <a:lnTo>
                    <a:pt x="837933" y="207484"/>
                  </a:lnTo>
                </a:path>
                <a:path w="3385185" h="3636010">
                  <a:moveTo>
                    <a:pt x="837933" y="232396"/>
                  </a:moveTo>
                  <a:lnTo>
                    <a:pt x="837933" y="240589"/>
                  </a:lnTo>
                </a:path>
                <a:path w="3385185" h="3636010">
                  <a:moveTo>
                    <a:pt x="837933" y="274025"/>
                  </a:moveTo>
                  <a:lnTo>
                    <a:pt x="837933" y="282329"/>
                  </a:lnTo>
                </a:path>
                <a:path w="3385185" h="3636010">
                  <a:moveTo>
                    <a:pt x="837933" y="307130"/>
                  </a:moveTo>
                  <a:lnTo>
                    <a:pt x="837933" y="323738"/>
                  </a:lnTo>
                </a:path>
                <a:path w="3385185" h="3636010">
                  <a:moveTo>
                    <a:pt x="837933" y="348538"/>
                  </a:moveTo>
                  <a:lnTo>
                    <a:pt x="837933" y="356842"/>
                  </a:lnTo>
                </a:path>
                <a:path w="3385185" h="3636010">
                  <a:moveTo>
                    <a:pt x="837933" y="390168"/>
                  </a:moveTo>
                  <a:lnTo>
                    <a:pt x="837933" y="398472"/>
                  </a:lnTo>
                </a:path>
                <a:path w="3385185" h="3636010">
                  <a:moveTo>
                    <a:pt x="837933" y="423273"/>
                  </a:moveTo>
                  <a:lnTo>
                    <a:pt x="837933" y="439880"/>
                  </a:lnTo>
                </a:path>
                <a:path w="3385185" h="3636010">
                  <a:moveTo>
                    <a:pt x="837933" y="464681"/>
                  </a:moveTo>
                  <a:lnTo>
                    <a:pt x="837933" y="473317"/>
                  </a:lnTo>
                </a:path>
                <a:path w="3385185" h="3636010">
                  <a:moveTo>
                    <a:pt x="837933" y="506422"/>
                  </a:moveTo>
                  <a:lnTo>
                    <a:pt x="837933" y="514725"/>
                  </a:lnTo>
                </a:path>
                <a:path w="3385185" h="3636010">
                  <a:moveTo>
                    <a:pt x="837933" y="539526"/>
                  </a:moveTo>
                  <a:lnTo>
                    <a:pt x="837933" y="556023"/>
                  </a:lnTo>
                </a:path>
                <a:path w="3385185" h="3636010">
                  <a:moveTo>
                    <a:pt x="837933" y="581156"/>
                  </a:moveTo>
                  <a:lnTo>
                    <a:pt x="837933" y="589460"/>
                  </a:lnTo>
                </a:path>
                <a:path w="3385185" h="3636010">
                  <a:moveTo>
                    <a:pt x="837933" y="622564"/>
                  </a:moveTo>
                  <a:lnTo>
                    <a:pt x="837933" y="630868"/>
                  </a:lnTo>
                </a:path>
                <a:path w="3385185" h="3636010">
                  <a:moveTo>
                    <a:pt x="837933" y="663973"/>
                  </a:moveTo>
                  <a:lnTo>
                    <a:pt x="837933" y="672277"/>
                  </a:lnTo>
                </a:path>
                <a:path w="3385185" h="3636010">
                  <a:moveTo>
                    <a:pt x="837933" y="697409"/>
                  </a:moveTo>
                  <a:lnTo>
                    <a:pt x="837933" y="713906"/>
                  </a:lnTo>
                </a:path>
                <a:path w="3385185" h="3636010">
                  <a:moveTo>
                    <a:pt x="837933" y="738818"/>
                  </a:moveTo>
                  <a:lnTo>
                    <a:pt x="837933" y="747011"/>
                  </a:lnTo>
                </a:path>
                <a:path w="3385185" h="3636010">
                  <a:moveTo>
                    <a:pt x="837933" y="780226"/>
                  </a:moveTo>
                  <a:lnTo>
                    <a:pt x="837933" y="788419"/>
                  </a:lnTo>
                </a:path>
                <a:path w="3385185" h="3636010">
                  <a:moveTo>
                    <a:pt x="837933" y="813552"/>
                  </a:moveTo>
                  <a:lnTo>
                    <a:pt x="837933" y="830160"/>
                  </a:lnTo>
                </a:path>
                <a:path w="3385185" h="3636010">
                  <a:moveTo>
                    <a:pt x="837933" y="854961"/>
                  </a:moveTo>
                  <a:lnTo>
                    <a:pt x="837933" y="863264"/>
                  </a:lnTo>
                </a:path>
                <a:path w="3385185" h="3636010">
                  <a:moveTo>
                    <a:pt x="837933" y="896369"/>
                  </a:moveTo>
                  <a:lnTo>
                    <a:pt x="837933" y="904894"/>
                  </a:lnTo>
                </a:path>
                <a:path w="3385185" h="3636010">
                  <a:moveTo>
                    <a:pt x="837933" y="929806"/>
                  </a:moveTo>
                  <a:lnTo>
                    <a:pt x="837933" y="946303"/>
                  </a:lnTo>
                </a:path>
                <a:path w="3385185" h="3636010">
                  <a:moveTo>
                    <a:pt x="837933" y="971103"/>
                  </a:moveTo>
                  <a:lnTo>
                    <a:pt x="837933" y="979407"/>
                  </a:lnTo>
                </a:path>
                <a:path w="3385185" h="3636010">
                  <a:moveTo>
                    <a:pt x="837933" y="1012512"/>
                  </a:moveTo>
                  <a:lnTo>
                    <a:pt x="837933" y="1021148"/>
                  </a:lnTo>
                </a:path>
                <a:path w="3385185" h="3636010">
                  <a:moveTo>
                    <a:pt x="837933" y="1045948"/>
                  </a:moveTo>
                  <a:lnTo>
                    <a:pt x="837933" y="1062556"/>
                  </a:lnTo>
                </a:path>
                <a:path w="3385185" h="3636010">
                  <a:moveTo>
                    <a:pt x="837933" y="1087357"/>
                  </a:moveTo>
                  <a:lnTo>
                    <a:pt x="837933" y="1095661"/>
                  </a:lnTo>
                </a:path>
                <a:path w="3385185" h="3636010">
                  <a:moveTo>
                    <a:pt x="837933" y="1128986"/>
                  </a:moveTo>
                  <a:lnTo>
                    <a:pt x="837933" y="1137290"/>
                  </a:lnTo>
                </a:path>
                <a:path w="3385185" h="3636010">
                  <a:moveTo>
                    <a:pt x="837933" y="1162091"/>
                  </a:moveTo>
                  <a:lnTo>
                    <a:pt x="837933" y="1178699"/>
                  </a:lnTo>
                </a:path>
                <a:path w="3385185" h="3636010">
                  <a:moveTo>
                    <a:pt x="837933" y="1203499"/>
                  </a:moveTo>
                  <a:lnTo>
                    <a:pt x="837933" y="1211803"/>
                  </a:lnTo>
                </a:path>
                <a:path w="3385185" h="3636010">
                  <a:moveTo>
                    <a:pt x="837933" y="1245240"/>
                  </a:moveTo>
                  <a:lnTo>
                    <a:pt x="837933" y="1253433"/>
                  </a:lnTo>
                </a:path>
                <a:path w="3385185" h="3636010">
                  <a:moveTo>
                    <a:pt x="837933" y="1278344"/>
                  </a:moveTo>
                  <a:lnTo>
                    <a:pt x="837933" y="1294841"/>
                  </a:lnTo>
                </a:path>
                <a:path w="3385185" h="3636010">
                  <a:moveTo>
                    <a:pt x="837933" y="1319753"/>
                  </a:moveTo>
                  <a:lnTo>
                    <a:pt x="837933" y="1328057"/>
                  </a:lnTo>
                </a:path>
                <a:path w="3385185" h="3636010">
                  <a:moveTo>
                    <a:pt x="837933" y="1361383"/>
                  </a:moveTo>
                  <a:lnTo>
                    <a:pt x="837933" y="1369686"/>
                  </a:lnTo>
                </a:path>
                <a:path w="3385185" h="3636010">
                  <a:moveTo>
                    <a:pt x="837933" y="1394487"/>
                  </a:moveTo>
                  <a:lnTo>
                    <a:pt x="837933" y="1411095"/>
                  </a:lnTo>
                </a:path>
                <a:path w="3385185" h="3636010">
                  <a:moveTo>
                    <a:pt x="837933" y="1435896"/>
                  </a:moveTo>
                  <a:lnTo>
                    <a:pt x="837933" y="1444199"/>
                  </a:lnTo>
                </a:path>
                <a:path w="3385185" h="3636010">
                  <a:moveTo>
                    <a:pt x="837933" y="1477636"/>
                  </a:moveTo>
                  <a:lnTo>
                    <a:pt x="837933" y="1485829"/>
                  </a:lnTo>
                </a:path>
                <a:path w="3385185" h="3636010">
                  <a:moveTo>
                    <a:pt x="837933" y="1510741"/>
                  </a:moveTo>
                  <a:lnTo>
                    <a:pt x="837933" y="1527238"/>
                  </a:lnTo>
                </a:path>
                <a:path w="3385185" h="3636010">
                  <a:moveTo>
                    <a:pt x="837933" y="1552149"/>
                  </a:moveTo>
                  <a:lnTo>
                    <a:pt x="837933" y="1560674"/>
                  </a:lnTo>
                </a:path>
                <a:path w="3385185" h="3636010">
                  <a:moveTo>
                    <a:pt x="837933" y="1593779"/>
                  </a:moveTo>
                  <a:lnTo>
                    <a:pt x="837933" y="1602083"/>
                  </a:lnTo>
                </a:path>
                <a:path w="3385185" h="3636010">
                  <a:moveTo>
                    <a:pt x="837933" y="1626883"/>
                  </a:moveTo>
                  <a:lnTo>
                    <a:pt x="837933" y="1643491"/>
                  </a:lnTo>
                </a:path>
                <a:path w="3385185" h="3636010">
                  <a:moveTo>
                    <a:pt x="837933" y="1668624"/>
                  </a:moveTo>
                  <a:lnTo>
                    <a:pt x="837933" y="1676817"/>
                  </a:lnTo>
                </a:path>
                <a:path w="3385185" h="3636010">
                  <a:moveTo>
                    <a:pt x="837933" y="1709922"/>
                  </a:moveTo>
                  <a:lnTo>
                    <a:pt x="837933" y="1718225"/>
                  </a:lnTo>
                </a:path>
                <a:path w="3385185" h="3636010">
                  <a:moveTo>
                    <a:pt x="837933" y="1743137"/>
                  </a:moveTo>
                  <a:lnTo>
                    <a:pt x="837933" y="1759634"/>
                  </a:lnTo>
                </a:path>
                <a:path w="3385185" h="3636010">
                  <a:moveTo>
                    <a:pt x="837933" y="1784767"/>
                  </a:moveTo>
                  <a:lnTo>
                    <a:pt x="837933" y="1793070"/>
                  </a:lnTo>
                </a:path>
                <a:path w="3385185" h="3636010">
                  <a:moveTo>
                    <a:pt x="837933" y="1826175"/>
                  </a:moveTo>
                  <a:lnTo>
                    <a:pt x="837933" y="1834479"/>
                  </a:lnTo>
                </a:path>
                <a:path w="3385185" h="3636010">
                  <a:moveTo>
                    <a:pt x="837933" y="1859280"/>
                  </a:moveTo>
                  <a:lnTo>
                    <a:pt x="837933" y="1875887"/>
                  </a:lnTo>
                </a:path>
                <a:path w="3385185" h="3636010">
                  <a:moveTo>
                    <a:pt x="837933" y="1900909"/>
                  </a:moveTo>
                  <a:lnTo>
                    <a:pt x="837933" y="1909213"/>
                  </a:lnTo>
                </a:path>
                <a:path w="3385185" h="3636010">
                  <a:moveTo>
                    <a:pt x="837933" y="1942318"/>
                  </a:moveTo>
                  <a:lnTo>
                    <a:pt x="837933" y="1950622"/>
                  </a:lnTo>
                </a:path>
                <a:path w="3385185" h="3636010">
                  <a:moveTo>
                    <a:pt x="846230" y="1975422"/>
                  </a:moveTo>
                  <a:lnTo>
                    <a:pt x="846230" y="1992251"/>
                  </a:lnTo>
                </a:path>
                <a:path w="3385185" h="3636010">
                  <a:moveTo>
                    <a:pt x="846230" y="2017163"/>
                  </a:moveTo>
                  <a:lnTo>
                    <a:pt x="846230" y="2025467"/>
                  </a:lnTo>
                </a:path>
                <a:path w="3385185" h="3636010">
                  <a:moveTo>
                    <a:pt x="846230" y="2058571"/>
                  </a:moveTo>
                  <a:lnTo>
                    <a:pt x="846230" y="2066764"/>
                  </a:lnTo>
                </a:path>
                <a:path w="3385185" h="3636010">
                  <a:moveTo>
                    <a:pt x="846230" y="2091676"/>
                  </a:moveTo>
                  <a:lnTo>
                    <a:pt x="846230" y="2108505"/>
                  </a:lnTo>
                </a:path>
                <a:path w="3385185" h="3636010">
                  <a:moveTo>
                    <a:pt x="846230" y="2133306"/>
                  </a:moveTo>
                  <a:lnTo>
                    <a:pt x="846230" y="2141609"/>
                  </a:lnTo>
                </a:path>
                <a:path w="3385185" h="3636010">
                  <a:moveTo>
                    <a:pt x="846230" y="2174714"/>
                  </a:moveTo>
                  <a:lnTo>
                    <a:pt x="846230" y="2183018"/>
                  </a:lnTo>
                </a:path>
                <a:path w="3385185" h="3636010">
                  <a:moveTo>
                    <a:pt x="846230" y="2208151"/>
                  </a:moveTo>
                  <a:lnTo>
                    <a:pt x="846230" y="2224648"/>
                  </a:lnTo>
                </a:path>
                <a:path w="3385185" h="3636010">
                  <a:moveTo>
                    <a:pt x="846230" y="2249559"/>
                  </a:moveTo>
                  <a:lnTo>
                    <a:pt x="846230" y="2257752"/>
                  </a:lnTo>
                </a:path>
                <a:path w="3385185" h="3636010">
                  <a:moveTo>
                    <a:pt x="846230" y="2290967"/>
                  </a:moveTo>
                  <a:lnTo>
                    <a:pt x="846230" y="2299160"/>
                  </a:lnTo>
                </a:path>
                <a:path w="3385185" h="3636010">
                  <a:moveTo>
                    <a:pt x="846230" y="2324293"/>
                  </a:moveTo>
                  <a:lnTo>
                    <a:pt x="846230" y="2340901"/>
                  </a:lnTo>
                </a:path>
                <a:path w="3385185" h="3636010">
                  <a:moveTo>
                    <a:pt x="846230" y="2365702"/>
                  </a:moveTo>
                  <a:lnTo>
                    <a:pt x="846230" y="2374005"/>
                  </a:lnTo>
                </a:path>
                <a:path w="3385185" h="3636010">
                  <a:moveTo>
                    <a:pt x="846230" y="2407110"/>
                  </a:moveTo>
                  <a:lnTo>
                    <a:pt x="846230" y="2415414"/>
                  </a:lnTo>
                </a:path>
                <a:path w="3385185" h="3636010">
                  <a:moveTo>
                    <a:pt x="846230" y="2440547"/>
                  </a:moveTo>
                  <a:lnTo>
                    <a:pt x="846230" y="2457044"/>
                  </a:lnTo>
                </a:path>
                <a:path w="3385185" h="3636010">
                  <a:moveTo>
                    <a:pt x="846230" y="2481844"/>
                  </a:moveTo>
                  <a:lnTo>
                    <a:pt x="846230" y="2490148"/>
                  </a:lnTo>
                </a:path>
                <a:path w="3385185" h="3636010">
                  <a:moveTo>
                    <a:pt x="846230" y="2523253"/>
                  </a:moveTo>
                  <a:lnTo>
                    <a:pt x="846230" y="2531557"/>
                  </a:lnTo>
                </a:path>
                <a:path w="3385185" h="3636010">
                  <a:moveTo>
                    <a:pt x="846230" y="2556689"/>
                  </a:moveTo>
                  <a:lnTo>
                    <a:pt x="846230" y="2573297"/>
                  </a:lnTo>
                </a:path>
                <a:path w="3385185" h="3636010">
                  <a:moveTo>
                    <a:pt x="846230" y="2598098"/>
                  </a:moveTo>
                  <a:lnTo>
                    <a:pt x="846230" y="2606402"/>
                  </a:lnTo>
                </a:path>
                <a:path w="3385185" h="3636010">
                  <a:moveTo>
                    <a:pt x="846230" y="2639506"/>
                  </a:moveTo>
                  <a:lnTo>
                    <a:pt x="846230" y="2648031"/>
                  </a:lnTo>
                </a:path>
                <a:path w="3385185" h="3636010">
                  <a:moveTo>
                    <a:pt x="846230" y="2672832"/>
                  </a:moveTo>
                  <a:lnTo>
                    <a:pt x="846230" y="2689440"/>
                  </a:lnTo>
                </a:path>
                <a:path w="3385185" h="3636010">
                  <a:moveTo>
                    <a:pt x="846230" y="2714241"/>
                  </a:moveTo>
                  <a:lnTo>
                    <a:pt x="846230" y="2722544"/>
                  </a:lnTo>
                </a:path>
                <a:path w="3385185" h="3636010">
                  <a:moveTo>
                    <a:pt x="846230" y="2755948"/>
                  </a:moveTo>
                  <a:lnTo>
                    <a:pt x="846230" y="2764230"/>
                  </a:lnTo>
                </a:path>
                <a:path w="3385185" h="3636010">
                  <a:moveTo>
                    <a:pt x="846230" y="2797345"/>
                  </a:moveTo>
                  <a:lnTo>
                    <a:pt x="846230" y="2805627"/>
                  </a:lnTo>
                </a:path>
                <a:path w="3385185" h="3636010">
                  <a:moveTo>
                    <a:pt x="846230" y="2830461"/>
                  </a:moveTo>
                  <a:lnTo>
                    <a:pt x="846230" y="2847024"/>
                  </a:lnTo>
                </a:path>
                <a:path w="3385185" h="3636010">
                  <a:moveTo>
                    <a:pt x="846230" y="2872135"/>
                  </a:moveTo>
                  <a:lnTo>
                    <a:pt x="846230" y="2880417"/>
                  </a:lnTo>
                </a:path>
                <a:path w="3385185" h="3636010">
                  <a:moveTo>
                    <a:pt x="846230" y="2913532"/>
                  </a:moveTo>
                  <a:lnTo>
                    <a:pt x="846230" y="2921814"/>
                  </a:lnTo>
                </a:path>
                <a:path w="3385185" h="3636010">
                  <a:moveTo>
                    <a:pt x="846230" y="2946648"/>
                  </a:moveTo>
                  <a:lnTo>
                    <a:pt x="846230" y="2963211"/>
                  </a:lnTo>
                </a:path>
                <a:path w="3385185" h="3636010">
                  <a:moveTo>
                    <a:pt x="846230" y="2988322"/>
                  </a:moveTo>
                  <a:lnTo>
                    <a:pt x="846230" y="2996604"/>
                  </a:lnTo>
                </a:path>
                <a:path w="3385185" h="3636010">
                  <a:moveTo>
                    <a:pt x="846230" y="3029719"/>
                  </a:moveTo>
                  <a:lnTo>
                    <a:pt x="846230" y="3038001"/>
                  </a:lnTo>
                </a:path>
                <a:path w="3385185" h="3636010">
                  <a:moveTo>
                    <a:pt x="846230" y="3062846"/>
                  </a:moveTo>
                  <a:lnTo>
                    <a:pt x="846230" y="3079675"/>
                  </a:lnTo>
                </a:path>
                <a:path w="3385185" h="3636010">
                  <a:moveTo>
                    <a:pt x="846230" y="3104520"/>
                  </a:moveTo>
                  <a:lnTo>
                    <a:pt x="846230" y="3112791"/>
                  </a:lnTo>
                </a:path>
                <a:path w="3385185" h="3636010">
                  <a:moveTo>
                    <a:pt x="846230" y="3145917"/>
                  </a:moveTo>
                  <a:lnTo>
                    <a:pt x="846230" y="3154188"/>
                  </a:lnTo>
                </a:path>
                <a:path w="3385185" h="3636010">
                  <a:moveTo>
                    <a:pt x="846230" y="3179033"/>
                  </a:moveTo>
                  <a:lnTo>
                    <a:pt x="846230" y="3195862"/>
                  </a:lnTo>
                </a:path>
                <a:path w="3385185" h="3636010">
                  <a:moveTo>
                    <a:pt x="846230" y="3220707"/>
                  </a:moveTo>
                  <a:lnTo>
                    <a:pt x="846230" y="3228989"/>
                  </a:lnTo>
                </a:path>
                <a:path w="3385185" h="3636010">
                  <a:moveTo>
                    <a:pt x="846230" y="3262104"/>
                  </a:moveTo>
                  <a:lnTo>
                    <a:pt x="846230" y="3270386"/>
                  </a:lnTo>
                </a:path>
                <a:path w="3385185" h="3636010">
                  <a:moveTo>
                    <a:pt x="846230" y="3295497"/>
                  </a:moveTo>
                  <a:lnTo>
                    <a:pt x="846230" y="3312060"/>
                  </a:lnTo>
                </a:path>
                <a:path w="3385185" h="3636010">
                  <a:moveTo>
                    <a:pt x="846230" y="3336894"/>
                  </a:moveTo>
                  <a:lnTo>
                    <a:pt x="846230" y="3345176"/>
                  </a:lnTo>
                </a:path>
                <a:path w="3385185" h="3636010">
                  <a:moveTo>
                    <a:pt x="846230" y="3378291"/>
                  </a:moveTo>
                  <a:lnTo>
                    <a:pt x="846230" y="3386573"/>
                  </a:lnTo>
                </a:path>
                <a:path w="3385185" h="3636010">
                  <a:moveTo>
                    <a:pt x="846230" y="3411684"/>
                  </a:moveTo>
                  <a:lnTo>
                    <a:pt x="846230" y="3428247"/>
                  </a:lnTo>
                </a:path>
                <a:path w="3385185" h="3636010">
                  <a:moveTo>
                    <a:pt x="846230" y="3453081"/>
                  </a:moveTo>
                  <a:lnTo>
                    <a:pt x="846230" y="3461363"/>
                  </a:lnTo>
                </a:path>
                <a:path w="3385185" h="3636010">
                  <a:moveTo>
                    <a:pt x="846230" y="3494478"/>
                  </a:moveTo>
                  <a:lnTo>
                    <a:pt x="846230" y="3502760"/>
                  </a:lnTo>
                </a:path>
                <a:path w="3385185" h="3636010">
                  <a:moveTo>
                    <a:pt x="846230" y="3527871"/>
                  </a:moveTo>
                  <a:lnTo>
                    <a:pt x="846230" y="3544434"/>
                  </a:lnTo>
                </a:path>
                <a:path w="3385185" h="3636010">
                  <a:moveTo>
                    <a:pt x="846230" y="3569268"/>
                  </a:moveTo>
                  <a:lnTo>
                    <a:pt x="846230" y="3577550"/>
                  </a:lnTo>
                </a:path>
                <a:path w="3385185" h="3636010">
                  <a:moveTo>
                    <a:pt x="846230" y="3610676"/>
                  </a:moveTo>
                  <a:lnTo>
                    <a:pt x="846230" y="3618947"/>
                  </a:lnTo>
                </a:path>
                <a:path w="3385185" h="3636010">
                  <a:moveTo>
                    <a:pt x="1277809" y="0"/>
                  </a:moveTo>
                  <a:lnTo>
                    <a:pt x="1277809" y="8193"/>
                  </a:lnTo>
                </a:path>
                <a:path w="3385185" h="3636010">
                  <a:moveTo>
                    <a:pt x="1277809" y="33104"/>
                  </a:moveTo>
                  <a:lnTo>
                    <a:pt x="1277809" y="49933"/>
                  </a:lnTo>
                </a:path>
                <a:path w="3385185" h="3636010">
                  <a:moveTo>
                    <a:pt x="1277809" y="74734"/>
                  </a:moveTo>
                  <a:lnTo>
                    <a:pt x="1277809" y="83038"/>
                  </a:lnTo>
                </a:path>
                <a:path w="3385185" h="3636010">
                  <a:moveTo>
                    <a:pt x="1277809" y="116142"/>
                  </a:moveTo>
                  <a:lnTo>
                    <a:pt x="1277809" y="124446"/>
                  </a:lnTo>
                </a:path>
                <a:path w="3385185" h="3636010">
                  <a:moveTo>
                    <a:pt x="1277809" y="149579"/>
                  </a:moveTo>
                  <a:lnTo>
                    <a:pt x="1277809" y="166076"/>
                  </a:lnTo>
                </a:path>
                <a:path w="3385185" h="3636010">
                  <a:moveTo>
                    <a:pt x="1277809" y="190987"/>
                  </a:moveTo>
                  <a:lnTo>
                    <a:pt x="1277809" y="199180"/>
                  </a:lnTo>
                </a:path>
                <a:path w="3385185" h="3636010">
                  <a:moveTo>
                    <a:pt x="1277809" y="232396"/>
                  </a:moveTo>
                  <a:lnTo>
                    <a:pt x="1277809" y="240589"/>
                  </a:lnTo>
                </a:path>
                <a:path w="3385185" h="3636010">
                  <a:moveTo>
                    <a:pt x="1277809" y="265722"/>
                  </a:moveTo>
                  <a:lnTo>
                    <a:pt x="1277809" y="282329"/>
                  </a:lnTo>
                </a:path>
                <a:path w="3385185" h="3636010">
                  <a:moveTo>
                    <a:pt x="1277809" y="307130"/>
                  </a:moveTo>
                  <a:lnTo>
                    <a:pt x="1277809" y="315434"/>
                  </a:lnTo>
                </a:path>
                <a:path w="3385185" h="3636010">
                  <a:moveTo>
                    <a:pt x="1286107" y="348538"/>
                  </a:moveTo>
                  <a:lnTo>
                    <a:pt x="1286107" y="356842"/>
                  </a:lnTo>
                </a:path>
                <a:path w="3385185" h="3636010">
                  <a:moveTo>
                    <a:pt x="1286107" y="381975"/>
                  </a:moveTo>
                  <a:lnTo>
                    <a:pt x="1286107" y="398472"/>
                  </a:lnTo>
                </a:path>
                <a:path w="3385185" h="3636010">
                  <a:moveTo>
                    <a:pt x="1286107" y="423273"/>
                  </a:moveTo>
                  <a:lnTo>
                    <a:pt x="1286107" y="431577"/>
                  </a:lnTo>
                </a:path>
                <a:path w="3385185" h="3636010">
                  <a:moveTo>
                    <a:pt x="1286107" y="464681"/>
                  </a:moveTo>
                  <a:lnTo>
                    <a:pt x="1286107" y="473317"/>
                  </a:lnTo>
                </a:path>
                <a:path w="3385185" h="3636010">
                  <a:moveTo>
                    <a:pt x="1286107" y="498118"/>
                  </a:moveTo>
                  <a:lnTo>
                    <a:pt x="1286107" y="514725"/>
                  </a:lnTo>
                </a:path>
                <a:path w="3385185" h="3636010">
                  <a:moveTo>
                    <a:pt x="1286107" y="539526"/>
                  </a:moveTo>
                  <a:lnTo>
                    <a:pt x="1286107" y="547830"/>
                  </a:lnTo>
                </a:path>
                <a:path w="3385185" h="3636010">
                  <a:moveTo>
                    <a:pt x="1286107" y="581156"/>
                  </a:moveTo>
                  <a:lnTo>
                    <a:pt x="1286107" y="589460"/>
                  </a:lnTo>
                </a:path>
                <a:path w="3385185" h="3636010">
                  <a:moveTo>
                    <a:pt x="1286107" y="614261"/>
                  </a:moveTo>
                  <a:lnTo>
                    <a:pt x="1286107" y="630868"/>
                  </a:lnTo>
                </a:path>
                <a:path w="3385185" h="3636010">
                  <a:moveTo>
                    <a:pt x="1286107" y="655669"/>
                  </a:moveTo>
                  <a:lnTo>
                    <a:pt x="1286107" y="663973"/>
                  </a:lnTo>
                </a:path>
                <a:path w="3385185" h="3636010">
                  <a:moveTo>
                    <a:pt x="1286107" y="697409"/>
                  </a:moveTo>
                  <a:lnTo>
                    <a:pt x="1286107" y="705713"/>
                  </a:lnTo>
                </a:path>
                <a:path w="3385185" h="3636010">
                  <a:moveTo>
                    <a:pt x="1286107" y="730514"/>
                  </a:moveTo>
                  <a:lnTo>
                    <a:pt x="1286107" y="747011"/>
                  </a:lnTo>
                </a:path>
                <a:path w="3385185" h="3636010">
                  <a:moveTo>
                    <a:pt x="1286107" y="771922"/>
                  </a:moveTo>
                  <a:lnTo>
                    <a:pt x="1286107" y="780226"/>
                  </a:lnTo>
                </a:path>
                <a:path w="3385185" h="3636010">
                  <a:moveTo>
                    <a:pt x="1286107" y="813552"/>
                  </a:moveTo>
                  <a:lnTo>
                    <a:pt x="1286107" y="821856"/>
                  </a:lnTo>
                </a:path>
                <a:path w="3385185" h="3636010">
                  <a:moveTo>
                    <a:pt x="1286107" y="846657"/>
                  </a:moveTo>
                  <a:lnTo>
                    <a:pt x="1286107" y="863264"/>
                  </a:lnTo>
                </a:path>
                <a:path w="3385185" h="3636010">
                  <a:moveTo>
                    <a:pt x="1286107" y="888065"/>
                  </a:moveTo>
                  <a:lnTo>
                    <a:pt x="1286107" y="896369"/>
                  </a:lnTo>
                </a:path>
                <a:path w="3385185" h="3636010">
                  <a:moveTo>
                    <a:pt x="1286107" y="929806"/>
                  </a:moveTo>
                  <a:lnTo>
                    <a:pt x="1286107" y="937999"/>
                  </a:lnTo>
                </a:path>
                <a:path w="3385185" h="3636010">
                  <a:moveTo>
                    <a:pt x="1286107" y="962910"/>
                  </a:moveTo>
                  <a:lnTo>
                    <a:pt x="1286107" y="979407"/>
                  </a:lnTo>
                </a:path>
                <a:path w="3385185" h="3636010">
                  <a:moveTo>
                    <a:pt x="1286107" y="1004319"/>
                  </a:moveTo>
                  <a:lnTo>
                    <a:pt x="1286107" y="1012512"/>
                  </a:lnTo>
                </a:path>
                <a:path w="3385185" h="3636010">
                  <a:moveTo>
                    <a:pt x="1286107" y="1045948"/>
                  </a:moveTo>
                  <a:lnTo>
                    <a:pt x="1286107" y="1054252"/>
                  </a:lnTo>
                </a:path>
                <a:path w="3385185" h="3636010">
                  <a:moveTo>
                    <a:pt x="1286107" y="1079053"/>
                  </a:moveTo>
                  <a:lnTo>
                    <a:pt x="1286107" y="1095661"/>
                  </a:lnTo>
                </a:path>
                <a:path w="3385185" h="3636010">
                  <a:moveTo>
                    <a:pt x="1286107" y="1120461"/>
                  </a:moveTo>
                  <a:lnTo>
                    <a:pt x="1286107" y="1128986"/>
                  </a:lnTo>
                </a:path>
                <a:path w="3385185" h="3636010">
                  <a:moveTo>
                    <a:pt x="1286107" y="1162091"/>
                  </a:moveTo>
                  <a:lnTo>
                    <a:pt x="1286107" y="1170395"/>
                  </a:lnTo>
                </a:path>
                <a:path w="3385185" h="3636010">
                  <a:moveTo>
                    <a:pt x="1286107" y="1195306"/>
                  </a:moveTo>
                  <a:lnTo>
                    <a:pt x="1286107" y="1211803"/>
                  </a:lnTo>
                </a:path>
                <a:path w="3385185" h="3636010">
                  <a:moveTo>
                    <a:pt x="1286107" y="1236936"/>
                  </a:moveTo>
                  <a:lnTo>
                    <a:pt x="1286107" y="1245240"/>
                  </a:lnTo>
                </a:path>
                <a:path w="3385185" h="3636010">
                  <a:moveTo>
                    <a:pt x="1286107" y="1278344"/>
                  </a:moveTo>
                  <a:lnTo>
                    <a:pt x="1286107" y="1286648"/>
                  </a:lnTo>
                </a:path>
                <a:path w="3385185" h="3636010">
                  <a:moveTo>
                    <a:pt x="1286107" y="1311449"/>
                  </a:moveTo>
                  <a:lnTo>
                    <a:pt x="1286107" y="1328057"/>
                  </a:lnTo>
                </a:path>
                <a:path w="3385185" h="3636010">
                  <a:moveTo>
                    <a:pt x="1286107" y="1353079"/>
                  </a:moveTo>
                  <a:lnTo>
                    <a:pt x="1286107" y="1361383"/>
                  </a:lnTo>
                </a:path>
                <a:path w="3385185" h="3636010">
                  <a:moveTo>
                    <a:pt x="1286107" y="1394487"/>
                  </a:moveTo>
                  <a:lnTo>
                    <a:pt x="1286107" y="1402791"/>
                  </a:lnTo>
                </a:path>
                <a:path w="3385185" h="3636010">
                  <a:moveTo>
                    <a:pt x="1286107" y="1427592"/>
                  </a:moveTo>
                  <a:lnTo>
                    <a:pt x="1286107" y="1444199"/>
                  </a:lnTo>
                </a:path>
                <a:path w="3385185" h="3636010">
                  <a:moveTo>
                    <a:pt x="1286107" y="1469332"/>
                  </a:moveTo>
                  <a:lnTo>
                    <a:pt x="1286107" y="1477636"/>
                  </a:lnTo>
                </a:path>
                <a:path w="3385185" h="3636010">
                  <a:moveTo>
                    <a:pt x="1286107" y="1510741"/>
                  </a:moveTo>
                  <a:lnTo>
                    <a:pt x="1286107" y="1518934"/>
                  </a:lnTo>
                </a:path>
                <a:path w="3385185" h="3636010">
                  <a:moveTo>
                    <a:pt x="1286107" y="1552149"/>
                  </a:moveTo>
                  <a:lnTo>
                    <a:pt x="1286107" y="1560674"/>
                  </a:lnTo>
                </a:path>
                <a:path w="3385185" h="3636010">
                  <a:moveTo>
                    <a:pt x="1286107" y="1585475"/>
                  </a:moveTo>
                  <a:lnTo>
                    <a:pt x="1286107" y="1602083"/>
                  </a:lnTo>
                </a:path>
                <a:path w="3385185" h="3636010">
                  <a:moveTo>
                    <a:pt x="1286107" y="1626883"/>
                  </a:moveTo>
                  <a:lnTo>
                    <a:pt x="1286107" y="1635187"/>
                  </a:lnTo>
                </a:path>
                <a:path w="3385185" h="3636010">
                  <a:moveTo>
                    <a:pt x="1286107" y="1668624"/>
                  </a:moveTo>
                  <a:lnTo>
                    <a:pt x="1286107" y="1676817"/>
                  </a:lnTo>
                </a:path>
                <a:path w="3385185" h="3636010">
                  <a:moveTo>
                    <a:pt x="1286107" y="1701728"/>
                  </a:moveTo>
                  <a:lnTo>
                    <a:pt x="1286107" y="1718225"/>
                  </a:lnTo>
                </a:path>
                <a:path w="3385185" h="3636010">
                  <a:moveTo>
                    <a:pt x="1286107" y="1743137"/>
                  </a:moveTo>
                  <a:lnTo>
                    <a:pt x="1286107" y="1751330"/>
                  </a:lnTo>
                </a:path>
                <a:path w="3385185" h="3636010">
                  <a:moveTo>
                    <a:pt x="1286107" y="1784767"/>
                  </a:moveTo>
                  <a:lnTo>
                    <a:pt x="1286107" y="1793070"/>
                  </a:lnTo>
                </a:path>
                <a:path w="3385185" h="3636010">
                  <a:moveTo>
                    <a:pt x="1286107" y="1817871"/>
                  </a:moveTo>
                  <a:lnTo>
                    <a:pt x="1286107" y="1834479"/>
                  </a:lnTo>
                </a:path>
                <a:path w="3385185" h="3636010">
                  <a:moveTo>
                    <a:pt x="1286107" y="1859280"/>
                  </a:moveTo>
                  <a:lnTo>
                    <a:pt x="1286107" y="1867583"/>
                  </a:lnTo>
                </a:path>
                <a:path w="3385185" h="3636010">
                  <a:moveTo>
                    <a:pt x="1286107" y="1900909"/>
                  </a:moveTo>
                  <a:lnTo>
                    <a:pt x="1286107" y="1909213"/>
                  </a:lnTo>
                </a:path>
                <a:path w="3385185" h="3636010">
                  <a:moveTo>
                    <a:pt x="1286107" y="1934014"/>
                  </a:moveTo>
                  <a:lnTo>
                    <a:pt x="1286107" y="1950622"/>
                  </a:lnTo>
                </a:path>
                <a:path w="3385185" h="3636010">
                  <a:moveTo>
                    <a:pt x="1286107" y="1975422"/>
                  </a:moveTo>
                  <a:lnTo>
                    <a:pt x="1286107" y="1983726"/>
                  </a:lnTo>
                </a:path>
                <a:path w="3385185" h="3636010">
                  <a:moveTo>
                    <a:pt x="1286107" y="2017163"/>
                  </a:moveTo>
                  <a:lnTo>
                    <a:pt x="1286107" y="2025467"/>
                  </a:lnTo>
                </a:path>
                <a:path w="3385185" h="3636010">
                  <a:moveTo>
                    <a:pt x="1286107" y="2050267"/>
                  </a:moveTo>
                  <a:lnTo>
                    <a:pt x="1286107" y="2066764"/>
                  </a:lnTo>
                </a:path>
                <a:path w="3385185" h="3636010">
                  <a:moveTo>
                    <a:pt x="1286107" y="2091676"/>
                  </a:moveTo>
                  <a:lnTo>
                    <a:pt x="1286107" y="2100201"/>
                  </a:lnTo>
                </a:path>
                <a:path w="3385185" h="3636010">
                  <a:moveTo>
                    <a:pt x="1286107" y="2133306"/>
                  </a:moveTo>
                  <a:lnTo>
                    <a:pt x="1286107" y="2141609"/>
                  </a:lnTo>
                </a:path>
                <a:path w="3385185" h="3636010">
                  <a:moveTo>
                    <a:pt x="1286107" y="2166410"/>
                  </a:moveTo>
                  <a:lnTo>
                    <a:pt x="1286107" y="2183018"/>
                  </a:lnTo>
                </a:path>
                <a:path w="3385185" h="3636010">
                  <a:moveTo>
                    <a:pt x="1286107" y="2208151"/>
                  </a:moveTo>
                  <a:lnTo>
                    <a:pt x="1286107" y="2216344"/>
                  </a:lnTo>
                </a:path>
                <a:path w="3385185" h="3636010">
                  <a:moveTo>
                    <a:pt x="1286107" y="2249559"/>
                  </a:moveTo>
                  <a:lnTo>
                    <a:pt x="1286107" y="2257752"/>
                  </a:lnTo>
                </a:path>
                <a:path w="3385185" h="3636010">
                  <a:moveTo>
                    <a:pt x="1286107" y="2282664"/>
                  </a:moveTo>
                  <a:lnTo>
                    <a:pt x="1286107" y="2299160"/>
                  </a:lnTo>
                </a:path>
                <a:path w="3385185" h="3636010">
                  <a:moveTo>
                    <a:pt x="1286107" y="2324293"/>
                  </a:moveTo>
                  <a:lnTo>
                    <a:pt x="1286107" y="2332597"/>
                  </a:lnTo>
                </a:path>
                <a:path w="3385185" h="3636010">
                  <a:moveTo>
                    <a:pt x="1286107" y="2365702"/>
                  </a:moveTo>
                  <a:lnTo>
                    <a:pt x="1286107" y="2374005"/>
                  </a:lnTo>
                </a:path>
                <a:path w="3385185" h="3636010">
                  <a:moveTo>
                    <a:pt x="1286107" y="2398806"/>
                  </a:moveTo>
                  <a:lnTo>
                    <a:pt x="1286107" y="2415414"/>
                  </a:lnTo>
                </a:path>
                <a:path w="3385185" h="3636010">
                  <a:moveTo>
                    <a:pt x="1286107" y="2440547"/>
                  </a:moveTo>
                  <a:lnTo>
                    <a:pt x="1286107" y="2448740"/>
                  </a:lnTo>
                </a:path>
                <a:path w="3385185" h="3636010">
                  <a:moveTo>
                    <a:pt x="1286107" y="2481844"/>
                  </a:moveTo>
                  <a:lnTo>
                    <a:pt x="1286107" y="2490148"/>
                  </a:lnTo>
                </a:path>
                <a:path w="3385185" h="3636010">
                  <a:moveTo>
                    <a:pt x="1286107" y="2515060"/>
                  </a:moveTo>
                  <a:lnTo>
                    <a:pt x="1286107" y="2531557"/>
                  </a:lnTo>
                </a:path>
                <a:path w="3385185" h="3636010">
                  <a:moveTo>
                    <a:pt x="1286107" y="2556689"/>
                  </a:moveTo>
                  <a:lnTo>
                    <a:pt x="1286107" y="2564993"/>
                  </a:lnTo>
                </a:path>
                <a:path w="3385185" h="3636010">
                  <a:moveTo>
                    <a:pt x="1286107" y="2598098"/>
                  </a:moveTo>
                  <a:lnTo>
                    <a:pt x="1286107" y="2606402"/>
                  </a:lnTo>
                </a:path>
                <a:path w="3385185" h="3636010">
                  <a:moveTo>
                    <a:pt x="1286107" y="2631202"/>
                  </a:moveTo>
                  <a:lnTo>
                    <a:pt x="1286107" y="2648031"/>
                  </a:lnTo>
                </a:path>
                <a:path w="3385185" h="3636010">
                  <a:moveTo>
                    <a:pt x="1286107" y="2672832"/>
                  </a:moveTo>
                  <a:lnTo>
                    <a:pt x="1286107" y="2681136"/>
                  </a:lnTo>
                </a:path>
                <a:path w="3385185" h="3636010">
                  <a:moveTo>
                    <a:pt x="1286107" y="2714241"/>
                  </a:moveTo>
                  <a:lnTo>
                    <a:pt x="1286107" y="2722544"/>
                  </a:lnTo>
                </a:path>
                <a:path w="3385185" h="3636010">
                  <a:moveTo>
                    <a:pt x="1286107" y="2747389"/>
                  </a:moveTo>
                  <a:lnTo>
                    <a:pt x="1286107" y="2764230"/>
                  </a:lnTo>
                </a:path>
                <a:path w="3385185" h="3636010">
                  <a:moveTo>
                    <a:pt x="1286107" y="2789064"/>
                  </a:moveTo>
                  <a:lnTo>
                    <a:pt x="1286107" y="2797345"/>
                  </a:lnTo>
                </a:path>
                <a:path w="3385185" h="3636010">
                  <a:moveTo>
                    <a:pt x="1286107" y="2830461"/>
                  </a:moveTo>
                  <a:lnTo>
                    <a:pt x="1286107" y="2838742"/>
                  </a:lnTo>
                </a:path>
                <a:path w="3385185" h="3636010">
                  <a:moveTo>
                    <a:pt x="1286107" y="2863853"/>
                  </a:moveTo>
                  <a:lnTo>
                    <a:pt x="1286107" y="2880417"/>
                  </a:lnTo>
                </a:path>
                <a:path w="3385185" h="3636010">
                  <a:moveTo>
                    <a:pt x="1286107" y="2905251"/>
                  </a:moveTo>
                  <a:lnTo>
                    <a:pt x="1286107" y="2913532"/>
                  </a:lnTo>
                </a:path>
                <a:path w="3385185" h="3636010">
                  <a:moveTo>
                    <a:pt x="1286107" y="2946648"/>
                  </a:moveTo>
                  <a:lnTo>
                    <a:pt x="1286107" y="2954929"/>
                  </a:lnTo>
                </a:path>
                <a:path w="3385185" h="3636010">
                  <a:moveTo>
                    <a:pt x="1286107" y="2980051"/>
                  </a:moveTo>
                  <a:lnTo>
                    <a:pt x="1286107" y="2996604"/>
                  </a:lnTo>
                </a:path>
                <a:path w="3385185" h="3636010">
                  <a:moveTo>
                    <a:pt x="1286107" y="3021449"/>
                  </a:moveTo>
                  <a:lnTo>
                    <a:pt x="1286107" y="3029719"/>
                  </a:lnTo>
                </a:path>
                <a:path w="3385185" h="3636010">
                  <a:moveTo>
                    <a:pt x="1286107" y="3062846"/>
                  </a:moveTo>
                  <a:lnTo>
                    <a:pt x="1286107" y="3071116"/>
                  </a:lnTo>
                </a:path>
                <a:path w="3385185" h="3636010">
                  <a:moveTo>
                    <a:pt x="1286107" y="3096238"/>
                  </a:moveTo>
                  <a:lnTo>
                    <a:pt x="1286107" y="3112791"/>
                  </a:lnTo>
                </a:path>
                <a:path w="3385185" h="3636010">
                  <a:moveTo>
                    <a:pt x="1286107" y="3137636"/>
                  </a:moveTo>
                  <a:lnTo>
                    <a:pt x="1286107" y="3145917"/>
                  </a:lnTo>
                </a:path>
                <a:path w="3385185" h="3636010">
                  <a:moveTo>
                    <a:pt x="1286107" y="3179033"/>
                  </a:moveTo>
                  <a:lnTo>
                    <a:pt x="1286107" y="3187591"/>
                  </a:lnTo>
                </a:path>
                <a:path w="3385185" h="3636010">
                  <a:moveTo>
                    <a:pt x="1286107" y="3212425"/>
                  </a:moveTo>
                  <a:lnTo>
                    <a:pt x="1286107" y="3228989"/>
                  </a:lnTo>
                </a:path>
                <a:path w="3385185" h="3636010">
                  <a:moveTo>
                    <a:pt x="1286107" y="3253823"/>
                  </a:moveTo>
                  <a:lnTo>
                    <a:pt x="1286107" y="3262104"/>
                  </a:lnTo>
                </a:path>
                <a:path w="3385185" h="3636010">
                  <a:moveTo>
                    <a:pt x="1286107" y="3295497"/>
                  </a:moveTo>
                  <a:lnTo>
                    <a:pt x="1286107" y="3303778"/>
                  </a:lnTo>
                </a:path>
                <a:path w="3385185" h="3636010">
                  <a:moveTo>
                    <a:pt x="1286107" y="3328612"/>
                  </a:moveTo>
                  <a:lnTo>
                    <a:pt x="1286107" y="3345176"/>
                  </a:lnTo>
                </a:path>
                <a:path w="3385185" h="3636010">
                  <a:moveTo>
                    <a:pt x="1286107" y="3370010"/>
                  </a:moveTo>
                  <a:lnTo>
                    <a:pt x="1286107" y="3378291"/>
                  </a:lnTo>
                </a:path>
                <a:path w="3385185" h="3636010">
                  <a:moveTo>
                    <a:pt x="1286107" y="3411684"/>
                  </a:moveTo>
                  <a:lnTo>
                    <a:pt x="1286107" y="3419965"/>
                  </a:lnTo>
                </a:path>
                <a:path w="3385185" h="3636010">
                  <a:moveTo>
                    <a:pt x="1286107" y="3444799"/>
                  </a:moveTo>
                  <a:lnTo>
                    <a:pt x="1286107" y="3461363"/>
                  </a:lnTo>
                </a:path>
                <a:path w="3385185" h="3636010">
                  <a:moveTo>
                    <a:pt x="1286107" y="3486208"/>
                  </a:moveTo>
                  <a:lnTo>
                    <a:pt x="1286107" y="3494478"/>
                  </a:lnTo>
                </a:path>
                <a:path w="3385185" h="3636010">
                  <a:moveTo>
                    <a:pt x="1286107" y="3527871"/>
                  </a:moveTo>
                  <a:lnTo>
                    <a:pt x="1286107" y="3536152"/>
                  </a:lnTo>
                </a:path>
                <a:path w="3385185" h="3636010">
                  <a:moveTo>
                    <a:pt x="1286107" y="3560997"/>
                  </a:moveTo>
                  <a:lnTo>
                    <a:pt x="1286107" y="3577550"/>
                  </a:lnTo>
                </a:path>
                <a:path w="3385185" h="3636010">
                  <a:moveTo>
                    <a:pt x="1286107" y="3602395"/>
                  </a:moveTo>
                  <a:lnTo>
                    <a:pt x="1286107" y="3618947"/>
                  </a:lnTo>
                </a:path>
                <a:path w="3385185" h="3636010">
                  <a:moveTo>
                    <a:pt x="2115743" y="8193"/>
                  </a:moveTo>
                  <a:lnTo>
                    <a:pt x="2115743" y="16496"/>
                  </a:lnTo>
                </a:path>
                <a:path w="3385185" h="3636010">
                  <a:moveTo>
                    <a:pt x="2115743" y="41629"/>
                  </a:moveTo>
                  <a:lnTo>
                    <a:pt x="2115743" y="58237"/>
                  </a:lnTo>
                </a:path>
                <a:path w="3385185" h="3636010">
                  <a:moveTo>
                    <a:pt x="2115743" y="83038"/>
                  </a:moveTo>
                  <a:lnTo>
                    <a:pt x="2115743" y="91341"/>
                  </a:lnTo>
                </a:path>
                <a:path w="3385185" h="3636010">
                  <a:moveTo>
                    <a:pt x="2115743" y="124446"/>
                  </a:moveTo>
                  <a:lnTo>
                    <a:pt x="2115743" y="132750"/>
                  </a:lnTo>
                </a:path>
                <a:path w="3385185" h="3636010">
                  <a:moveTo>
                    <a:pt x="2115743" y="157883"/>
                  </a:moveTo>
                  <a:lnTo>
                    <a:pt x="2115743" y="174380"/>
                  </a:lnTo>
                </a:path>
                <a:path w="3385185" h="3636010">
                  <a:moveTo>
                    <a:pt x="2115743" y="199180"/>
                  </a:moveTo>
                  <a:lnTo>
                    <a:pt x="2115743" y="207484"/>
                  </a:lnTo>
                </a:path>
                <a:path w="3385185" h="3636010">
                  <a:moveTo>
                    <a:pt x="2115743" y="240589"/>
                  </a:moveTo>
                  <a:lnTo>
                    <a:pt x="2115743" y="248893"/>
                  </a:lnTo>
                </a:path>
                <a:path w="3385185" h="3636010">
                  <a:moveTo>
                    <a:pt x="2115743" y="274025"/>
                  </a:moveTo>
                  <a:lnTo>
                    <a:pt x="2115743" y="290633"/>
                  </a:lnTo>
                </a:path>
                <a:path w="3385185" h="3636010">
                  <a:moveTo>
                    <a:pt x="2115743" y="315434"/>
                  </a:moveTo>
                  <a:lnTo>
                    <a:pt x="2115743" y="323738"/>
                  </a:lnTo>
                </a:path>
                <a:path w="3385185" h="3636010">
                  <a:moveTo>
                    <a:pt x="2115743" y="356842"/>
                  </a:moveTo>
                  <a:lnTo>
                    <a:pt x="2115743" y="365367"/>
                  </a:lnTo>
                </a:path>
                <a:path w="3385185" h="3636010">
                  <a:moveTo>
                    <a:pt x="2115743" y="390168"/>
                  </a:moveTo>
                  <a:lnTo>
                    <a:pt x="2115743" y="406776"/>
                  </a:lnTo>
                </a:path>
                <a:path w="3385185" h="3636010">
                  <a:moveTo>
                    <a:pt x="2115743" y="431577"/>
                  </a:moveTo>
                  <a:lnTo>
                    <a:pt x="2115743" y="439880"/>
                  </a:lnTo>
                </a:path>
                <a:path w="3385185" h="3636010">
                  <a:moveTo>
                    <a:pt x="2115743" y="473317"/>
                  </a:moveTo>
                  <a:lnTo>
                    <a:pt x="2115743" y="481510"/>
                  </a:lnTo>
                </a:path>
                <a:path w="3385185" h="3636010">
                  <a:moveTo>
                    <a:pt x="2115743" y="506422"/>
                  </a:moveTo>
                  <a:lnTo>
                    <a:pt x="2115743" y="522919"/>
                  </a:lnTo>
                </a:path>
                <a:path w="3385185" h="3636010">
                  <a:moveTo>
                    <a:pt x="2115743" y="547830"/>
                  </a:moveTo>
                  <a:lnTo>
                    <a:pt x="2115743" y="556023"/>
                  </a:lnTo>
                </a:path>
                <a:path w="3385185" h="3636010">
                  <a:moveTo>
                    <a:pt x="2115743" y="589460"/>
                  </a:moveTo>
                  <a:lnTo>
                    <a:pt x="2115743" y="597764"/>
                  </a:lnTo>
                </a:path>
                <a:path w="3385185" h="3636010">
                  <a:moveTo>
                    <a:pt x="2115743" y="622564"/>
                  </a:moveTo>
                  <a:lnTo>
                    <a:pt x="2115743" y="639172"/>
                  </a:lnTo>
                </a:path>
                <a:path w="3385185" h="3636010">
                  <a:moveTo>
                    <a:pt x="2115743" y="663973"/>
                  </a:moveTo>
                  <a:lnTo>
                    <a:pt x="2115743" y="672277"/>
                  </a:lnTo>
                </a:path>
                <a:path w="3385185" h="3636010">
                  <a:moveTo>
                    <a:pt x="2115743" y="705713"/>
                  </a:moveTo>
                  <a:lnTo>
                    <a:pt x="2115743" y="713906"/>
                  </a:lnTo>
                </a:path>
                <a:path w="3385185" h="3636010">
                  <a:moveTo>
                    <a:pt x="2115743" y="738818"/>
                  </a:moveTo>
                  <a:lnTo>
                    <a:pt x="2115743" y="755315"/>
                  </a:lnTo>
                </a:path>
                <a:path w="3385185" h="3636010">
                  <a:moveTo>
                    <a:pt x="2115743" y="780226"/>
                  </a:moveTo>
                  <a:lnTo>
                    <a:pt x="2115743" y="788419"/>
                  </a:lnTo>
                </a:path>
                <a:path w="3385185" h="3636010">
                  <a:moveTo>
                    <a:pt x="2115743" y="821856"/>
                  </a:moveTo>
                  <a:lnTo>
                    <a:pt x="2115743" y="830160"/>
                  </a:lnTo>
                </a:path>
                <a:path w="3385185" h="3636010">
                  <a:moveTo>
                    <a:pt x="2115743" y="854961"/>
                  </a:moveTo>
                  <a:lnTo>
                    <a:pt x="2115743" y="871568"/>
                  </a:lnTo>
                </a:path>
                <a:path w="3385185" h="3636010">
                  <a:moveTo>
                    <a:pt x="2115743" y="896369"/>
                  </a:moveTo>
                  <a:lnTo>
                    <a:pt x="2115743" y="904894"/>
                  </a:lnTo>
                </a:path>
                <a:path w="3385185" h="3636010">
                  <a:moveTo>
                    <a:pt x="2115743" y="937999"/>
                  </a:moveTo>
                  <a:lnTo>
                    <a:pt x="2115743" y="946303"/>
                  </a:lnTo>
                </a:path>
                <a:path w="3385185" h="3636010">
                  <a:moveTo>
                    <a:pt x="2115743" y="971103"/>
                  </a:moveTo>
                  <a:lnTo>
                    <a:pt x="2115743" y="987711"/>
                  </a:lnTo>
                </a:path>
                <a:path w="3385185" h="3636010">
                  <a:moveTo>
                    <a:pt x="2115743" y="1012512"/>
                  </a:moveTo>
                  <a:lnTo>
                    <a:pt x="2115743" y="1021148"/>
                  </a:lnTo>
                </a:path>
                <a:path w="3385185" h="3636010">
                  <a:moveTo>
                    <a:pt x="2115743" y="1054252"/>
                  </a:moveTo>
                  <a:lnTo>
                    <a:pt x="2115743" y="1062556"/>
                  </a:lnTo>
                </a:path>
                <a:path w="3385185" h="3636010">
                  <a:moveTo>
                    <a:pt x="2115743" y="1087357"/>
                  </a:moveTo>
                  <a:lnTo>
                    <a:pt x="2115743" y="1103854"/>
                  </a:lnTo>
                </a:path>
                <a:path w="3385185" h="3636010">
                  <a:moveTo>
                    <a:pt x="2115743" y="1128986"/>
                  </a:moveTo>
                  <a:lnTo>
                    <a:pt x="2115743" y="1137290"/>
                  </a:lnTo>
                </a:path>
                <a:path w="3385185" h="3636010">
                  <a:moveTo>
                    <a:pt x="2115743" y="1170395"/>
                  </a:moveTo>
                  <a:lnTo>
                    <a:pt x="2115743" y="1178699"/>
                  </a:lnTo>
                </a:path>
                <a:path w="3385185" h="3636010">
                  <a:moveTo>
                    <a:pt x="2115743" y="1203499"/>
                  </a:moveTo>
                  <a:lnTo>
                    <a:pt x="2115743" y="1220107"/>
                  </a:lnTo>
                </a:path>
                <a:path w="3385185" h="3636010">
                  <a:moveTo>
                    <a:pt x="2115743" y="1245240"/>
                  </a:moveTo>
                  <a:lnTo>
                    <a:pt x="2115743" y="1253433"/>
                  </a:lnTo>
                </a:path>
                <a:path w="3385185" h="3636010">
                  <a:moveTo>
                    <a:pt x="2115743" y="1286648"/>
                  </a:moveTo>
                  <a:lnTo>
                    <a:pt x="2115743" y="1294841"/>
                  </a:lnTo>
                </a:path>
                <a:path w="3385185" h="3636010">
                  <a:moveTo>
                    <a:pt x="2115743" y="1319753"/>
                  </a:moveTo>
                  <a:lnTo>
                    <a:pt x="2115743" y="1336250"/>
                  </a:lnTo>
                </a:path>
                <a:path w="3385185" h="3636010">
                  <a:moveTo>
                    <a:pt x="2115743" y="1361383"/>
                  </a:moveTo>
                  <a:lnTo>
                    <a:pt x="2115743" y="1369686"/>
                  </a:lnTo>
                </a:path>
                <a:path w="3385185" h="3636010">
                  <a:moveTo>
                    <a:pt x="2115743" y="1402791"/>
                  </a:moveTo>
                  <a:lnTo>
                    <a:pt x="2115743" y="1411095"/>
                  </a:lnTo>
                </a:path>
                <a:path w="3385185" h="3636010">
                  <a:moveTo>
                    <a:pt x="2115743" y="1435896"/>
                  </a:moveTo>
                  <a:lnTo>
                    <a:pt x="2115743" y="1452725"/>
                  </a:lnTo>
                </a:path>
                <a:path w="3385185" h="3636010">
                  <a:moveTo>
                    <a:pt x="2115743" y="1477636"/>
                  </a:moveTo>
                  <a:lnTo>
                    <a:pt x="2115743" y="1485829"/>
                  </a:lnTo>
                </a:path>
                <a:path w="3385185" h="3636010">
                  <a:moveTo>
                    <a:pt x="2115743" y="1518934"/>
                  </a:moveTo>
                  <a:lnTo>
                    <a:pt x="2115743" y="1527238"/>
                  </a:lnTo>
                </a:path>
                <a:path w="3385185" h="3636010">
                  <a:moveTo>
                    <a:pt x="2115743" y="1552149"/>
                  </a:moveTo>
                  <a:lnTo>
                    <a:pt x="2115743" y="1568978"/>
                  </a:lnTo>
                </a:path>
                <a:path w="3385185" h="3636010">
                  <a:moveTo>
                    <a:pt x="2115743" y="1593779"/>
                  </a:moveTo>
                  <a:lnTo>
                    <a:pt x="2115743" y="1602083"/>
                  </a:lnTo>
                </a:path>
                <a:path w="3385185" h="3636010">
                  <a:moveTo>
                    <a:pt x="2115743" y="1635187"/>
                  </a:moveTo>
                  <a:lnTo>
                    <a:pt x="2115743" y="1643491"/>
                  </a:lnTo>
                </a:path>
                <a:path w="3385185" h="3636010">
                  <a:moveTo>
                    <a:pt x="2115743" y="1668624"/>
                  </a:moveTo>
                  <a:lnTo>
                    <a:pt x="2115743" y="1685121"/>
                  </a:lnTo>
                </a:path>
                <a:path w="3385185" h="3636010">
                  <a:moveTo>
                    <a:pt x="2115743" y="1709922"/>
                  </a:moveTo>
                  <a:lnTo>
                    <a:pt x="2115743" y="1718225"/>
                  </a:lnTo>
                </a:path>
                <a:path w="3385185" h="3636010">
                  <a:moveTo>
                    <a:pt x="2115743" y="1751330"/>
                  </a:moveTo>
                  <a:lnTo>
                    <a:pt x="2115743" y="1759634"/>
                  </a:lnTo>
                </a:path>
                <a:path w="3385185" h="3636010">
                  <a:moveTo>
                    <a:pt x="2115743" y="1784767"/>
                  </a:moveTo>
                  <a:lnTo>
                    <a:pt x="2115743" y="1801264"/>
                  </a:lnTo>
                </a:path>
                <a:path w="3385185" h="3636010">
                  <a:moveTo>
                    <a:pt x="2115743" y="1826175"/>
                  </a:moveTo>
                  <a:lnTo>
                    <a:pt x="2115743" y="1834479"/>
                  </a:lnTo>
                </a:path>
                <a:path w="3385185" h="3636010">
                  <a:moveTo>
                    <a:pt x="2115743" y="1867583"/>
                  </a:moveTo>
                  <a:lnTo>
                    <a:pt x="2115743" y="1875887"/>
                  </a:lnTo>
                </a:path>
                <a:path w="3385185" h="3636010">
                  <a:moveTo>
                    <a:pt x="2115743" y="1909213"/>
                  </a:moveTo>
                  <a:lnTo>
                    <a:pt x="2115743" y="1917517"/>
                  </a:lnTo>
                </a:path>
                <a:path w="3385185" h="3636010">
                  <a:moveTo>
                    <a:pt x="2115743" y="1942318"/>
                  </a:moveTo>
                  <a:lnTo>
                    <a:pt x="2115743" y="1958925"/>
                  </a:lnTo>
                </a:path>
                <a:path w="3385185" h="3636010">
                  <a:moveTo>
                    <a:pt x="2115743" y="1983726"/>
                  </a:moveTo>
                  <a:lnTo>
                    <a:pt x="2115743" y="1992251"/>
                  </a:lnTo>
                </a:path>
                <a:path w="3385185" h="3636010">
                  <a:moveTo>
                    <a:pt x="2115743" y="2025467"/>
                  </a:moveTo>
                  <a:lnTo>
                    <a:pt x="2115743" y="2033660"/>
                  </a:lnTo>
                </a:path>
                <a:path w="3385185" h="3636010">
                  <a:moveTo>
                    <a:pt x="2115743" y="2058571"/>
                  </a:moveTo>
                  <a:lnTo>
                    <a:pt x="2115743" y="2075068"/>
                  </a:lnTo>
                </a:path>
                <a:path w="3385185" h="3636010">
                  <a:moveTo>
                    <a:pt x="2115743" y="2100201"/>
                  </a:moveTo>
                  <a:lnTo>
                    <a:pt x="2115743" y="2108505"/>
                  </a:lnTo>
                </a:path>
                <a:path w="3385185" h="3636010">
                  <a:moveTo>
                    <a:pt x="2115743" y="2141609"/>
                  </a:moveTo>
                  <a:lnTo>
                    <a:pt x="2115743" y="2149913"/>
                  </a:lnTo>
                </a:path>
                <a:path w="3385185" h="3636010">
                  <a:moveTo>
                    <a:pt x="2115743" y="2174714"/>
                  </a:moveTo>
                  <a:lnTo>
                    <a:pt x="2115743" y="2191322"/>
                  </a:lnTo>
                </a:path>
                <a:path w="3385185" h="3636010">
                  <a:moveTo>
                    <a:pt x="2115743" y="2216344"/>
                  </a:moveTo>
                  <a:lnTo>
                    <a:pt x="2115743" y="2224648"/>
                  </a:lnTo>
                </a:path>
                <a:path w="3385185" h="3636010">
                  <a:moveTo>
                    <a:pt x="2115743" y="2257752"/>
                  </a:moveTo>
                  <a:lnTo>
                    <a:pt x="2115743" y="2266056"/>
                  </a:lnTo>
                </a:path>
                <a:path w="3385185" h="3636010">
                  <a:moveTo>
                    <a:pt x="2115743" y="2290967"/>
                  </a:moveTo>
                  <a:lnTo>
                    <a:pt x="2115743" y="2307464"/>
                  </a:lnTo>
                </a:path>
                <a:path w="3385185" h="3636010">
                  <a:moveTo>
                    <a:pt x="2115743" y="2332597"/>
                  </a:moveTo>
                  <a:lnTo>
                    <a:pt x="2115743" y="2340901"/>
                  </a:lnTo>
                </a:path>
                <a:path w="3385185" h="3636010">
                  <a:moveTo>
                    <a:pt x="2115743" y="2374005"/>
                  </a:moveTo>
                  <a:lnTo>
                    <a:pt x="2115743" y="2382309"/>
                  </a:lnTo>
                </a:path>
                <a:path w="3385185" h="3636010">
                  <a:moveTo>
                    <a:pt x="2115743" y="2407110"/>
                  </a:moveTo>
                  <a:lnTo>
                    <a:pt x="2115743" y="2423607"/>
                  </a:lnTo>
                </a:path>
                <a:path w="3385185" h="3636010">
                  <a:moveTo>
                    <a:pt x="2115743" y="2448740"/>
                  </a:moveTo>
                  <a:lnTo>
                    <a:pt x="2115743" y="2457044"/>
                  </a:lnTo>
                </a:path>
                <a:path w="3385185" h="3636010">
                  <a:moveTo>
                    <a:pt x="2115743" y="2490148"/>
                  </a:moveTo>
                  <a:lnTo>
                    <a:pt x="2115743" y="2498452"/>
                  </a:lnTo>
                </a:path>
                <a:path w="3385185" h="3636010">
                  <a:moveTo>
                    <a:pt x="2115743" y="2523253"/>
                  </a:moveTo>
                  <a:lnTo>
                    <a:pt x="2115743" y="2540082"/>
                  </a:lnTo>
                </a:path>
                <a:path w="3385185" h="3636010">
                  <a:moveTo>
                    <a:pt x="2115743" y="2564993"/>
                  </a:moveTo>
                  <a:lnTo>
                    <a:pt x="2115743" y="2573297"/>
                  </a:lnTo>
                </a:path>
                <a:path w="3385185" h="3636010">
                  <a:moveTo>
                    <a:pt x="2115743" y="2606402"/>
                  </a:moveTo>
                  <a:lnTo>
                    <a:pt x="2115743" y="2614595"/>
                  </a:lnTo>
                </a:path>
                <a:path w="3385185" h="3636010">
                  <a:moveTo>
                    <a:pt x="2115743" y="2639506"/>
                  </a:moveTo>
                  <a:lnTo>
                    <a:pt x="2115743" y="2656335"/>
                  </a:lnTo>
                </a:path>
                <a:path w="3385185" h="3636010">
                  <a:moveTo>
                    <a:pt x="2115743" y="2681136"/>
                  </a:moveTo>
                  <a:lnTo>
                    <a:pt x="2115743" y="2689440"/>
                  </a:lnTo>
                </a:path>
                <a:path w="3385185" h="3636010">
                  <a:moveTo>
                    <a:pt x="2115743" y="2722544"/>
                  </a:moveTo>
                  <a:lnTo>
                    <a:pt x="2115743" y="2730848"/>
                  </a:lnTo>
                </a:path>
                <a:path w="3385185" h="3636010">
                  <a:moveTo>
                    <a:pt x="2115743" y="2755948"/>
                  </a:moveTo>
                  <a:lnTo>
                    <a:pt x="2115743" y="2772511"/>
                  </a:lnTo>
                </a:path>
                <a:path w="3385185" h="3636010">
                  <a:moveTo>
                    <a:pt x="2115743" y="2797345"/>
                  </a:moveTo>
                  <a:lnTo>
                    <a:pt x="2115743" y="2805627"/>
                  </a:lnTo>
                </a:path>
                <a:path w="3385185" h="3636010">
                  <a:moveTo>
                    <a:pt x="2115743" y="2838742"/>
                  </a:moveTo>
                  <a:lnTo>
                    <a:pt x="2115743" y="2847024"/>
                  </a:lnTo>
                </a:path>
                <a:path w="3385185" h="3636010">
                  <a:moveTo>
                    <a:pt x="2115743" y="2872135"/>
                  </a:moveTo>
                  <a:lnTo>
                    <a:pt x="2115743" y="2888698"/>
                  </a:lnTo>
                </a:path>
                <a:path w="3385185" h="3636010">
                  <a:moveTo>
                    <a:pt x="2115743" y="2913532"/>
                  </a:moveTo>
                  <a:lnTo>
                    <a:pt x="2115743" y="2921814"/>
                  </a:lnTo>
                </a:path>
                <a:path w="3385185" h="3636010">
                  <a:moveTo>
                    <a:pt x="2115743" y="2954929"/>
                  </a:moveTo>
                  <a:lnTo>
                    <a:pt x="2115743" y="2963211"/>
                  </a:lnTo>
                </a:path>
                <a:path w="3385185" h="3636010">
                  <a:moveTo>
                    <a:pt x="2115743" y="2988322"/>
                  </a:moveTo>
                  <a:lnTo>
                    <a:pt x="2115743" y="3004885"/>
                  </a:lnTo>
                </a:path>
                <a:path w="3385185" h="3636010">
                  <a:moveTo>
                    <a:pt x="2115743" y="3029719"/>
                  </a:moveTo>
                  <a:lnTo>
                    <a:pt x="2115743" y="3038001"/>
                  </a:lnTo>
                </a:path>
                <a:path w="3385185" h="3636010">
                  <a:moveTo>
                    <a:pt x="2115743" y="3071116"/>
                  </a:moveTo>
                  <a:lnTo>
                    <a:pt x="2115743" y="3079675"/>
                  </a:lnTo>
                </a:path>
                <a:path w="3385185" h="3636010">
                  <a:moveTo>
                    <a:pt x="2115743" y="3104520"/>
                  </a:moveTo>
                  <a:lnTo>
                    <a:pt x="2115743" y="3121072"/>
                  </a:lnTo>
                </a:path>
                <a:path w="3385185" h="3636010">
                  <a:moveTo>
                    <a:pt x="2115743" y="3145917"/>
                  </a:moveTo>
                  <a:lnTo>
                    <a:pt x="2115743" y="3154188"/>
                  </a:lnTo>
                </a:path>
                <a:path w="3385185" h="3636010">
                  <a:moveTo>
                    <a:pt x="2115743" y="3187591"/>
                  </a:moveTo>
                  <a:lnTo>
                    <a:pt x="2115743" y="3195862"/>
                  </a:lnTo>
                </a:path>
                <a:path w="3385185" h="3636010">
                  <a:moveTo>
                    <a:pt x="2115743" y="3220707"/>
                  </a:moveTo>
                  <a:lnTo>
                    <a:pt x="2115743" y="3237259"/>
                  </a:lnTo>
                </a:path>
                <a:path w="3385185" h="3636010">
                  <a:moveTo>
                    <a:pt x="2115743" y="3262104"/>
                  </a:moveTo>
                  <a:lnTo>
                    <a:pt x="2115743" y="3270386"/>
                  </a:lnTo>
                </a:path>
                <a:path w="3385185" h="3636010">
                  <a:moveTo>
                    <a:pt x="2115743" y="3303778"/>
                  </a:moveTo>
                  <a:lnTo>
                    <a:pt x="2115743" y="3312060"/>
                  </a:lnTo>
                </a:path>
                <a:path w="3385185" h="3636010">
                  <a:moveTo>
                    <a:pt x="2115743" y="3336894"/>
                  </a:moveTo>
                  <a:lnTo>
                    <a:pt x="2115743" y="3353457"/>
                  </a:lnTo>
                </a:path>
                <a:path w="3385185" h="3636010">
                  <a:moveTo>
                    <a:pt x="2115743" y="3378291"/>
                  </a:moveTo>
                  <a:lnTo>
                    <a:pt x="2124040" y="3386573"/>
                  </a:lnTo>
                </a:path>
                <a:path w="3385185" h="3636010">
                  <a:moveTo>
                    <a:pt x="2124040" y="3419965"/>
                  </a:moveTo>
                  <a:lnTo>
                    <a:pt x="2124040" y="3428247"/>
                  </a:lnTo>
                </a:path>
                <a:path w="3385185" h="3636010">
                  <a:moveTo>
                    <a:pt x="2124040" y="3453081"/>
                  </a:moveTo>
                  <a:lnTo>
                    <a:pt x="2124040" y="3469644"/>
                  </a:lnTo>
                </a:path>
                <a:path w="3385185" h="3636010">
                  <a:moveTo>
                    <a:pt x="2124040" y="3494478"/>
                  </a:moveTo>
                  <a:lnTo>
                    <a:pt x="2124040" y="3502760"/>
                  </a:lnTo>
                </a:path>
                <a:path w="3385185" h="3636010">
                  <a:moveTo>
                    <a:pt x="2124040" y="3536152"/>
                  </a:moveTo>
                  <a:lnTo>
                    <a:pt x="2124040" y="3544434"/>
                  </a:lnTo>
                </a:path>
                <a:path w="3385185" h="3636010">
                  <a:moveTo>
                    <a:pt x="2124040" y="3569268"/>
                  </a:moveTo>
                  <a:lnTo>
                    <a:pt x="2124040" y="3585831"/>
                  </a:lnTo>
                </a:path>
                <a:path w="3385185" h="3636010">
                  <a:moveTo>
                    <a:pt x="2124040" y="3610676"/>
                  </a:moveTo>
                  <a:lnTo>
                    <a:pt x="2124040" y="3618947"/>
                  </a:lnTo>
                </a:path>
                <a:path w="3385185" h="3636010">
                  <a:moveTo>
                    <a:pt x="2970160" y="8193"/>
                  </a:moveTo>
                  <a:lnTo>
                    <a:pt x="2970160" y="24800"/>
                  </a:lnTo>
                </a:path>
                <a:path w="3385185" h="3636010">
                  <a:moveTo>
                    <a:pt x="2970160" y="49933"/>
                  </a:moveTo>
                  <a:lnTo>
                    <a:pt x="2970160" y="58237"/>
                  </a:lnTo>
                </a:path>
                <a:path w="3385185" h="3636010">
                  <a:moveTo>
                    <a:pt x="2970160" y="91341"/>
                  </a:moveTo>
                  <a:lnTo>
                    <a:pt x="2970160" y="99645"/>
                  </a:lnTo>
                </a:path>
                <a:path w="3385185" h="3636010">
                  <a:moveTo>
                    <a:pt x="2970160" y="132750"/>
                  </a:moveTo>
                  <a:lnTo>
                    <a:pt x="2970160" y="140943"/>
                  </a:lnTo>
                </a:path>
                <a:path w="3385185" h="3636010">
                  <a:moveTo>
                    <a:pt x="2970160" y="166076"/>
                  </a:moveTo>
                  <a:lnTo>
                    <a:pt x="2970160" y="182683"/>
                  </a:lnTo>
                </a:path>
                <a:path w="3385185" h="3636010">
                  <a:moveTo>
                    <a:pt x="2970160" y="207484"/>
                  </a:moveTo>
                  <a:lnTo>
                    <a:pt x="2970160" y="215788"/>
                  </a:lnTo>
                </a:path>
                <a:path w="3385185" h="3636010">
                  <a:moveTo>
                    <a:pt x="2970160" y="248893"/>
                  </a:moveTo>
                  <a:lnTo>
                    <a:pt x="2970160" y="257418"/>
                  </a:lnTo>
                </a:path>
                <a:path w="3385185" h="3636010">
                  <a:moveTo>
                    <a:pt x="2970160" y="282329"/>
                  </a:moveTo>
                  <a:lnTo>
                    <a:pt x="2970160" y="298826"/>
                  </a:lnTo>
                </a:path>
                <a:path w="3385185" h="3636010">
                  <a:moveTo>
                    <a:pt x="2970160" y="323738"/>
                  </a:moveTo>
                  <a:lnTo>
                    <a:pt x="2970160" y="331931"/>
                  </a:lnTo>
                </a:path>
                <a:path w="3385185" h="3636010">
                  <a:moveTo>
                    <a:pt x="2970160" y="365367"/>
                  </a:moveTo>
                  <a:lnTo>
                    <a:pt x="2970160" y="373671"/>
                  </a:lnTo>
                </a:path>
                <a:path w="3385185" h="3636010">
                  <a:moveTo>
                    <a:pt x="2970160" y="398472"/>
                  </a:moveTo>
                  <a:lnTo>
                    <a:pt x="2970160" y="415080"/>
                  </a:lnTo>
                </a:path>
                <a:path w="3385185" h="3636010">
                  <a:moveTo>
                    <a:pt x="2970160" y="439880"/>
                  </a:moveTo>
                  <a:lnTo>
                    <a:pt x="2970160" y="448184"/>
                  </a:lnTo>
                </a:path>
                <a:path w="3385185" h="3636010">
                  <a:moveTo>
                    <a:pt x="2970160" y="481510"/>
                  </a:moveTo>
                  <a:lnTo>
                    <a:pt x="2970160" y="489814"/>
                  </a:lnTo>
                </a:path>
                <a:path w="3385185" h="3636010">
                  <a:moveTo>
                    <a:pt x="2970160" y="514725"/>
                  </a:moveTo>
                  <a:lnTo>
                    <a:pt x="2970160" y="531222"/>
                  </a:lnTo>
                </a:path>
                <a:path w="3385185" h="3636010">
                  <a:moveTo>
                    <a:pt x="2970160" y="556023"/>
                  </a:moveTo>
                  <a:lnTo>
                    <a:pt x="2970160" y="564327"/>
                  </a:lnTo>
                </a:path>
                <a:path w="3385185" h="3636010">
                  <a:moveTo>
                    <a:pt x="2970160" y="597764"/>
                  </a:moveTo>
                  <a:lnTo>
                    <a:pt x="2970160" y="606067"/>
                  </a:lnTo>
                </a:path>
                <a:path w="3385185" h="3636010">
                  <a:moveTo>
                    <a:pt x="2970160" y="630868"/>
                  </a:moveTo>
                  <a:lnTo>
                    <a:pt x="2970160" y="647476"/>
                  </a:lnTo>
                </a:path>
                <a:path w="3385185" h="3636010">
                  <a:moveTo>
                    <a:pt x="2970160" y="672277"/>
                  </a:moveTo>
                  <a:lnTo>
                    <a:pt x="2970160" y="680580"/>
                  </a:lnTo>
                </a:path>
                <a:path w="3385185" h="3636010">
                  <a:moveTo>
                    <a:pt x="2970160" y="713906"/>
                  </a:moveTo>
                  <a:lnTo>
                    <a:pt x="2970160" y="722210"/>
                  </a:lnTo>
                </a:path>
                <a:path w="3385185" h="3636010">
                  <a:moveTo>
                    <a:pt x="2970160" y="747011"/>
                  </a:moveTo>
                  <a:lnTo>
                    <a:pt x="2970160" y="763619"/>
                  </a:lnTo>
                </a:path>
                <a:path w="3385185" h="3636010">
                  <a:moveTo>
                    <a:pt x="2970160" y="788419"/>
                  </a:moveTo>
                  <a:lnTo>
                    <a:pt x="2970160" y="797055"/>
                  </a:lnTo>
                </a:path>
                <a:path w="3385185" h="3636010">
                  <a:moveTo>
                    <a:pt x="2970160" y="830160"/>
                  </a:moveTo>
                  <a:lnTo>
                    <a:pt x="2970160" y="838353"/>
                  </a:lnTo>
                </a:path>
                <a:path w="3385185" h="3636010">
                  <a:moveTo>
                    <a:pt x="2970160" y="863264"/>
                  </a:moveTo>
                  <a:lnTo>
                    <a:pt x="2970160" y="879761"/>
                  </a:lnTo>
                </a:path>
                <a:path w="3385185" h="3636010">
                  <a:moveTo>
                    <a:pt x="2970160" y="904894"/>
                  </a:moveTo>
                  <a:lnTo>
                    <a:pt x="2970160" y="913198"/>
                  </a:lnTo>
                </a:path>
                <a:path w="3385185" h="3636010">
                  <a:moveTo>
                    <a:pt x="2970160" y="946303"/>
                  </a:moveTo>
                  <a:lnTo>
                    <a:pt x="2970160" y="954606"/>
                  </a:lnTo>
                </a:path>
                <a:path w="3385185" h="3636010">
                  <a:moveTo>
                    <a:pt x="2970160" y="979407"/>
                  </a:moveTo>
                  <a:lnTo>
                    <a:pt x="2970160" y="996015"/>
                  </a:lnTo>
                </a:path>
                <a:path w="3385185" h="3636010">
                  <a:moveTo>
                    <a:pt x="2970160" y="1021148"/>
                  </a:moveTo>
                  <a:lnTo>
                    <a:pt x="2970160" y="1029341"/>
                  </a:lnTo>
                </a:path>
                <a:path w="3385185" h="3636010">
                  <a:moveTo>
                    <a:pt x="2970160" y="1062556"/>
                  </a:moveTo>
                  <a:lnTo>
                    <a:pt x="2970160" y="1070749"/>
                  </a:lnTo>
                </a:path>
                <a:path w="3385185" h="3636010">
                  <a:moveTo>
                    <a:pt x="2970160" y="1095661"/>
                  </a:moveTo>
                  <a:lnTo>
                    <a:pt x="2970160" y="1112157"/>
                  </a:lnTo>
                </a:path>
                <a:path w="3385185" h="3636010">
                  <a:moveTo>
                    <a:pt x="2970160" y="1137290"/>
                  </a:moveTo>
                  <a:lnTo>
                    <a:pt x="2970160" y="1145594"/>
                  </a:lnTo>
                </a:path>
                <a:path w="3385185" h="3636010">
                  <a:moveTo>
                    <a:pt x="2970160" y="1178699"/>
                  </a:moveTo>
                  <a:lnTo>
                    <a:pt x="2970160" y="1187002"/>
                  </a:lnTo>
                </a:path>
                <a:path w="3385185" h="3636010">
                  <a:moveTo>
                    <a:pt x="2970160" y="1211803"/>
                  </a:moveTo>
                  <a:lnTo>
                    <a:pt x="2970160" y="1228411"/>
                  </a:lnTo>
                </a:path>
                <a:path w="3385185" h="3636010">
                  <a:moveTo>
                    <a:pt x="2970160" y="1253433"/>
                  </a:moveTo>
                  <a:lnTo>
                    <a:pt x="2970160" y="1261737"/>
                  </a:lnTo>
                </a:path>
                <a:path w="3385185" h="3636010">
                  <a:moveTo>
                    <a:pt x="2970160" y="1294841"/>
                  </a:moveTo>
                  <a:lnTo>
                    <a:pt x="2970160" y="1303145"/>
                  </a:lnTo>
                </a:path>
                <a:path w="3385185" h="3636010">
                  <a:moveTo>
                    <a:pt x="2970160" y="1328057"/>
                  </a:moveTo>
                  <a:lnTo>
                    <a:pt x="2970160" y="1344886"/>
                  </a:lnTo>
                </a:path>
                <a:path w="3385185" h="3636010">
                  <a:moveTo>
                    <a:pt x="2970160" y="1369686"/>
                  </a:moveTo>
                  <a:lnTo>
                    <a:pt x="2970160" y="1377990"/>
                  </a:lnTo>
                </a:path>
                <a:path w="3385185" h="3636010">
                  <a:moveTo>
                    <a:pt x="2970160" y="1411095"/>
                  </a:moveTo>
                  <a:lnTo>
                    <a:pt x="2970160" y="1419399"/>
                  </a:lnTo>
                </a:path>
                <a:path w="3385185" h="3636010">
                  <a:moveTo>
                    <a:pt x="2978458" y="1444199"/>
                  </a:moveTo>
                  <a:lnTo>
                    <a:pt x="2978458" y="1461028"/>
                  </a:lnTo>
                </a:path>
                <a:path w="3385185" h="3636010">
                  <a:moveTo>
                    <a:pt x="2978458" y="1485829"/>
                  </a:moveTo>
                  <a:lnTo>
                    <a:pt x="2978458" y="1494133"/>
                  </a:lnTo>
                </a:path>
                <a:path w="3385185" h="3636010">
                  <a:moveTo>
                    <a:pt x="2978458" y="1527238"/>
                  </a:moveTo>
                  <a:lnTo>
                    <a:pt x="2978458" y="1535541"/>
                  </a:lnTo>
                </a:path>
                <a:path w="3385185" h="3636010">
                  <a:moveTo>
                    <a:pt x="2978458" y="1560674"/>
                  </a:moveTo>
                  <a:lnTo>
                    <a:pt x="2978458" y="1577171"/>
                  </a:lnTo>
                </a:path>
                <a:path w="3385185" h="3636010">
                  <a:moveTo>
                    <a:pt x="2978458" y="1602083"/>
                  </a:moveTo>
                  <a:lnTo>
                    <a:pt x="2978458" y="1610386"/>
                  </a:lnTo>
                </a:path>
                <a:path w="3385185" h="3636010">
                  <a:moveTo>
                    <a:pt x="2978458" y="1643491"/>
                  </a:moveTo>
                  <a:lnTo>
                    <a:pt x="2978458" y="1651684"/>
                  </a:lnTo>
                </a:path>
                <a:path w="3385185" h="3636010">
                  <a:moveTo>
                    <a:pt x="2978458" y="1676817"/>
                  </a:moveTo>
                  <a:lnTo>
                    <a:pt x="2978458" y="1693425"/>
                  </a:lnTo>
                </a:path>
                <a:path w="3385185" h="3636010">
                  <a:moveTo>
                    <a:pt x="2978458" y="1718225"/>
                  </a:moveTo>
                  <a:lnTo>
                    <a:pt x="2978458" y="1726529"/>
                  </a:lnTo>
                </a:path>
                <a:path w="3385185" h="3636010">
                  <a:moveTo>
                    <a:pt x="2978458" y="1759634"/>
                  </a:moveTo>
                  <a:lnTo>
                    <a:pt x="2978458" y="1767938"/>
                  </a:lnTo>
                </a:path>
                <a:path w="3385185" h="3636010">
                  <a:moveTo>
                    <a:pt x="2978458" y="1793070"/>
                  </a:moveTo>
                  <a:lnTo>
                    <a:pt x="2978458" y="1809567"/>
                  </a:lnTo>
                </a:path>
                <a:path w="3385185" h="3636010">
                  <a:moveTo>
                    <a:pt x="2978458" y="1834479"/>
                  </a:moveTo>
                  <a:lnTo>
                    <a:pt x="2978458" y="1842672"/>
                  </a:lnTo>
                </a:path>
                <a:path w="3385185" h="3636010">
                  <a:moveTo>
                    <a:pt x="2978458" y="1875887"/>
                  </a:moveTo>
                  <a:lnTo>
                    <a:pt x="2978458" y="1884412"/>
                  </a:lnTo>
                </a:path>
                <a:path w="3385185" h="3636010">
                  <a:moveTo>
                    <a:pt x="2978458" y="1909213"/>
                  </a:moveTo>
                  <a:lnTo>
                    <a:pt x="2978458" y="1925821"/>
                  </a:lnTo>
                </a:path>
                <a:path w="3385185" h="3636010">
                  <a:moveTo>
                    <a:pt x="2978458" y="1950622"/>
                  </a:moveTo>
                  <a:lnTo>
                    <a:pt x="2978458" y="1958925"/>
                  </a:lnTo>
                </a:path>
                <a:path w="3385185" h="3636010">
                  <a:moveTo>
                    <a:pt x="2978458" y="1992251"/>
                  </a:moveTo>
                  <a:lnTo>
                    <a:pt x="2978458" y="2000555"/>
                  </a:lnTo>
                </a:path>
                <a:path w="3385185" h="3636010">
                  <a:moveTo>
                    <a:pt x="2978458" y="2025467"/>
                  </a:moveTo>
                  <a:lnTo>
                    <a:pt x="2978458" y="2041964"/>
                  </a:lnTo>
                </a:path>
                <a:path w="3385185" h="3636010">
                  <a:moveTo>
                    <a:pt x="2978458" y="2066764"/>
                  </a:moveTo>
                  <a:lnTo>
                    <a:pt x="2978458" y="2075068"/>
                  </a:lnTo>
                </a:path>
                <a:path w="3385185" h="3636010">
                  <a:moveTo>
                    <a:pt x="2978458" y="2108505"/>
                  </a:moveTo>
                  <a:lnTo>
                    <a:pt x="2978458" y="2116809"/>
                  </a:lnTo>
                </a:path>
                <a:path w="3385185" h="3636010">
                  <a:moveTo>
                    <a:pt x="2978458" y="2141609"/>
                  </a:moveTo>
                  <a:lnTo>
                    <a:pt x="2978458" y="2158217"/>
                  </a:lnTo>
                </a:path>
                <a:path w="3385185" h="3636010">
                  <a:moveTo>
                    <a:pt x="2978458" y="2183018"/>
                  </a:moveTo>
                  <a:lnTo>
                    <a:pt x="2978458" y="2191322"/>
                  </a:lnTo>
                </a:path>
                <a:path w="3385185" h="3636010">
                  <a:moveTo>
                    <a:pt x="2978458" y="2224648"/>
                  </a:moveTo>
                  <a:lnTo>
                    <a:pt x="2978458" y="2232951"/>
                  </a:lnTo>
                </a:path>
                <a:path w="3385185" h="3636010">
                  <a:moveTo>
                    <a:pt x="2978458" y="2266056"/>
                  </a:moveTo>
                  <a:lnTo>
                    <a:pt x="2978458" y="2274360"/>
                  </a:lnTo>
                </a:path>
                <a:path w="3385185" h="3636010">
                  <a:moveTo>
                    <a:pt x="2978458" y="2299160"/>
                  </a:moveTo>
                  <a:lnTo>
                    <a:pt x="2978458" y="2315768"/>
                  </a:lnTo>
                </a:path>
                <a:path w="3385185" h="3636010">
                  <a:moveTo>
                    <a:pt x="2978458" y="2340901"/>
                  </a:moveTo>
                  <a:lnTo>
                    <a:pt x="2978458" y="2349094"/>
                  </a:lnTo>
                </a:path>
                <a:path w="3385185" h="3636010">
                  <a:moveTo>
                    <a:pt x="2978458" y="2382309"/>
                  </a:moveTo>
                  <a:lnTo>
                    <a:pt x="2978458" y="2390502"/>
                  </a:lnTo>
                </a:path>
                <a:path w="3385185" h="3636010">
                  <a:moveTo>
                    <a:pt x="2978458" y="2415414"/>
                  </a:moveTo>
                  <a:lnTo>
                    <a:pt x="2978458" y="2432243"/>
                  </a:lnTo>
                </a:path>
                <a:path w="3385185" h="3636010">
                  <a:moveTo>
                    <a:pt x="2978458" y="2457044"/>
                  </a:moveTo>
                  <a:lnTo>
                    <a:pt x="2978458" y="2465347"/>
                  </a:lnTo>
                </a:path>
                <a:path w="3385185" h="3636010">
                  <a:moveTo>
                    <a:pt x="2978458" y="2498452"/>
                  </a:moveTo>
                  <a:lnTo>
                    <a:pt x="2978458" y="2506756"/>
                  </a:lnTo>
                </a:path>
                <a:path w="3385185" h="3636010">
                  <a:moveTo>
                    <a:pt x="2978458" y="2531557"/>
                  </a:moveTo>
                  <a:lnTo>
                    <a:pt x="2978458" y="2548386"/>
                  </a:lnTo>
                </a:path>
                <a:path w="3385185" h="3636010">
                  <a:moveTo>
                    <a:pt x="2978458" y="2573297"/>
                  </a:moveTo>
                  <a:lnTo>
                    <a:pt x="2978458" y="2581490"/>
                  </a:lnTo>
                </a:path>
                <a:path w="3385185" h="3636010">
                  <a:moveTo>
                    <a:pt x="2978458" y="2614595"/>
                  </a:moveTo>
                  <a:lnTo>
                    <a:pt x="2978458" y="2622899"/>
                  </a:lnTo>
                </a:path>
                <a:path w="3385185" h="3636010">
                  <a:moveTo>
                    <a:pt x="2978458" y="2648031"/>
                  </a:moveTo>
                  <a:lnTo>
                    <a:pt x="2978458" y="2664639"/>
                  </a:lnTo>
                </a:path>
                <a:path w="3385185" h="3636010">
                  <a:moveTo>
                    <a:pt x="2978458" y="2689440"/>
                  </a:moveTo>
                  <a:lnTo>
                    <a:pt x="2978458" y="2697744"/>
                  </a:lnTo>
                </a:path>
                <a:path w="3385185" h="3636010">
                  <a:moveTo>
                    <a:pt x="2978458" y="2730848"/>
                  </a:moveTo>
                  <a:lnTo>
                    <a:pt x="2978458" y="2739152"/>
                  </a:lnTo>
                </a:path>
                <a:path w="3385185" h="3636010">
                  <a:moveTo>
                    <a:pt x="2978458" y="2764230"/>
                  </a:moveTo>
                  <a:lnTo>
                    <a:pt x="2978458" y="2780782"/>
                  </a:lnTo>
                </a:path>
                <a:path w="3385185" h="3636010">
                  <a:moveTo>
                    <a:pt x="2978458" y="2805627"/>
                  </a:moveTo>
                  <a:lnTo>
                    <a:pt x="2978458" y="2813909"/>
                  </a:lnTo>
                </a:path>
                <a:path w="3385185" h="3636010">
                  <a:moveTo>
                    <a:pt x="2978458" y="2847024"/>
                  </a:moveTo>
                  <a:lnTo>
                    <a:pt x="2978458" y="2855306"/>
                  </a:lnTo>
                </a:path>
                <a:path w="3385185" h="3636010">
                  <a:moveTo>
                    <a:pt x="2978458" y="2880417"/>
                  </a:moveTo>
                  <a:lnTo>
                    <a:pt x="2978458" y="2896980"/>
                  </a:lnTo>
                </a:path>
                <a:path w="3385185" h="3636010">
                  <a:moveTo>
                    <a:pt x="2978458" y="2921814"/>
                  </a:moveTo>
                  <a:lnTo>
                    <a:pt x="2978458" y="2930096"/>
                  </a:lnTo>
                </a:path>
                <a:path w="3385185" h="3636010">
                  <a:moveTo>
                    <a:pt x="2978458" y="2963211"/>
                  </a:moveTo>
                  <a:lnTo>
                    <a:pt x="2978458" y="2971770"/>
                  </a:lnTo>
                </a:path>
                <a:path w="3385185" h="3636010">
                  <a:moveTo>
                    <a:pt x="2978458" y="2996604"/>
                  </a:moveTo>
                  <a:lnTo>
                    <a:pt x="2978458" y="3013167"/>
                  </a:lnTo>
                </a:path>
                <a:path w="3385185" h="3636010">
                  <a:moveTo>
                    <a:pt x="2978458" y="3038001"/>
                  </a:moveTo>
                  <a:lnTo>
                    <a:pt x="2978458" y="3046283"/>
                  </a:lnTo>
                </a:path>
                <a:path w="3385185" h="3636010">
                  <a:moveTo>
                    <a:pt x="2978458" y="3079675"/>
                  </a:moveTo>
                  <a:lnTo>
                    <a:pt x="2978458" y="3087957"/>
                  </a:lnTo>
                </a:path>
                <a:path w="3385185" h="3636010">
                  <a:moveTo>
                    <a:pt x="2978458" y="3112791"/>
                  </a:moveTo>
                  <a:lnTo>
                    <a:pt x="2978458" y="3129354"/>
                  </a:lnTo>
                </a:path>
                <a:path w="3385185" h="3636010">
                  <a:moveTo>
                    <a:pt x="2978458" y="3154188"/>
                  </a:moveTo>
                  <a:lnTo>
                    <a:pt x="2978458" y="3162470"/>
                  </a:lnTo>
                </a:path>
                <a:path w="3385185" h="3636010">
                  <a:moveTo>
                    <a:pt x="2978458" y="3195862"/>
                  </a:moveTo>
                  <a:lnTo>
                    <a:pt x="2978458" y="3204144"/>
                  </a:lnTo>
                </a:path>
                <a:path w="3385185" h="3636010">
                  <a:moveTo>
                    <a:pt x="2978458" y="3228989"/>
                  </a:moveTo>
                  <a:lnTo>
                    <a:pt x="2978458" y="3245541"/>
                  </a:lnTo>
                </a:path>
                <a:path w="3385185" h="3636010">
                  <a:moveTo>
                    <a:pt x="2978458" y="3270386"/>
                  </a:moveTo>
                  <a:lnTo>
                    <a:pt x="2978458" y="3278657"/>
                  </a:lnTo>
                </a:path>
                <a:path w="3385185" h="3636010">
                  <a:moveTo>
                    <a:pt x="2978458" y="3312060"/>
                  </a:moveTo>
                  <a:lnTo>
                    <a:pt x="2978458" y="3320331"/>
                  </a:lnTo>
                </a:path>
                <a:path w="3385185" h="3636010">
                  <a:moveTo>
                    <a:pt x="2978458" y="3345176"/>
                  </a:moveTo>
                  <a:lnTo>
                    <a:pt x="2978458" y="3361728"/>
                  </a:lnTo>
                </a:path>
                <a:path w="3385185" h="3636010">
                  <a:moveTo>
                    <a:pt x="2978458" y="3386573"/>
                  </a:moveTo>
                  <a:lnTo>
                    <a:pt x="2978458" y="3394855"/>
                  </a:lnTo>
                </a:path>
                <a:path w="3385185" h="3636010">
                  <a:moveTo>
                    <a:pt x="2978458" y="3428247"/>
                  </a:moveTo>
                  <a:lnTo>
                    <a:pt x="2978458" y="3436529"/>
                  </a:lnTo>
                </a:path>
                <a:path w="3385185" h="3636010">
                  <a:moveTo>
                    <a:pt x="2978458" y="3461363"/>
                  </a:moveTo>
                  <a:lnTo>
                    <a:pt x="2978458" y="3477926"/>
                  </a:lnTo>
                </a:path>
                <a:path w="3385185" h="3636010">
                  <a:moveTo>
                    <a:pt x="2978458" y="3502760"/>
                  </a:moveTo>
                  <a:lnTo>
                    <a:pt x="2978458" y="3511318"/>
                  </a:lnTo>
                </a:path>
                <a:path w="3385185" h="3636010">
                  <a:moveTo>
                    <a:pt x="2978458" y="3544434"/>
                  </a:moveTo>
                  <a:lnTo>
                    <a:pt x="2978458" y="3552716"/>
                  </a:lnTo>
                </a:path>
                <a:path w="3385185" h="3636010">
                  <a:moveTo>
                    <a:pt x="2978458" y="3577550"/>
                  </a:moveTo>
                  <a:lnTo>
                    <a:pt x="2978458" y="3594113"/>
                  </a:lnTo>
                </a:path>
                <a:path w="3385185" h="3636010">
                  <a:moveTo>
                    <a:pt x="2978458" y="3618947"/>
                  </a:moveTo>
                  <a:lnTo>
                    <a:pt x="2978458" y="3627505"/>
                  </a:lnTo>
                </a:path>
                <a:path w="3385185" h="3636010">
                  <a:moveTo>
                    <a:pt x="3376625" y="8193"/>
                  </a:moveTo>
                  <a:lnTo>
                    <a:pt x="3376625" y="16496"/>
                  </a:lnTo>
                </a:path>
                <a:path w="3385185" h="3636010">
                  <a:moveTo>
                    <a:pt x="3376625" y="49933"/>
                  </a:moveTo>
                  <a:lnTo>
                    <a:pt x="3376625" y="58237"/>
                  </a:lnTo>
                </a:path>
                <a:path w="3385185" h="3636010">
                  <a:moveTo>
                    <a:pt x="3376625" y="83038"/>
                  </a:moveTo>
                  <a:lnTo>
                    <a:pt x="3376625" y="99645"/>
                  </a:lnTo>
                </a:path>
                <a:path w="3385185" h="3636010">
                  <a:moveTo>
                    <a:pt x="3376625" y="124446"/>
                  </a:moveTo>
                  <a:lnTo>
                    <a:pt x="3376625" y="132750"/>
                  </a:lnTo>
                </a:path>
                <a:path w="3385185" h="3636010">
                  <a:moveTo>
                    <a:pt x="3376625" y="166076"/>
                  </a:moveTo>
                  <a:lnTo>
                    <a:pt x="3376625" y="174380"/>
                  </a:lnTo>
                </a:path>
                <a:path w="3385185" h="3636010">
                  <a:moveTo>
                    <a:pt x="3376625" y="199180"/>
                  </a:moveTo>
                  <a:lnTo>
                    <a:pt x="3376625" y="215788"/>
                  </a:lnTo>
                </a:path>
                <a:path w="3385185" h="3636010">
                  <a:moveTo>
                    <a:pt x="3376625" y="240589"/>
                  </a:moveTo>
                  <a:lnTo>
                    <a:pt x="3376625" y="248893"/>
                  </a:lnTo>
                </a:path>
                <a:path w="3385185" h="3636010">
                  <a:moveTo>
                    <a:pt x="3376625" y="282329"/>
                  </a:moveTo>
                  <a:lnTo>
                    <a:pt x="3376625" y="290633"/>
                  </a:lnTo>
                </a:path>
                <a:path w="3385185" h="3636010">
                  <a:moveTo>
                    <a:pt x="3376625" y="315434"/>
                  </a:moveTo>
                  <a:lnTo>
                    <a:pt x="3376625" y="331931"/>
                  </a:lnTo>
                </a:path>
                <a:path w="3385185" h="3636010">
                  <a:moveTo>
                    <a:pt x="3376625" y="356842"/>
                  </a:moveTo>
                  <a:lnTo>
                    <a:pt x="3376625" y="365367"/>
                  </a:lnTo>
                </a:path>
                <a:path w="3385185" h="3636010">
                  <a:moveTo>
                    <a:pt x="3376625" y="398472"/>
                  </a:moveTo>
                  <a:lnTo>
                    <a:pt x="3376625" y="406776"/>
                  </a:lnTo>
                </a:path>
                <a:path w="3385185" h="3636010">
                  <a:moveTo>
                    <a:pt x="3376625" y="431577"/>
                  </a:moveTo>
                  <a:lnTo>
                    <a:pt x="3376625" y="448184"/>
                  </a:lnTo>
                </a:path>
                <a:path w="3385185" h="3636010">
                  <a:moveTo>
                    <a:pt x="3376625" y="473317"/>
                  </a:moveTo>
                  <a:lnTo>
                    <a:pt x="3376625" y="481510"/>
                  </a:lnTo>
                </a:path>
                <a:path w="3385185" h="3636010">
                  <a:moveTo>
                    <a:pt x="3376625" y="514725"/>
                  </a:moveTo>
                  <a:lnTo>
                    <a:pt x="3376625" y="522919"/>
                  </a:lnTo>
                </a:path>
                <a:path w="3385185" h="3636010">
                  <a:moveTo>
                    <a:pt x="3376625" y="547830"/>
                  </a:moveTo>
                  <a:lnTo>
                    <a:pt x="3376625" y="564327"/>
                  </a:lnTo>
                </a:path>
                <a:path w="3385185" h="3636010">
                  <a:moveTo>
                    <a:pt x="3376625" y="589460"/>
                  </a:moveTo>
                  <a:lnTo>
                    <a:pt x="3376625" y="597764"/>
                  </a:lnTo>
                </a:path>
                <a:path w="3385185" h="3636010">
                  <a:moveTo>
                    <a:pt x="3376625" y="630868"/>
                  </a:moveTo>
                  <a:lnTo>
                    <a:pt x="3376625" y="639172"/>
                  </a:lnTo>
                </a:path>
                <a:path w="3385185" h="3636010">
                  <a:moveTo>
                    <a:pt x="3376625" y="663973"/>
                  </a:moveTo>
                  <a:lnTo>
                    <a:pt x="3376625" y="680580"/>
                  </a:lnTo>
                </a:path>
                <a:path w="3385185" h="3636010">
                  <a:moveTo>
                    <a:pt x="3376625" y="705713"/>
                  </a:moveTo>
                  <a:lnTo>
                    <a:pt x="3376625" y="713906"/>
                  </a:lnTo>
                </a:path>
                <a:path w="3385185" h="3636010">
                  <a:moveTo>
                    <a:pt x="3376625" y="747011"/>
                  </a:moveTo>
                  <a:lnTo>
                    <a:pt x="3376625" y="755315"/>
                  </a:lnTo>
                </a:path>
                <a:path w="3385185" h="3636010">
                  <a:moveTo>
                    <a:pt x="3376625" y="780226"/>
                  </a:moveTo>
                  <a:lnTo>
                    <a:pt x="3376625" y="797055"/>
                  </a:lnTo>
                </a:path>
                <a:path w="3385185" h="3636010">
                  <a:moveTo>
                    <a:pt x="3384923" y="821856"/>
                  </a:moveTo>
                  <a:lnTo>
                    <a:pt x="3384923" y="830160"/>
                  </a:lnTo>
                </a:path>
                <a:path w="3385185" h="3636010">
                  <a:moveTo>
                    <a:pt x="3384923" y="863264"/>
                  </a:moveTo>
                  <a:lnTo>
                    <a:pt x="3384923" y="871568"/>
                  </a:lnTo>
                </a:path>
                <a:path w="3385185" h="3636010">
                  <a:moveTo>
                    <a:pt x="3384923" y="896369"/>
                  </a:moveTo>
                  <a:lnTo>
                    <a:pt x="3384923" y="913198"/>
                  </a:lnTo>
                </a:path>
                <a:path w="3385185" h="3636010">
                  <a:moveTo>
                    <a:pt x="3384923" y="937999"/>
                  </a:moveTo>
                  <a:lnTo>
                    <a:pt x="3384923" y="946303"/>
                  </a:lnTo>
                </a:path>
                <a:path w="3385185" h="3636010">
                  <a:moveTo>
                    <a:pt x="3384923" y="979407"/>
                  </a:moveTo>
                  <a:lnTo>
                    <a:pt x="3384923" y="987711"/>
                  </a:lnTo>
                </a:path>
                <a:path w="3385185" h="3636010">
                  <a:moveTo>
                    <a:pt x="3384923" y="1021148"/>
                  </a:moveTo>
                  <a:lnTo>
                    <a:pt x="3384923" y="1029341"/>
                  </a:lnTo>
                </a:path>
                <a:path w="3385185" h="3636010">
                  <a:moveTo>
                    <a:pt x="3384923" y="1054252"/>
                  </a:moveTo>
                  <a:lnTo>
                    <a:pt x="3384923" y="1070749"/>
                  </a:lnTo>
                </a:path>
                <a:path w="3385185" h="3636010">
                  <a:moveTo>
                    <a:pt x="3384923" y="1095661"/>
                  </a:moveTo>
                  <a:lnTo>
                    <a:pt x="3384923" y="1103854"/>
                  </a:lnTo>
                </a:path>
                <a:path w="3385185" h="3636010">
                  <a:moveTo>
                    <a:pt x="3384923" y="1137290"/>
                  </a:moveTo>
                  <a:lnTo>
                    <a:pt x="3384923" y="1145594"/>
                  </a:lnTo>
                </a:path>
                <a:path w="3385185" h="3636010">
                  <a:moveTo>
                    <a:pt x="3384923" y="1170395"/>
                  </a:moveTo>
                  <a:lnTo>
                    <a:pt x="3384923" y="1187002"/>
                  </a:lnTo>
                </a:path>
                <a:path w="3385185" h="3636010">
                  <a:moveTo>
                    <a:pt x="3384923" y="1211803"/>
                  </a:moveTo>
                  <a:lnTo>
                    <a:pt x="3384923" y="1220107"/>
                  </a:lnTo>
                </a:path>
                <a:path w="3385185" h="3636010">
                  <a:moveTo>
                    <a:pt x="3384923" y="1253433"/>
                  </a:moveTo>
                  <a:lnTo>
                    <a:pt x="3384923" y="1261737"/>
                  </a:lnTo>
                </a:path>
                <a:path w="3385185" h="3636010">
                  <a:moveTo>
                    <a:pt x="3384923" y="1286648"/>
                  </a:moveTo>
                  <a:lnTo>
                    <a:pt x="3384923" y="1303145"/>
                  </a:lnTo>
                </a:path>
                <a:path w="3385185" h="3636010">
                  <a:moveTo>
                    <a:pt x="3384923" y="1328057"/>
                  </a:moveTo>
                  <a:lnTo>
                    <a:pt x="3384923" y="1336250"/>
                  </a:lnTo>
                </a:path>
                <a:path w="3385185" h="3636010">
                  <a:moveTo>
                    <a:pt x="3384923" y="1369686"/>
                  </a:moveTo>
                  <a:lnTo>
                    <a:pt x="3384923" y="1377990"/>
                  </a:lnTo>
                </a:path>
                <a:path w="3385185" h="3636010">
                  <a:moveTo>
                    <a:pt x="3384923" y="1402791"/>
                  </a:moveTo>
                  <a:lnTo>
                    <a:pt x="3384923" y="1419399"/>
                  </a:lnTo>
                </a:path>
                <a:path w="3385185" h="3636010">
                  <a:moveTo>
                    <a:pt x="3384923" y="1444199"/>
                  </a:moveTo>
                  <a:lnTo>
                    <a:pt x="3384923" y="1452725"/>
                  </a:lnTo>
                </a:path>
                <a:path w="3385185" h="3636010">
                  <a:moveTo>
                    <a:pt x="3384923" y="1485829"/>
                  </a:moveTo>
                  <a:lnTo>
                    <a:pt x="3384923" y="1494133"/>
                  </a:lnTo>
                </a:path>
                <a:path w="3385185" h="3636010">
                  <a:moveTo>
                    <a:pt x="3384923" y="1518934"/>
                  </a:moveTo>
                  <a:lnTo>
                    <a:pt x="3384923" y="1535541"/>
                  </a:lnTo>
                </a:path>
                <a:path w="3385185" h="3636010">
                  <a:moveTo>
                    <a:pt x="3384923" y="1560674"/>
                  </a:moveTo>
                  <a:lnTo>
                    <a:pt x="3384923" y="1568978"/>
                  </a:lnTo>
                </a:path>
                <a:path w="3385185" h="3636010">
                  <a:moveTo>
                    <a:pt x="3384923" y="1602083"/>
                  </a:moveTo>
                  <a:lnTo>
                    <a:pt x="3384923" y="1610386"/>
                  </a:lnTo>
                </a:path>
                <a:path w="3385185" h="3636010">
                  <a:moveTo>
                    <a:pt x="3384923" y="1635187"/>
                  </a:moveTo>
                  <a:lnTo>
                    <a:pt x="3384923" y="1651684"/>
                  </a:lnTo>
                </a:path>
                <a:path w="3385185" h="3636010">
                  <a:moveTo>
                    <a:pt x="3384923" y="1676817"/>
                  </a:moveTo>
                  <a:lnTo>
                    <a:pt x="3384923" y="1685121"/>
                  </a:lnTo>
                </a:path>
                <a:path w="3385185" h="3636010">
                  <a:moveTo>
                    <a:pt x="3384923" y="1718225"/>
                  </a:moveTo>
                  <a:lnTo>
                    <a:pt x="3384923" y="1726529"/>
                  </a:lnTo>
                </a:path>
                <a:path w="3385185" h="3636010">
                  <a:moveTo>
                    <a:pt x="3384923" y="1751330"/>
                  </a:moveTo>
                  <a:lnTo>
                    <a:pt x="3384923" y="1767938"/>
                  </a:lnTo>
                </a:path>
                <a:path w="3385185" h="3636010">
                  <a:moveTo>
                    <a:pt x="3384923" y="1793070"/>
                  </a:moveTo>
                  <a:lnTo>
                    <a:pt x="3384923" y="1801264"/>
                  </a:lnTo>
                </a:path>
                <a:path w="3385185" h="3636010">
                  <a:moveTo>
                    <a:pt x="3384923" y="1834479"/>
                  </a:moveTo>
                  <a:lnTo>
                    <a:pt x="3384923" y="1842672"/>
                  </a:lnTo>
                </a:path>
                <a:path w="3385185" h="3636010">
                  <a:moveTo>
                    <a:pt x="3384923" y="1867583"/>
                  </a:moveTo>
                  <a:lnTo>
                    <a:pt x="3384923" y="1884412"/>
                  </a:lnTo>
                </a:path>
                <a:path w="3385185" h="3636010">
                  <a:moveTo>
                    <a:pt x="3384923" y="1909213"/>
                  </a:moveTo>
                  <a:lnTo>
                    <a:pt x="3384923" y="1917517"/>
                  </a:lnTo>
                </a:path>
                <a:path w="3385185" h="3636010">
                  <a:moveTo>
                    <a:pt x="3384923" y="1950622"/>
                  </a:moveTo>
                  <a:lnTo>
                    <a:pt x="3384923" y="1958925"/>
                  </a:lnTo>
                </a:path>
                <a:path w="3385185" h="3636010">
                  <a:moveTo>
                    <a:pt x="3384923" y="1983726"/>
                  </a:moveTo>
                  <a:lnTo>
                    <a:pt x="3384923" y="2000555"/>
                  </a:lnTo>
                </a:path>
                <a:path w="3385185" h="3636010">
                  <a:moveTo>
                    <a:pt x="3384923" y="2025467"/>
                  </a:moveTo>
                  <a:lnTo>
                    <a:pt x="3384923" y="2033660"/>
                  </a:lnTo>
                </a:path>
                <a:path w="3385185" h="3636010">
                  <a:moveTo>
                    <a:pt x="3384923" y="2066764"/>
                  </a:moveTo>
                  <a:lnTo>
                    <a:pt x="3384923" y="2075068"/>
                  </a:lnTo>
                </a:path>
                <a:path w="3385185" h="3636010">
                  <a:moveTo>
                    <a:pt x="3384923" y="2100201"/>
                  </a:moveTo>
                  <a:lnTo>
                    <a:pt x="3384923" y="2116809"/>
                  </a:lnTo>
                </a:path>
                <a:path w="3385185" h="3636010">
                  <a:moveTo>
                    <a:pt x="3384923" y="2141609"/>
                  </a:moveTo>
                  <a:lnTo>
                    <a:pt x="3384923" y="2149913"/>
                  </a:lnTo>
                </a:path>
                <a:path w="3385185" h="3636010">
                  <a:moveTo>
                    <a:pt x="3384923" y="2183018"/>
                  </a:moveTo>
                  <a:lnTo>
                    <a:pt x="3384923" y="2191322"/>
                  </a:lnTo>
                </a:path>
                <a:path w="3385185" h="3636010">
                  <a:moveTo>
                    <a:pt x="3384923" y="2216344"/>
                  </a:moveTo>
                  <a:lnTo>
                    <a:pt x="3384923" y="2232951"/>
                  </a:lnTo>
                </a:path>
                <a:path w="3385185" h="3636010">
                  <a:moveTo>
                    <a:pt x="3384923" y="2257752"/>
                  </a:moveTo>
                  <a:lnTo>
                    <a:pt x="3384923" y="2266056"/>
                  </a:lnTo>
                </a:path>
                <a:path w="3385185" h="3636010">
                  <a:moveTo>
                    <a:pt x="3384923" y="2299160"/>
                  </a:moveTo>
                  <a:lnTo>
                    <a:pt x="3384923" y="2307464"/>
                  </a:lnTo>
                </a:path>
                <a:path w="3385185" h="3636010">
                  <a:moveTo>
                    <a:pt x="3384923" y="2332597"/>
                  </a:moveTo>
                  <a:lnTo>
                    <a:pt x="3384923" y="2349094"/>
                  </a:lnTo>
                </a:path>
                <a:path w="3385185" h="3636010">
                  <a:moveTo>
                    <a:pt x="3384923" y="2374005"/>
                  </a:moveTo>
                  <a:lnTo>
                    <a:pt x="3384923" y="2382309"/>
                  </a:lnTo>
                </a:path>
                <a:path w="3385185" h="3636010">
                  <a:moveTo>
                    <a:pt x="3384923" y="2415414"/>
                  </a:moveTo>
                  <a:lnTo>
                    <a:pt x="3384923" y="2423607"/>
                  </a:lnTo>
                </a:path>
                <a:path w="3385185" h="3636010">
                  <a:moveTo>
                    <a:pt x="3384923" y="2448740"/>
                  </a:moveTo>
                  <a:lnTo>
                    <a:pt x="3384923" y="2465347"/>
                  </a:lnTo>
                </a:path>
                <a:path w="3385185" h="3636010">
                  <a:moveTo>
                    <a:pt x="3384923" y="2490148"/>
                  </a:moveTo>
                  <a:lnTo>
                    <a:pt x="3384923" y="2498452"/>
                  </a:lnTo>
                </a:path>
                <a:path w="3385185" h="3636010">
                  <a:moveTo>
                    <a:pt x="3384923" y="2531557"/>
                  </a:moveTo>
                  <a:lnTo>
                    <a:pt x="3384923" y="2540082"/>
                  </a:lnTo>
                </a:path>
                <a:path w="3385185" h="3636010">
                  <a:moveTo>
                    <a:pt x="3384923" y="2564993"/>
                  </a:moveTo>
                  <a:lnTo>
                    <a:pt x="3384923" y="2581490"/>
                  </a:lnTo>
                </a:path>
                <a:path w="3385185" h="3636010">
                  <a:moveTo>
                    <a:pt x="3384923" y="2606402"/>
                  </a:moveTo>
                  <a:lnTo>
                    <a:pt x="3384923" y="2614595"/>
                  </a:lnTo>
                </a:path>
                <a:path w="3385185" h="3636010">
                  <a:moveTo>
                    <a:pt x="3384923" y="2648031"/>
                  </a:moveTo>
                  <a:lnTo>
                    <a:pt x="3384923" y="2656335"/>
                  </a:lnTo>
                </a:path>
                <a:path w="3385185" h="3636010">
                  <a:moveTo>
                    <a:pt x="3384923" y="2681136"/>
                  </a:moveTo>
                  <a:lnTo>
                    <a:pt x="3384923" y="2697744"/>
                  </a:lnTo>
                </a:path>
                <a:path w="3385185" h="3636010">
                  <a:moveTo>
                    <a:pt x="3384923" y="2722544"/>
                  </a:moveTo>
                  <a:lnTo>
                    <a:pt x="3384923" y="2730848"/>
                  </a:lnTo>
                </a:path>
                <a:path w="3385185" h="3636010">
                  <a:moveTo>
                    <a:pt x="3384923" y="2764230"/>
                  </a:moveTo>
                  <a:lnTo>
                    <a:pt x="3384923" y="2772511"/>
                  </a:lnTo>
                </a:path>
                <a:path w="3385185" h="3636010">
                  <a:moveTo>
                    <a:pt x="3384923" y="2797345"/>
                  </a:moveTo>
                  <a:lnTo>
                    <a:pt x="3384923" y="2813909"/>
                  </a:lnTo>
                </a:path>
                <a:path w="3385185" h="3636010">
                  <a:moveTo>
                    <a:pt x="3384923" y="2838742"/>
                  </a:moveTo>
                  <a:lnTo>
                    <a:pt x="3384923" y="2847024"/>
                  </a:lnTo>
                </a:path>
                <a:path w="3385185" h="3636010">
                  <a:moveTo>
                    <a:pt x="3384923" y="2880417"/>
                  </a:moveTo>
                  <a:lnTo>
                    <a:pt x="3384923" y="2888698"/>
                  </a:lnTo>
                </a:path>
                <a:path w="3385185" h="3636010">
                  <a:moveTo>
                    <a:pt x="3384923" y="2913532"/>
                  </a:moveTo>
                  <a:lnTo>
                    <a:pt x="3384923" y="2930096"/>
                  </a:lnTo>
                </a:path>
                <a:path w="3385185" h="3636010">
                  <a:moveTo>
                    <a:pt x="3384923" y="2954929"/>
                  </a:moveTo>
                  <a:lnTo>
                    <a:pt x="3384923" y="2963211"/>
                  </a:lnTo>
                </a:path>
                <a:path w="3385185" h="3636010">
                  <a:moveTo>
                    <a:pt x="3384923" y="2996604"/>
                  </a:moveTo>
                  <a:lnTo>
                    <a:pt x="3384923" y="3004885"/>
                  </a:lnTo>
                </a:path>
                <a:path w="3385185" h="3636010">
                  <a:moveTo>
                    <a:pt x="3384923" y="3029719"/>
                  </a:moveTo>
                  <a:lnTo>
                    <a:pt x="3384923" y="3046283"/>
                  </a:lnTo>
                </a:path>
                <a:path w="3385185" h="3636010">
                  <a:moveTo>
                    <a:pt x="3384923" y="3071116"/>
                  </a:moveTo>
                  <a:lnTo>
                    <a:pt x="3384923" y="3087957"/>
                  </a:lnTo>
                </a:path>
                <a:path w="3385185" h="3636010">
                  <a:moveTo>
                    <a:pt x="3384923" y="3112791"/>
                  </a:moveTo>
                  <a:lnTo>
                    <a:pt x="3384923" y="3121072"/>
                  </a:lnTo>
                </a:path>
                <a:path w="3385185" h="3636010">
                  <a:moveTo>
                    <a:pt x="3384923" y="3154188"/>
                  </a:moveTo>
                  <a:lnTo>
                    <a:pt x="3384923" y="3162470"/>
                  </a:lnTo>
                </a:path>
                <a:path w="3385185" h="3636010">
                  <a:moveTo>
                    <a:pt x="3384923" y="3187591"/>
                  </a:moveTo>
                  <a:lnTo>
                    <a:pt x="3384923" y="3204144"/>
                  </a:lnTo>
                </a:path>
                <a:path w="3385185" h="3636010">
                  <a:moveTo>
                    <a:pt x="3384923" y="3228989"/>
                  </a:moveTo>
                  <a:lnTo>
                    <a:pt x="3384923" y="3237259"/>
                  </a:lnTo>
                </a:path>
                <a:path w="3385185" h="3636010">
                  <a:moveTo>
                    <a:pt x="3384923" y="3270386"/>
                  </a:moveTo>
                  <a:lnTo>
                    <a:pt x="3384923" y="3278657"/>
                  </a:lnTo>
                </a:path>
                <a:path w="3385185" h="3636010">
                  <a:moveTo>
                    <a:pt x="3384923" y="3303778"/>
                  </a:moveTo>
                  <a:lnTo>
                    <a:pt x="3384923" y="3320331"/>
                  </a:lnTo>
                </a:path>
                <a:path w="3385185" h="3636010">
                  <a:moveTo>
                    <a:pt x="3384923" y="3345176"/>
                  </a:moveTo>
                  <a:lnTo>
                    <a:pt x="3384923" y="3353457"/>
                  </a:lnTo>
                </a:path>
                <a:path w="3385185" h="3636010">
                  <a:moveTo>
                    <a:pt x="3384923" y="3386573"/>
                  </a:moveTo>
                  <a:lnTo>
                    <a:pt x="3384923" y="3394855"/>
                  </a:lnTo>
                </a:path>
                <a:path w="3385185" h="3636010">
                  <a:moveTo>
                    <a:pt x="3384923" y="3419965"/>
                  </a:moveTo>
                  <a:lnTo>
                    <a:pt x="3384923" y="3436529"/>
                  </a:lnTo>
                </a:path>
                <a:path w="3385185" h="3636010">
                  <a:moveTo>
                    <a:pt x="3384923" y="3461363"/>
                  </a:moveTo>
                  <a:lnTo>
                    <a:pt x="3384923" y="3469644"/>
                  </a:lnTo>
                </a:path>
                <a:path w="3385185" h="3636010">
                  <a:moveTo>
                    <a:pt x="3384923" y="3502760"/>
                  </a:moveTo>
                  <a:lnTo>
                    <a:pt x="3384923" y="3511318"/>
                  </a:lnTo>
                </a:path>
                <a:path w="3385185" h="3636010">
                  <a:moveTo>
                    <a:pt x="3384923" y="3536152"/>
                  </a:moveTo>
                  <a:lnTo>
                    <a:pt x="3384923" y="3552716"/>
                  </a:lnTo>
                </a:path>
                <a:path w="3385185" h="3636010">
                  <a:moveTo>
                    <a:pt x="3384923" y="3577550"/>
                  </a:moveTo>
                  <a:lnTo>
                    <a:pt x="3384923" y="3585831"/>
                  </a:lnTo>
                </a:path>
                <a:path w="3385185" h="3636010">
                  <a:moveTo>
                    <a:pt x="3384923" y="3618947"/>
                  </a:moveTo>
                  <a:lnTo>
                    <a:pt x="3384923" y="3627505"/>
                  </a:lnTo>
                </a:path>
                <a:path w="3385185" h="3636010">
                  <a:moveTo>
                    <a:pt x="2546989" y="16496"/>
                  </a:moveTo>
                  <a:lnTo>
                    <a:pt x="2546989" y="24800"/>
                  </a:lnTo>
                </a:path>
                <a:path w="3385185" h="3636010">
                  <a:moveTo>
                    <a:pt x="2546989" y="58237"/>
                  </a:moveTo>
                  <a:lnTo>
                    <a:pt x="2546989" y="66430"/>
                  </a:lnTo>
                </a:path>
                <a:path w="3385185" h="3636010">
                  <a:moveTo>
                    <a:pt x="2546989" y="91341"/>
                  </a:moveTo>
                  <a:lnTo>
                    <a:pt x="2546990" y="107838"/>
                  </a:lnTo>
                </a:path>
                <a:path w="3385185" h="3636010">
                  <a:moveTo>
                    <a:pt x="2546990" y="132750"/>
                  </a:moveTo>
                  <a:lnTo>
                    <a:pt x="2546990" y="140943"/>
                  </a:lnTo>
                </a:path>
                <a:path w="3385185" h="3636010">
                  <a:moveTo>
                    <a:pt x="2546990" y="174380"/>
                  </a:moveTo>
                  <a:lnTo>
                    <a:pt x="2546990" y="182683"/>
                  </a:lnTo>
                </a:path>
                <a:path w="3385185" h="3636010">
                  <a:moveTo>
                    <a:pt x="2546990" y="207484"/>
                  </a:moveTo>
                  <a:lnTo>
                    <a:pt x="2546990" y="224092"/>
                  </a:lnTo>
                </a:path>
                <a:path w="3385185" h="3636010">
                  <a:moveTo>
                    <a:pt x="2546990" y="248893"/>
                  </a:moveTo>
                  <a:lnTo>
                    <a:pt x="2546990" y="257418"/>
                  </a:lnTo>
                </a:path>
                <a:path w="3385185" h="3636010">
                  <a:moveTo>
                    <a:pt x="2546990" y="290633"/>
                  </a:moveTo>
                  <a:lnTo>
                    <a:pt x="2546990" y="298826"/>
                  </a:lnTo>
                </a:path>
                <a:path w="3385185" h="3636010">
                  <a:moveTo>
                    <a:pt x="2546990" y="323738"/>
                  </a:moveTo>
                  <a:lnTo>
                    <a:pt x="2546990" y="340235"/>
                  </a:lnTo>
                </a:path>
                <a:path w="3385185" h="3636010">
                  <a:moveTo>
                    <a:pt x="2546990" y="365367"/>
                  </a:moveTo>
                  <a:lnTo>
                    <a:pt x="2546990" y="373671"/>
                  </a:lnTo>
                </a:path>
                <a:path w="3385185" h="3636010">
                  <a:moveTo>
                    <a:pt x="2546990" y="406776"/>
                  </a:moveTo>
                  <a:lnTo>
                    <a:pt x="2546990" y="415080"/>
                  </a:lnTo>
                </a:path>
                <a:path w="3385185" h="3636010">
                  <a:moveTo>
                    <a:pt x="2546990" y="439880"/>
                  </a:moveTo>
                  <a:lnTo>
                    <a:pt x="2546990" y="456488"/>
                  </a:lnTo>
                </a:path>
                <a:path w="3385185" h="3636010">
                  <a:moveTo>
                    <a:pt x="2546990" y="481510"/>
                  </a:moveTo>
                  <a:lnTo>
                    <a:pt x="2546990" y="489814"/>
                  </a:lnTo>
                </a:path>
                <a:path w="3385185" h="3636010">
                  <a:moveTo>
                    <a:pt x="2546990" y="522919"/>
                  </a:moveTo>
                  <a:lnTo>
                    <a:pt x="2546990" y="531222"/>
                  </a:lnTo>
                </a:path>
                <a:path w="3385185" h="3636010">
                  <a:moveTo>
                    <a:pt x="2546990" y="556023"/>
                  </a:moveTo>
                  <a:lnTo>
                    <a:pt x="2546990" y="572631"/>
                  </a:lnTo>
                </a:path>
                <a:path w="3385185" h="3636010">
                  <a:moveTo>
                    <a:pt x="2546990" y="597764"/>
                  </a:moveTo>
                  <a:lnTo>
                    <a:pt x="2546990" y="606067"/>
                  </a:lnTo>
                </a:path>
                <a:path w="3385185" h="3636010">
                  <a:moveTo>
                    <a:pt x="2546990" y="639172"/>
                  </a:moveTo>
                  <a:lnTo>
                    <a:pt x="2546990" y="647476"/>
                  </a:lnTo>
                </a:path>
                <a:path w="3385185" h="3636010">
                  <a:moveTo>
                    <a:pt x="2546990" y="672277"/>
                  </a:moveTo>
                  <a:lnTo>
                    <a:pt x="2546990" y="689106"/>
                  </a:lnTo>
                </a:path>
                <a:path w="3385185" h="3636010">
                  <a:moveTo>
                    <a:pt x="2546990" y="713906"/>
                  </a:moveTo>
                  <a:lnTo>
                    <a:pt x="2546990" y="722210"/>
                  </a:lnTo>
                </a:path>
                <a:path w="3385185" h="3636010">
                  <a:moveTo>
                    <a:pt x="2546990" y="755315"/>
                  </a:moveTo>
                  <a:lnTo>
                    <a:pt x="2546990" y="763619"/>
                  </a:lnTo>
                </a:path>
                <a:path w="3385185" h="3636010">
                  <a:moveTo>
                    <a:pt x="2546990" y="788419"/>
                  </a:moveTo>
                  <a:lnTo>
                    <a:pt x="2546990" y="805248"/>
                  </a:lnTo>
                </a:path>
                <a:path w="3385185" h="3636010">
                  <a:moveTo>
                    <a:pt x="2546990" y="830160"/>
                  </a:moveTo>
                  <a:lnTo>
                    <a:pt x="2546990" y="838353"/>
                  </a:lnTo>
                </a:path>
                <a:path w="3385185" h="3636010">
                  <a:moveTo>
                    <a:pt x="2546990" y="871568"/>
                  </a:moveTo>
                  <a:lnTo>
                    <a:pt x="2546990" y="879761"/>
                  </a:lnTo>
                </a:path>
                <a:path w="3385185" h="3636010">
                  <a:moveTo>
                    <a:pt x="2546990" y="904894"/>
                  </a:moveTo>
                  <a:lnTo>
                    <a:pt x="2546990" y="921502"/>
                  </a:lnTo>
                </a:path>
                <a:path w="3385185" h="3636010">
                  <a:moveTo>
                    <a:pt x="2546990" y="946303"/>
                  </a:moveTo>
                  <a:lnTo>
                    <a:pt x="2546990" y="954606"/>
                  </a:lnTo>
                </a:path>
                <a:path w="3385185" h="3636010">
                  <a:moveTo>
                    <a:pt x="2546990" y="987711"/>
                  </a:moveTo>
                  <a:lnTo>
                    <a:pt x="2546990" y="996015"/>
                  </a:lnTo>
                </a:path>
                <a:path w="3385185" h="3636010">
                  <a:moveTo>
                    <a:pt x="2546990" y="1021148"/>
                  </a:moveTo>
                  <a:lnTo>
                    <a:pt x="2546990" y="1037645"/>
                  </a:lnTo>
                </a:path>
                <a:path w="3385185" h="3636010">
                  <a:moveTo>
                    <a:pt x="2546990" y="1062556"/>
                  </a:moveTo>
                  <a:lnTo>
                    <a:pt x="2546990" y="1070749"/>
                  </a:lnTo>
                </a:path>
                <a:path w="3385185" h="3636010">
                  <a:moveTo>
                    <a:pt x="2546990" y="1103854"/>
                  </a:moveTo>
                  <a:lnTo>
                    <a:pt x="2546990" y="1112157"/>
                  </a:lnTo>
                </a:path>
                <a:path w="3385185" h="3636010">
                  <a:moveTo>
                    <a:pt x="2546990" y="1137290"/>
                  </a:moveTo>
                  <a:lnTo>
                    <a:pt x="2546990" y="1153898"/>
                  </a:lnTo>
                </a:path>
                <a:path w="3385185" h="3636010">
                  <a:moveTo>
                    <a:pt x="2546990" y="1178699"/>
                  </a:moveTo>
                  <a:lnTo>
                    <a:pt x="2546990" y="1187002"/>
                  </a:lnTo>
                </a:path>
                <a:path w="3385185" h="3636010">
                  <a:moveTo>
                    <a:pt x="2546990" y="1220107"/>
                  </a:moveTo>
                  <a:lnTo>
                    <a:pt x="2546990" y="1228411"/>
                  </a:lnTo>
                </a:path>
                <a:path w="3385185" h="3636010">
                  <a:moveTo>
                    <a:pt x="2546990" y="1253433"/>
                  </a:moveTo>
                  <a:lnTo>
                    <a:pt x="2546990" y="1270041"/>
                  </a:lnTo>
                </a:path>
                <a:path w="3385185" h="3636010">
                  <a:moveTo>
                    <a:pt x="2546990" y="1294841"/>
                  </a:moveTo>
                  <a:lnTo>
                    <a:pt x="2546990" y="1303145"/>
                  </a:lnTo>
                </a:path>
                <a:path w="3385185" h="3636010">
                  <a:moveTo>
                    <a:pt x="2546990" y="1336250"/>
                  </a:moveTo>
                  <a:lnTo>
                    <a:pt x="2546990" y="1344886"/>
                  </a:lnTo>
                </a:path>
                <a:path w="3385185" h="3636010">
                  <a:moveTo>
                    <a:pt x="2546990" y="1377990"/>
                  </a:moveTo>
                  <a:lnTo>
                    <a:pt x="2546990" y="1386183"/>
                  </a:lnTo>
                </a:path>
                <a:path w="3385185" h="3636010">
                  <a:moveTo>
                    <a:pt x="2546990" y="1411095"/>
                  </a:moveTo>
                  <a:lnTo>
                    <a:pt x="2546990" y="1427592"/>
                  </a:lnTo>
                </a:path>
                <a:path w="3385185" h="3636010">
                  <a:moveTo>
                    <a:pt x="2546990" y="1452725"/>
                  </a:moveTo>
                  <a:lnTo>
                    <a:pt x="2546990" y="1461028"/>
                  </a:lnTo>
                </a:path>
                <a:path w="3385185" h="3636010">
                  <a:moveTo>
                    <a:pt x="2546990" y="1494133"/>
                  </a:moveTo>
                  <a:lnTo>
                    <a:pt x="2546990" y="1502437"/>
                  </a:lnTo>
                </a:path>
                <a:path w="3385185" h="3636010">
                  <a:moveTo>
                    <a:pt x="2546990" y="1527238"/>
                  </a:moveTo>
                  <a:lnTo>
                    <a:pt x="2546990" y="1543845"/>
                  </a:lnTo>
                </a:path>
                <a:path w="3385185" h="3636010">
                  <a:moveTo>
                    <a:pt x="2546990" y="1568978"/>
                  </a:moveTo>
                  <a:lnTo>
                    <a:pt x="2546990" y="1577171"/>
                  </a:lnTo>
                </a:path>
                <a:path w="3385185" h="3636010">
                  <a:moveTo>
                    <a:pt x="2546990" y="1610386"/>
                  </a:moveTo>
                  <a:lnTo>
                    <a:pt x="2546990" y="1618580"/>
                  </a:lnTo>
                </a:path>
                <a:path w="3385185" h="3636010">
                  <a:moveTo>
                    <a:pt x="2555287" y="1643491"/>
                  </a:moveTo>
                  <a:lnTo>
                    <a:pt x="2555287" y="1659988"/>
                  </a:lnTo>
                </a:path>
                <a:path w="3385185" h="3636010">
                  <a:moveTo>
                    <a:pt x="2555287" y="1685121"/>
                  </a:moveTo>
                  <a:lnTo>
                    <a:pt x="2555287" y="1693425"/>
                  </a:lnTo>
                </a:path>
                <a:path w="3385185" h="3636010">
                  <a:moveTo>
                    <a:pt x="2555287" y="1726529"/>
                  </a:moveTo>
                  <a:lnTo>
                    <a:pt x="2555287" y="1734833"/>
                  </a:lnTo>
                </a:path>
                <a:path w="3385185" h="3636010">
                  <a:moveTo>
                    <a:pt x="2555287" y="1759634"/>
                  </a:moveTo>
                  <a:lnTo>
                    <a:pt x="2555287" y="1776463"/>
                  </a:lnTo>
                </a:path>
                <a:path w="3385185" h="3636010">
                  <a:moveTo>
                    <a:pt x="2555287" y="1801264"/>
                  </a:moveTo>
                  <a:lnTo>
                    <a:pt x="2555287" y="1809567"/>
                  </a:lnTo>
                </a:path>
                <a:path w="3385185" h="3636010">
                  <a:moveTo>
                    <a:pt x="2555287" y="1842672"/>
                  </a:moveTo>
                  <a:lnTo>
                    <a:pt x="2555287" y="1850976"/>
                  </a:lnTo>
                </a:path>
                <a:path w="3385185" h="3636010">
                  <a:moveTo>
                    <a:pt x="2555287" y="1875887"/>
                  </a:moveTo>
                  <a:lnTo>
                    <a:pt x="2555287" y="1892716"/>
                  </a:lnTo>
                </a:path>
                <a:path w="3385185" h="3636010">
                  <a:moveTo>
                    <a:pt x="2555287" y="1917517"/>
                  </a:moveTo>
                  <a:lnTo>
                    <a:pt x="2555287" y="1925821"/>
                  </a:lnTo>
                </a:path>
                <a:path w="3385185" h="3636010">
                  <a:moveTo>
                    <a:pt x="2555287" y="1958925"/>
                  </a:moveTo>
                  <a:lnTo>
                    <a:pt x="2555287" y="1967229"/>
                  </a:lnTo>
                </a:path>
                <a:path w="3385185" h="3636010">
                  <a:moveTo>
                    <a:pt x="2555287" y="1992251"/>
                  </a:moveTo>
                  <a:lnTo>
                    <a:pt x="2555287" y="2008859"/>
                  </a:lnTo>
                </a:path>
                <a:path w="3385185" h="3636010">
                  <a:moveTo>
                    <a:pt x="2555287" y="2033660"/>
                  </a:moveTo>
                  <a:lnTo>
                    <a:pt x="2555287" y="2041964"/>
                  </a:lnTo>
                </a:path>
                <a:path w="3385185" h="3636010">
                  <a:moveTo>
                    <a:pt x="2555287" y="2075068"/>
                  </a:moveTo>
                  <a:lnTo>
                    <a:pt x="2555287" y="2083372"/>
                  </a:lnTo>
                </a:path>
                <a:path w="3385185" h="3636010">
                  <a:moveTo>
                    <a:pt x="2555287" y="2108505"/>
                  </a:moveTo>
                  <a:lnTo>
                    <a:pt x="2555287" y="2125002"/>
                  </a:lnTo>
                </a:path>
                <a:path w="3385185" h="3636010">
                  <a:moveTo>
                    <a:pt x="2555287" y="2149913"/>
                  </a:moveTo>
                  <a:lnTo>
                    <a:pt x="2555287" y="2158217"/>
                  </a:lnTo>
                </a:path>
                <a:path w="3385185" h="3636010">
                  <a:moveTo>
                    <a:pt x="2555287" y="2191322"/>
                  </a:moveTo>
                  <a:lnTo>
                    <a:pt x="2555287" y="2199515"/>
                  </a:lnTo>
                </a:path>
                <a:path w="3385185" h="3636010">
                  <a:moveTo>
                    <a:pt x="2555287" y="2224648"/>
                  </a:moveTo>
                  <a:lnTo>
                    <a:pt x="2555287" y="2241255"/>
                  </a:lnTo>
                </a:path>
                <a:path w="3385185" h="3636010">
                  <a:moveTo>
                    <a:pt x="2555287" y="2266056"/>
                  </a:moveTo>
                  <a:lnTo>
                    <a:pt x="2555287" y="2274360"/>
                  </a:lnTo>
                </a:path>
                <a:path w="3385185" h="3636010">
                  <a:moveTo>
                    <a:pt x="2555287" y="2307464"/>
                  </a:moveTo>
                  <a:lnTo>
                    <a:pt x="2555287" y="2315768"/>
                  </a:lnTo>
                </a:path>
                <a:path w="3385185" h="3636010">
                  <a:moveTo>
                    <a:pt x="2555287" y="2340901"/>
                  </a:moveTo>
                  <a:lnTo>
                    <a:pt x="2555287" y="2357398"/>
                  </a:lnTo>
                </a:path>
                <a:path w="3385185" h="3636010">
                  <a:moveTo>
                    <a:pt x="2555287" y="2382309"/>
                  </a:moveTo>
                  <a:lnTo>
                    <a:pt x="2555287" y="2390502"/>
                  </a:lnTo>
                </a:path>
                <a:path w="3385185" h="3636010">
                  <a:moveTo>
                    <a:pt x="2555287" y="2423607"/>
                  </a:moveTo>
                  <a:lnTo>
                    <a:pt x="2555287" y="2432243"/>
                  </a:lnTo>
                </a:path>
                <a:path w="3385185" h="3636010">
                  <a:moveTo>
                    <a:pt x="2555287" y="2457044"/>
                  </a:moveTo>
                  <a:lnTo>
                    <a:pt x="2555287" y="2473651"/>
                  </a:lnTo>
                </a:path>
                <a:path w="3385185" h="3636010">
                  <a:moveTo>
                    <a:pt x="2555287" y="2498452"/>
                  </a:moveTo>
                  <a:lnTo>
                    <a:pt x="2555287" y="2506756"/>
                  </a:lnTo>
                </a:path>
                <a:path w="3385185" h="3636010">
                  <a:moveTo>
                    <a:pt x="2555287" y="2540082"/>
                  </a:moveTo>
                  <a:lnTo>
                    <a:pt x="2555287" y="2548386"/>
                  </a:lnTo>
                </a:path>
                <a:path w="3385185" h="3636010">
                  <a:moveTo>
                    <a:pt x="2555287" y="2573297"/>
                  </a:moveTo>
                  <a:lnTo>
                    <a:pt x="2555287" y="2589794"/>
                  </a:lnTo>
                </a:path>
                <a:path w="3385185" h="3636010">
                  <a:moveTo>
                    <a:pt x="2555287" y="2614595"/>
                  </a:moveTo>
                  <a:lnTo>
                    <a:pt x="2555287" y="2622899"/>
                  </a:lnTo>
                </a:path>
                <a:path w="3385185" h="3636010">
                  <a:moveTo>
                    <a:pt x="2555287" y="2656335"/>
                  </a:moveTo>
                  <a:lnTo>
                    <a:pt x="2555287" y="2664639"/>
                  </a:lnTo>
                </a:path>
                <a:path w="3385185" h="3636010">
                  <a:moveTo>
                    <a:pt x="2555287" y="2689440"/>
                  </a:moveTo>
                  <a:lnTo>
                    <a:pt x="2555287" y="2706047"/>
                  </a:lnTo>
                </a:path>
                <a:path w="3385185" h="3636010">
                  <a:moveTo>
                    <a:pt x="2555287" y="2730848"/>
                  </a:moveTo>
                  <a:lnTo>
                    <a:pt x="2555287" y="2739152"/>
                  </a:lnTo>
                </a:path>
                <a:path w="3385185" h="3636010">
                  <a:moveTo>
                    <a:pt x="2555287" y="2772511"/>
                  </a:moveTo>
                  <a:lnTo>
                    <a:pt x="2555287" y="2780782"/>
                  </a:lnTo>
                </a:path>
                <a:path w="3385185" h="3636010">
                  <a:moveTo>
                    <a:pt x="2555287" y="2805627"/>
                  </a:moveTo>
                  <a:lnTo>
                    <a:pt x="2555287" y="2822179"/>
                  </a:lnTo>
                </a:path>
                <a:path w="3385185" h="3636010">
                  <a:moveTo>
                    <a:pt x="2555287" y="2847024"/>
                  </a:moveTo>
                  <a:lnTo>
                    <a:pt x="2555287" y="2855306"/>
                  </a:lnTo>
                </a:path>
                <a:path w="3385185" h="3636010">
                  <a:moveTo>
                    <a:pt x="2555287" y="2888698"/>
                  </a:moveTo>
                  <a:lnTo>
                    <a:pt x="2555287" y="2896980"/>
                  </a:lnTo>
                </a:path>
                <a:path w="3385185" h="3636010">
                  <a:moveTo>
                    <a:pt x="2555287" y="2921814"/>
                  </a:moveTo>
                  <a:lnTo>
                    <a:pt x="2555287" y="2938377"/>
                  </a:lnTo>
                </a:path>
                <a:path w="3385185" h="3636010">
                  <a:moveTo>
                    <a:pt x="2555287" y="2963211"/>
                  </a:moveTo>
                  <a:lnTo>
                    <a:pt x="2555287" y="2971770"/>
                  </a:lnTo>
                </a:path>
                <a:path w="3385185" h="3636010">
                  <a:moveTo>
                    <a:pt x="2555287" y="3004885"/>
                  </a:moveTo>
                  <a:lnTo>
                    <a:pt x="2555287" y="3013167"/>
                  </a:lnTo>
                </a:path>
                <a:path w="3385185" h="3636010">
                  <a:moveTo>
                    <a:pt x="2555287" y="3038001"/>
                  </a:moveTo>
                  <a:lnTo>
                    <a:pt x="2555287" y="3054564"/>
                  </a:lnTo>
                </a:path>
                <a:path w="3385185" h="3636010">
                  <a:moveTo>
                    <a:pt x="2555287" y="3079675"/>
                  </a:moveTo>
                  <a:lnTo>
                    <a:pt x="2555287" y="3087957"/>
                  </a:lnTo>
                </a:path>
                <a:path w="3385185" h="3636010">
                  <a:moveTo>
                    <a:pt x="2555287" y="3121072"/>
                  </a:moveTo>
                  <a:lnTo>
                    <a:pt x="2555287" y="3129354"/>
                  </a:lnTo>
                </a:path>
                <a:path w="3385185" h="3636010">
                  <a:moveTo>
                    <a:pt x="2555287" y="3154188"/>
                  </a:moveTo>
                  <a:lnTo>
                    <a:pt x="2555287" y="3170751"/>
                  </a:lnTo>
                </a:path>
                <a:path w="3385185" h="3636010">
                  <a:moveTo>
                    <a:pt x="2555287" y="3195862"/>
                  </a:moveTo>
                  <a:lnTo>
                    <a:pt x="2555287" y="3204144"/>
                  </a:lnTo>
                </a:path>
                <a:path w="3385185" h="3636010">
                  <a:moveTo>
                    <a:pt x="2555287" y="3237259"/>
                  </a:moveTo>
                  <a:lnTo>
                    <a:pt x="2555287" y="3245541"/>
                  </a:lnTo>
                </a:path>
                <a:path w="3385185" h="3636010">
                  <a:moveTo>
                    <a:pt x="2555287" y="3270386"/>
                  </a:moveTo>
                  <a:lnTo>
                    <a:pt x="2555287" y="3286938"/>
                  </a:lnTo>
                </a:path>
                <a:path w="3385185" h="3636010">
                  <a:moveTo>
                    <a:pt x="2555287" y="3312060"/>
                  </a:moveTo>
                  <a:lnTo>
                    <a:pt x="2555287" y="3320331"/>
                  </a:lnTo>
                </a:path>
                <a:path w="3385185" h="3636010">
                  <a:moveTo>
                    <a:pt x="2555287" y="3353457"/>
                  </a:moveTo>
                  <a:lnTo>
                    <a:pt x="2555287" y="3361728"/>
                  </a:lnTo>
                </a:path>
                <a:path w="3385185" h="3636010">
                  <a:moveTo>
                    <a:pt x="2555287" y="3386573"/>
                  </a:moveTo>
                  <a:lnTo>
                    <a:pt x="2555287" y="3403402"/>
                  </a:lnTo>
                </a:path>
                <a:path w="3385185" h="3636010">
                  <a:moveTo>
                    <a:pt x="2555287" y="3428247"/>
                  </a:moveTo>
                  <a:lnTo>
                    <a:pt x="2555287" y="3444799"/>
                  </a:lnTo>
                </a:path>
                <a:path w="3385185" h="3636010">
                  <a:moveTo>
                    <a:pt x="2555287" y="3469644"/>
                  </a:moveTo>
                  <a:lnTo>
                    <a:pt x="2555287" y="3477926"/>
                  </a:lnTo>
                </a:path>
                <a:path w="3385185" h="3636010">
                  <a:moveTo>
                    <a:pt x="2555287" y="3511318"/>
                  </a:moveTo>
                  <a:lnTo>
                    <a:pt x="2555287" y="3519600"/>
                  </a:lnTo>
                </a:path>
                <a:path w="3385185" h="3636010">
                  <a:moveTo>
                    <a:pt x="2555287" y="3544434"/>
                  </a:moveTo>
                  <a:lnTo>
                    <a:pt x="2555287" y="3560997"/>
                  </a:lnTo>
                </a:path>
                <a:path w="3385185" h="3636010">
                  <a:moveTo>
                    <a:pt x="2555287" y="3585831"/>
                  </a:moveTo>
                  <a:lnTo>
                    <a:pt x="2555287" y="3594113"/>
                  </a:lnTo>
                </a:path>
                <a:path w="3385185" h="3636010">
                  <a:moveTo>
                    <a:pt x="2555287" y="3627505"/>
                  </a:moveTo>
                  <a:lnTo>
                    <a:pt x="2555287" y="3635787"/>
                  </a:lnTo>
                </a:path>
              </a:pathLst>
            </a:custGeom>
            <a:ln w="8291">
              <a:solidFill>
                <a:srgbClr val="232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80766" y="6025292"/>
              <a:ext cx="307006" cy="91354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80019" y="2687866"/>
            <a:ext cx="257208" cy="99535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71179" y="5063200"/>
            <a:ext cx="323511" cy="99645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63167" y="5778015"/>
            <a:ext cx="456394" cy="99623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79467" y="3390147"/>
            <a:ext cx="340093" cy="99645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87203" y="3924470"/>
            <a:ext cx="398383" cy="99645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87203" y="4250201"/>
            <a:ext cx="406669" cy="99645"/>
          </a:xfrm>
          <a:prstGeom prst="rect">
            <a:avLst/>
          </a:prstGeom>
        </p:spPr>
      </p:pic>
      <p:sp>
        <p:nvSpPr>
          <p:cNvPr id="61" name="Footer Placeholder 60">
            <a:extLst>
              <a:ext uri="{FF2B5EF4-FFF2-40B4-BE49-F238E27FC236}">
                <a16:creationId xmlns:a16="http://schemas.microsoft.com/office/drawing/2014/main" id="{E2D60D83-C97E-5616-B597-8C8791FB295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5A8C09DD-6441-4A44-6BFF-EBB2C67468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41</a:t>
            </a:fld>
            <a:endParaRPr lang="en-GB"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Spectrum</a:t>
            </a:r>
            <a:r>
              <a:rPr spc="-65" dirty="0"/>
              <a:t> </a:t>
            </a:r>
            <a:r>
              <a:rPr spc="-10" dirty="0"/>
              <a:t>assignment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71040"/>
            <a:ext cx="8350884" cy="50387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&lt;100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MHz: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CB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radio,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pagers.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20" dirty="0">
                <a:latin typeface="Arial"/>
                <a:cs typeface="Arial"/>
              </a:rPr>
              <a:t>100-</a:t>
            </a:r>
            <a:r>
              <a:rPr sz="2400" b="1" dirty="0">
                <a:latin typeface="Arial"/>
                <a:cs typeface="Arial"/>
              </a:rPr>
              <a:t>700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MHz: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broadcast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(radio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TV)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20" dirty="0">
                <a:latin typeface="Arial"/>
                <a:cs typeface="Arial"/>
              </a:rPr>
              <a:t>400-</a:t>
            </a:r>
            <a:r>
              <a:rPr sz="2400" b="1" dirty="0">
                <a:latin typeface="Arial"/>
                <a:cs typeface="Arial"/>
              </a:rPr>
              <a:t>500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MHz: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cellular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trunking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radio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systems</a:t>
            </a:r>
            <a:endParaRPr sz="2400" dirty="0">
              <a:latin typeface="Arial MT"/>
              <a:cs typeface="Arial MT"/>
            </a:endParaRPr>
          </a:p>
          <a:p>
            <a:pPr marL="355600" marR="424180" indent="-342900">
              <a:lnSpc>
                <a:spcPts val="2590"/>
              </a:lnSpc>
              <a:spcBef>
                <a:spcPts val="6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spc="-20" dirty="0">
                <a:latin typeface="Arial"/>
                <a:cs typeface="Arial"/>
              </a:rPr>
              <a:t>700-</a:t>
            </a:r>
            <a:r>
              <a:rPr sz="2400" b="1" dirty="0">
                <a:latin typeface="Arial"/>
                <a:cs typeface="Arial"/>
              </a:rPr>
              <a:t>1000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MHz: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cellular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(analogue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second- </a:t>
            </a:r>
            <a:r>
              <a:rPr sz="2400" dirty="0">
                <a:latin typeface="Arial MT"/>
                <a:cs typeface="Arial MT"/>
              </a:rPr>
              <a:t>generation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digital);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emergency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communications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20" dirty="0">
                <a:latin typeface="Arial"/>
                <a:cs typeface="Arial"/>
              </a:rPr>
              <a:t>1.8-</a:t>
            </a:r>
            <a:r>
              <a:rPr sz="2400" b="1" dirty="0">
                <a:latin typeface="Arial"/>
                <a:cs typeface="Arial"/>
              </a:rPr>
              <a:t>2.0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GHz: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frequency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cellular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cordless</a:t>
            </a:r>
            <a:endParaRPr sz="2400" dirty="0">
              <a:latin typeface="Arial MT"/>
              <a:cs typeface="Arial MT"/>
            </a:endParaRPr>
          </a:p>
          <a:p>
            <a:pPr marL="355600" marR="57785" indent="-342900">
              <a:lnSpc>
                <a:spcPct val="901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spc="-20" dirty="0">
                <a:latin typeface="Arial"/>
                <a:cs typeface="Arial"/>
              </a:rPr>
              <a:t>2.4-</a:t>
            </a:r>
            <a:r>
              <a:rPr sz="2400" b="1" dirty="0">
                <a:latin typeface="Arial"/>
                <a:cs typeface="Arial"/>
              </a:rPr>
              <a:t>2.5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GHz: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cordless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phones,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wireless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wireless </a:t>
            </a:r>
            <a:r>
              <a:rPr sz="2400" dirty="0">
                <a:latin typeface="Arial MT"/>
                <a:cs typeface="Arial MT"/>
              </a:rPr>
              <a:t>PANs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(personal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networks);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devices,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e.g., </a:t>
            </a:r>
            <a:r>
              <a:rPr sz="2400" dirty="0">
                <a:latin typeface="Arial MT"/>
                <a:cs typeface="Arial MT"/>
              </a:rPr>
              <a:t>microwave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ovens.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20" dirty="0">
                <a:latin typeface="Arial"/>
                <a:cs typeface="Arial"/>
              </a:rPr>
              <a:t>3.3-</a:t>
            </a:r>
            <a:r>
              <a:rPr sz="2400" b="1" dirty="0">
                <a:latin typeface="Arial"/>
                <a:cs typeface="Arial"/>
              </a:rPr>
              <a:t>3.8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GHz: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wireless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systems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4.8-</a:t>
            </a:r>
            <a:r>
              <a:rPr sz="2400" b="1" dirty="0">
                <a:latin typeface="Arial"/>
                <a:cs typeface="Arial"/>
              </a:rPr>
              <a:t>5.8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(7.2)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GHz: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wireless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LANs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20" dirty="0">
                <a:latin typeface="Arial"/>
                <a:cs typeface="Arial"/>
              </a:rPr>
              <a:t>6-</a:t>
            </a:r>
            <a:r>
              <a:rPr sz="2400" b="1" dirty="0">
                <a:latin typeface="Arial"/>
                <a:cs typeface="Arial"/>
              </a:rPr>
              <a:t>8,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10-</a:t>
            </a:r>
            <a:r>
              <a:rPr sz="2400" b="1" dirty="0">
                <a:latin typeface="Arial"/>
                <a:cs typeface="Arial"/>
              </a:rPr>
              <a:t>15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GHz: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satellite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TV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Char char="•"/>
              <a:tabLst>
                <a:tab pos="354965" algn="l"/>
              </a:tabLst>
            </a:pPr>
            <a:r>
              <a:rPr sz="2400" spc="-20" dirty="0">
                <a:latin typeface="Arial MT"/>
                <a:cs typeface="Arial MT"/>
              </a:rPr>
              <a:t>24-</a:t>
            </a:r>
            <a:r>
              <a:rPr sz="2400" dirty="0">
                <a:latin typeface="Arial MT"/>
                <a:cs typeface="Arial MT"/>
              </a:rPr>
              <a:t>300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GHz: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mm-</a:t>
            </a:r>
            <a:r>
              <a:rPr sz="2400" dirty="0">
                <a:latin typeface="Arial MT"/>
                <a:cs typeface="Arial MT"/>
              </a:rPr>
              <a:t>wave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communications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radar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759E5-6257-EF79-66EB-E6A63E35B27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9B74E-E79C-1A22-D388-98EA9E7ED3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42</a:t>
            </a:fld>
            <a:endParaRPr lang="en-GB"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Frequency</a:t>
            </a:r>
            <a:r>
              <a:rPr spc="-90" dirty="0"/>
              <a:t> </a:t>
            </a:r>
            <a:r>
              <a:rPr spc="-10" dirty="0"/>
              <a:t>reuse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dirty="0"/>
              <a:t>Available</a:t>
            </a:r>
            <a:r>
              <a:rPr spc="-30" dirty="0"/>
              <a:t> </a:t>
            </a:r>
            <a:r>
              <a:rPr dirty="0"/>
              <a:t>spectrum</a:t>
            </a:r>
            <a:r>
              <a:rPr spc="-65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spc="-10" dirty="0"/>
              <a:t>limited</a:t>
            </a:r>
          </a:p>
          <a:p>
            <a:pPr marL="355600" marR="403225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pc="-10" dirty="0"/>
              <a:t>-</a:t>
            </a:r>
            <a:r>
              <a:rPr dirty="0"/>
              <a:t>&gt;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same</a:t>
            </a:r>
            <a:r>
              <a:rPr spc="-35" dirty="0"/>
              <a:t> </a:t>
            </a:r>
            <a:r>
              <a:rPr dirty="0"/>
              <a:t>frequency</a:t>
            </a:r>
            <a:r>
              <a:rPr spc="-30" dirty="0"/>
              <a:t> </a:t>
            </a:r>
            <a:r>
              <a:rPr dirty="0"/>
              <a:t>(range)</a:t>
            </a:r>
            <a:r>
              <a:rPr spc="-30" dirty="0"/>
              <a:t> </a:t>
            </a:r>
            <a:r>
              <a:rPr dirty="0"/>
              <a:t>has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dirty="0"/>
              <a:t>used</a:t>
            </a:r>
            <a:r>
              <a:rPr spc="-20" dirty="0"/>
              <a:t> </a:t>
            </a:r>
            <a:r>
              <a:rPr dirty="0"/>
              <a:t>at</a:t>
            </a:r>
            <a:r>
              <a:rPr spc="-30" dirty="0"/>
              <a:t> </a:t>
            </a:r>
            <a:r>
              <a:rPr spc="-20" dirty="0"/>
              <a:t>many </a:t>
            </a:r>
            <a:r>
              <a:rPr dirty="0"/>
              <a:t>different</a:t>
            </a:r>
            <a:r>
              <a:rPr spc="-85" dirty="0"/>
              <a:t> </a:t>
            </a:r>
            <a:r>
              <a:rPr spc="-10" dirty="0"/>
              <a:t>locations</a:t>
            </a: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dirty="0"/>
              <a:t>Regulated</a:t>
            </a:r>
            <a:r>
              <a:rPr spc="-105" dirty="0"/>
              <a:t> </a:t>
            </a:r>
            <a:r>
              <a:rPr spc="-10" dirty="0"/>
              <a:t>spectrum:</a:t>
            </a:r>
          </a:p>
          <a:p>
            <a:pPr marL="756285" marR="5080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single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operator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owns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spectrum,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put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TXs</a:t>
            </a:r>
            <a:endParaRPr sz="2000" dirty="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cell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planning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interference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adheres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certain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limits</a:t>
            </a:r>
            <a:endParaRPr sz="20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dirty="0"/>
              <a:t>Unregulated</a:t>
            </a:r>
            <a:r>
              <a:rPr spc="-120" dirty="0"/>
              <a:t> </a:t>
            </a:r>
            <a:r>
              <a:rPr spc="-10" dirty="0"/>
              <a:t>spectrum:</a:t>
            </a: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Often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service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allowed,</a:t>
            </a:r>
            <a:endParaRPr sz="2000" dirty="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Nobody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interferers</a:t>
            </a:r>
            <a:endParaRPr sz="2000" dirty="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Power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interferers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limited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regulations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95B41-B3C1-41F9-9501-7C3F492B22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D407A-D4A4-319C-6B69-A4FC5D54BA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43</a:t>
            </a:fld>
            <a:endParaRPr lang="en-GB"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Limited</a:t>
            </a:r>
            <a:r>
              <a:rPr spc="-35" dirty="0"/>
              <a:t> </a:t>
            </a:r>
            <a:r>
              <a:rPr spc="-10" dirty="0"/>
              <a:t>energy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71003"/>
            <a:ext cx="7573645" cy="22218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Power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amplifier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efficiency: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impacts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modulation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format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Energy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saving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processing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High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sensitivity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Rx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allows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lower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Tx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power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power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control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Foresee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sleep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mode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54821-A6EF-E09C-389A-52EE85E6CB0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EFF32-9FE3-2418-1EAF-43E9E8870F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44</a:t>
            </a:fld>
            <a:endParaRPr lang="en-GB"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09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-25" dirty="0"/>
              <a:t> </a:t>
            </a:r>
            <a:r>
              <a:rPr spc="-10" dirty="0"/>
              <a:t>mobility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44549"/>
            <a:ext cx="8113395" cy="2513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position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Mobility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(i.e.,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maintaining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certain </a:t>
            </a:r>
            <a:r>
              <a:rPr sz="2400" dirty="0">
                <a:latin typeface="Arial MT"/>
                <a:cs typeface="Arial MT"/>
              </a:rPr>
              <a:t>BS):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mostly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effect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propagation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channel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(fading)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Mobility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cell: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BAB25-6151-6384-117A-D67E172EE7E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r>
              <a:rPr lang="en-GB"/>
              <a:t>CNSCC.406 Broadband Communications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35795-95EB-EA63-65D6-8F64EBA60E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655"/>
              </a:lnSpc>
            </a:pPr>
            <a:fld id="{81D60167-4931-47E6-BA6A-407CBD079E47}" type="slidenum">
              <a:rPr lang="en-GB" spc="-25" smtClean="0"/>
              <a:t>45</a:t>
            </a:fld>
            <a:endParaRPr lang="en-GB"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1857</Words>
  <Application>Microsoft Office PowerPoint</Application>
  <PresentationFormat>On-screen Show (4:3)</PresentationFormat>
  <Paragraphs>400</Paragraphs>
  <Slides>45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 MT</vt:lpstr>
      <vt:lpstr>Aptos</vt:lpstr>
      <vt:lpstr>Arial</vt:lpstr>
      <vt:lpstr>Wingdings</vt:lpstr>
      <vt:lpstr>Office Theme</vt:lpstr>
      <vt:lpstr>PowerPoint Presentation</vt:lpstr>
      <vt:lpstr>Suggested reading</vt:lpstr>
      <vt:lpstr>Breakdown of the content</vt:lpstr>
      <vt:lpstr>Timetable</vt:lpstr>
      <vt:lpstr>Assessment</vt:lpstr>
      <vt:lpstr>Plagiarism</vt:lpstr>
      <vt:lpstr>Chapter 1</vt:lpstr>
      <vt:lpstr>Contents</vt:lpstr>
      <vt:lpstr>HISTORY OF WIRELESS</vt:lpstr>
      <vt:lpstr>History of wireless (1)</vt:lpstr>
      <vt:lpstr>History of wireless (2)</vt:lpstr>
      <vt:lpstr>History of wireless (3)</vt:lpstr>
      <vt:lpstr>Other wireless systems</vt:lpstr>
      <vt:lpstr>TYPES OF SERVICES</vt:lpstr>
      <vt:lpstr>Cellular phones</vt:lpstr>
      <vt:lpstr>Wireless LAN</vt:lpstr>
      <vt:lpstr>Personal Area Network</vt:lpstr>
      <vt:lpstr>Fixed wireless</vt:lpstr>
      <vt:lpstr>Broadcast</vt:lpstr>
      <vt:lpstr>Ad-hoc networks</vt:lpstr>
      <vt:lpstr>REQUIREMENTS FOR SERVICES</vt:lpstr>
      <vt:lpstr>Data rate</vt:lpstr>
      <vt:lpstr>Range and number of users</vt:lpstr>
      <vt:lpstr>Tradeoff range vs. datarate</vt:lpstr>
      <vt:lpstr>Mobility</vt:lpstr>
      <vt:lpstr>Data rate versus mobility</vt:lpstr>
      <vt:lpstr>Energy consumption</vt:lpstr>
      <vt:lpstr>Spectrum usage</vt:lpstr>
      <vt:lpstr>Requirements for 5G</vt:lpstr>
      <vt:lpstr>ECONOMIC AND SOCIAL IMPACT</vt:lpstr>
      <vt:lpstr>Economic requirements</vt:lpstr>
      <vt:lpstr>Behavioral impact</vt:lpstr>
      <vt:lpstr>Chapter 2</vt:lpstr>
      <vt:lpstr>The major challenges</vt:lpstr>
      <vt:lpstr>Broadcast effect</vt:lpstr>
      <vt:lpstr>Multipath propagation</vt:lpstr>
      <vt:lpstr>Small-scale fading</vt:lpstr>
      <vt:lpstr>Large-scale fading</vt:lpstr>
      <vt:lpstr>Consequences of fading</vt:lpstr>
      <vt:lpstr>Intersymbol interference (1)</vt:lpstr>
      <vt:lpstr>Intersymbol interference (2)</vt:lpstr>
      <vt:lpstr>Spectrum assignment</vt:lpstr>
      <vt:lpstr>Frequency reuse</vt:lpstr>
      <vt:lpstr>Limited energy</vt:lpstr>
      <vt:lpstr>User mobility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Cheng, Qiao</cp:lastModifiedBy>
  <cp:revision>6</cp:revision>
  <dcterms:created xsi:type="dcterms:W3CDTF">2026-02-08T01:58:13Z</dcterms:created>
  <dcterms:modified xsi:type="dcterms:W3CDTF">2026-03-02T03:11:34Z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2026-02-05T00:00:00Z</vt:filetime>
  </property>
  <property fmtid="{D5CDD505-2E9C-101B-9397-08002B2CF9AE}" pid="3" name="Creator">
    <vt:lpwstr>PDF-XChange Editor 10.4.2.390</vt:lpwstr>
  </property>
  <property fmtid="{D5CDD505-2E9C-101B-9397-08002B2CF9AE}" pid="4" name="LastSaved">
    <vt:filetime>2026-02-08T00:00:00Z</vt:filetime>
  </property>
  <property fmtid="{D5CDD505-2E9C-101B-9397-08002B2CF9AE}" pid="5" name="Producer">
    <vt:lpwstr>PDF-XChange Core API SDK (10.4.2.390)</vt:lpwstr>
  </property>
</Properties>
</file>